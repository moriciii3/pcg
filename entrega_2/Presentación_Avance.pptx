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  <p:sldMasterId id="2147483663" r:id="rId2"/>
  </p:sldMasterIdLst>
  <p:notesMasterIdLst>
    <p:notesMasterId r:id="rId37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embeddedFontLst>
    <p:embeddedFont>
      <p:font typeface="Nunito ExtraBold" pitchFamily="2" charset="0"/>
      <p:bold r:id="rId38"/>
    </p:embeddedFont>
    <p:embeddedFont>
      <p:font typeface="Orbitron ExtraBold" panose="020B0604020202020204" charset="0"/>
      <p:bold r:id="rId39"/>
    </p:embeddedFont>
    <p:embeddedFont>
      <p:font typeface="Press Start 2P" panose="020B0604020202020204" charset="0"/>
      <p:regular r:id="rId40"/>
    </p:embeddedFont>
    <p:embeddedFont>
      <p:font typeface="Proxima Nova" panose="020B0604020202020204" charset="0"/>
      <p:regular r:id="rId41"/>
      <p:bold r:id="rId42"/>
      <p:italic r:id="rId43"/>
      <p:boldItalic r:id="rId44"/>
    </p:embeddedFont>
    <p:embeddedFont>
      <p:font typeface="Proxima Nova Semibold" panose="020B0604020202020204" charset="0"/>
      <p:regular r:id="rId45"/>
      <p:bold r:id="rId46"/>
      <p:boldItalic r:id="rId47"/>
    </p:embeddedFont>
    <p:embeddedFont>
      <p:font typeface="Titillium Web" panose="00000500000000000000" pitchFamily="2" charset="0"/>
      <p:regular r:id="rId48"/>
      <p:bold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BAE949-E040-40C8-B60A-91FA4EEEBF5B}">
  <a:tblStyle styleId="{53BAE949-E040-40C8-B60A-91FA4EEEBF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b75fe690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b75fe690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886cb16509_1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886cb16509_1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886cb16509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886cb16509_1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886cb16509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2886cb16509_1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886cb16509_1_9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886cb16509_1_9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886cb16509_1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886cb16509_1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886cb16509_1_10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886cb16509_1_10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886cb16509_1_10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886cb16509_1_10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886cb16509_1_1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886cb16509_1_1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87aaaf3a47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87aaaf3a47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886cb16509_1_1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886cb16509_1_1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87aaaf3a4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87aaaf3a4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87aaaf3a47_0_1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87aaaf3a47_0_1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87aaaf3a47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87aaaf3a47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287aaaf3a47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287aaaf3a47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87aaaf3a47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87aaaf3a47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87aaaf3a47_0_1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287aaaf3a47_0_1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287aaaf3a47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287aaaf3a47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287aaaf3a47_0_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287aaaf3a47_0_8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g287aaaf3a47_0_10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0" name="Google Shape;1770;g287aaaf3a47_0_10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287aaaf3a47_0_1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287aaaf3a47_0_1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287aaaf3a47_0_18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9" name="Google Shape;1859;g287aaaf3a47_0_18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287aaaf3a47_0_2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287aaaf3a47_0_2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g287aaaf3a47_0_2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0" name="Google Shape;1950;g287aaaf3a47_0_2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287aaaf3a47_0_2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287aaaf3a47_0_2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287aaaf3a47_0_2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287aaaf3a47_0_26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g287aaaf3a47_0_2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0" name="Google Shape;2130;g287aaaf3a47_0_2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g287aaaf3a47_0_28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2" name="Google Shape;2192;g287aaaf3a47_0_28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g287aaaf3a47_0_28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9" name="Google Shape;2249;g287aaaf3a47_0_28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g287aaaf3a47_0_28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9" name="Google Shape;2279;g287aaaf3a47_0_28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g2886cb16509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2" name="Google Shape;2352;g2886cb16509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g2886cb16509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9" name="Google Shape;2359;g2886cb16509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g2886cb16509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6" name="Google Shape;2366;g2886cb16509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2000" y="539500"/>
            <a:ext cx="7260000" cy="156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919100" y="2101675"/>
            <a:ext cx="53058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" y="539494"/>
            <a:ext cx="360190" cy="2069008"/>
            <a:chOff x="5106389" y="1701162"/>
            <a:chExt cx="4038000" cy="2069008"/>
          </a:xfrm>
        </p:grpSpPr>
        <p:sp>
          <p:nvSpPr>
            <p:cNvPr id="12" name="Google Shape;12;p2"/>
            <p:cNvSpPr/>
            <p:nvPr/>
          </p:nvSpPr>
          <p:spPr>
            <a:xfrm>
              <a:off x="5106389" y="3355270"/>
              <a:ext cx="4038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106389" y="2943328"/>
              <a:ext cx="4038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106389" y="2525048"/>
              <a:ext cx="4038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6389" y="2113105"/>
              <a:ext cx="4038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06389" y="1701162"/>
              <a:ext cx="4038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8783802" y="1537244"/>
            <a:ext cx="360190" cy="2069008"/>
            <a:chOff x="5106389" y="1701162"/>
            <a:chExt cx="4038000" cy="2069008"/>
          </a:xfrm>
        </p:grpSpPr>
        <p:sp>
          <p:nvSpPr>
            <p:cNvPr id="18" name="Google Shape;18;p2"/>
            <p:cNvSpPr/>
            <p:nvPr/>
          </p:nvSpPr>
          <p:spPr>
            <a:xfrm>
              <a:off x="5106389" y="3355270"/>
              <a:ext cx="4038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106389" y="2943328"/>
              <a:ext cx="4038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106389" y="2525048"/>
              <a:ext cx="4038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06389" y="2113105"/>
              <a:ext cx="4038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106389" y="1701162"/>
              <a:ext cx="4038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2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24" name="Google Shape;24;p2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3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28" name="Google Shape;28;p3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720000" y="2408425"/>
            <a:ext cx="3852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720000" y="3040088"/>
            <a:ext cx="3221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310800"/>
            <a:ext cx="2213700" cy="11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33" name="Google Shape;33;p3"/>
          <p:cNvGrpSpPr/>
          <p:nvPr/>
        </p:nvGrpSpPr>
        <p:grpSpPr>
          <a:xfrm>
            <a:off x="7172742" y="3270825"/>
            <a:ext cx="1971691" cy="1741200"/>
            <a:chOff x="7698200" y="3129725"/>
            <a:chExt cx="1381800" cy="1741200"/>
          </a:xfrm>
        </p:grpSpPr>
        <p:sp>
          <p:nvSpPr>
            <p:cNvPr id="34" name="Google Shape;34;p3"/>
            <p:cNvSpPr/>
            <p:nvPr/>
          </p:nvSpPr>
          <p:spPr>
            <a:xfrm>
              <a:off x="7698200" y="4521725"/>
              <a:ext cx="1381800" cy="349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027299" y="4174925"/>
              <a:ext cx="1052700" cy="34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8345300" y="3823325"/>
              <a:ext cx="734700" cy="351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608400" y="3476525"/>
              <a:ext cx="471600" cy="34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8838800" y="3129725"/>
              <a:ext cx="241200" cy="346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1"/>
          </p:nvPr>
        </p:nvSpPr>
        <p:spPr>
          <a:xfrm>
            <a:off x="1398788" y="3380700"/>
            <a:ext cx="28311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 idx="2"/>
          </p:nvPr>
        </p:nvSpPr>
        <p:spPr>
          <a:xfrm>
            <a:off x="1652438" y="2963325"/>
            <a:ext cx="23238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3"/>
          </p:nvPr>
        </p:nvSpPr>
        <p:spPr>
          <a:xfrm>
            <a:off x="4914100" y="3380688"/>
            <a:ext cx="28311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title" idx="4"/>
          </p:nvPr>
        </p:nvSpPr>
        <p:spPr>
          <a:xfrm>
            <a:off x="5167750" y="2963313"/>
            <a:ext cx="23238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-203" y="1701140"/>
            <a:ext cx="416982" cy="2069063"/>
            <a:chOff x="-207" y="1701162"/>
            <a:chExt cx="719928" cy="2069063"/>
          </a:xfrm>
        </p:grpSpPr>
        <p:sp>
          <p:nvSpPr>
            <p:cNvPr id="52" name="Google Shape;52;p5"/>
            <p:cNvSpPr/>
            <p:nvPr/>
          </p:nvSpPr>
          <p:spPr>
            <a:xfrm>
              <a:off x="-207" y="3355270"/>
              <a:ext cx="719928" cy="4149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-207" y="2943328"/>
              <a:ext cx="719928" cy="412102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-207" y="2525048"/>
              <a:ext cx="719928" cy="417806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-207" y="2113105"/>
              <a:ext cx="719928" cy="4121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-207" y="1701162"/>
              <a:ext cx="719928" cy="41210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5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58" name="Google Shape;58;p5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5"/>
          <p:cNvGrpSpPr/>
          <p:nvPr/>
        </p:nvGrpSpPr>
        <p:grpSpPr>
          <a:xfrm>
            <a:off x="8739022" y="1701140"/>
            <a:ext cx="417024" cy="2069008"/>
            <a:chOff x="-207" y="1701162"/>
            <a:chExt cx="720000" cy="2069008"/>
          </a:xfrm>
        </p:grpSpPr>
        <p:sp>
          <p:nvSpPr>
            <p:cNvPr id="61" name="Google Shape;61;p5"/>
            <p:cNvSpPr/>
            <p:nvPr/>
          </p:nvSpPr>
          <p:spPr>
            <a:xfrm>
              <a:off x="-207" y="3355270"/>
              <a:ext cx="720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-207" y="2943328"/>
              <a:ext cx="720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-207" y="2525048"/>
              <a:ext cx="720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-207" y="2113105"/>
              <a:ext cx="720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-207" y="1701162"/>
              <a:ext cx="720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68" name="Google Shape;68;p6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69" name="Google Shape;69;p6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6"/>
          <p:cNvGrpSpPr/>
          <p:nvPr/>
        </p:nvGrpSpPr>
        <p:grpSpPr>
          <a:xfrm>
            <a:off x="-203" y="1537240"/>
            <a:ext cx="417024" cy="2069008"/>
            <a:chOff x="-207" y="1701162"/>
            <a:chExt cx="720000" cy="2069008"/>
          </a:xfrm>
        </p:grpSpPr>
        <p:sp>
          <p:nvSpPr>
            <p:cNvPr id="72" name="Google Shape;72;p6"/>
            <p:cNvSpPr/>
            <p:nvPr/>
          </p:nvSpPr>
          <p:spPr>
            <a:xfrm>
              <a:off x="-207" y="3355270"/>
              <a:ext cx="720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-207" y="2943328"/>
              <a:ext cx="720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-207" y="2525048"/>
              <a:ext cx="720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-207" y="2113105"/>
              <a:ext cx="720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-207" y="1701162"/>
              <a:ext cx="720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6"/>
          <p:cNvGrpSpPr/>
          <p:nvPr/>
        </p:nvGrpSpPr>
        <p:grpSpPr>
          <a:xfrm>
            <a:off x="8738972" y="1537240"/>
            <a:ext cx="417024" cy="2069008"/>
            <a:chOff x="-207" y="1701162"/>
            <a:chExt cx="720000" cy="2069008"/>
          </a:xfrm>
        </p:grpSpPr>
        <p:sp>
          <p:nvSpPr>
            <p:cNvPr id="78" name="Google Shape;78;p6"/>
            <p:cNvSpPr/>
            <p:nvPr/>
          </p:nvSpPr>
          <p:spPr>
            <a:xfrm>
              <a:off x="-207" y="3355270"/>
              <a:ext cx="720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-207" y="2943328"/>
              <a:ext cx="720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-207" y="2525048"/>
              <a:ext cx="720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-207" y="2113105"/>
              <a:ext cx="720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-207" y="1701162"/>
              <a:ext cx="720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6"/>
          <p:cNvGrpSpPr/>
          <p:nvPr/>
        </p:nvGrpSpPr>
        <p:grpSpPr>
          <a:xfrm>
            <a:off x="0" y="0"/>
            <a:ext cx="9156000" cy="141000"/>
            <a:chOff x="0" y="0"/>
            <a:chExt cx="9156000" cy="141000"/>
          </a:xfrm>
        </p:grpSpPr>
        <p:sp>
          <p:nvSpPr>
            <p:cNvPr id="84" name="Google Shape;84;p6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7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88" name="Google Shape;88;p7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1002025" y="1152525"/>
            <a:ext cx="3570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ubTitle" idx="1"/>
          </p:nvPr>
        </p:nvSpPr>
        <p:spPr>
          <a:xfrm>
            <a:off x="1002025" y="2066926"/>
            <a:ext cx="3449700" cy="11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2" name="Google Shape;92;p7"/>
          <p:cNvGrpSpPr/>
          <p:nvPr/>
        </p:nvGrpSpPr>
        <p:grpSpPr>
          <a:xfrm>
            <a:off x="-2" y="3261300"/>
            <a:ext cx="2222100" cy="1741200"/>
            <a:chOff x="-2" y="3261300"/>
            <a:chExt cx="2222100" cy="1741200"/>
          </a:xfrm>
        </p:grpSpPr>
        <p:sp>
          <p:nvSpPr>
            <p:cNvPr id="93" name="Google Shape;93;p7"/>
            <p:cNvSpPr/>
            <p:nvPr/>
          </p:nvSpPr>
          <p:spPr>
            <a:xfrm>
              <a:off x="-2" y="4653300"/>
              <a:ext cx="2222100" cy="349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0" y="4306625"/>
              <a:ext cx="1809600" cy="34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0" y="3954625"/>
              <a:ext cx="1360500" cy="351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0" y="3607975"/>
              <a:ext cx="1008900" cy="34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0" y="3261300"/>
              <a:ext cx="548700" cy="346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8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100" name="Google Shape;100;p8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8"/>
          <p:cNvGrpSpPr/>
          <p:nvPr/>
        </p:nvGrpSpPr>
        <p:grpSpPr>
          <a:xfrm>
            <a:off x="0" y="0"/>
            <a:ext cx="9156000" cy="141000"/>
            <a:chOff x="0" y="0"/>
            <a:chExt cx="9156000" cy="141000"/>
          </a:xfrm>
        </p:grpSpPr>
        <p:sp>
          <p:nvSpPr>
            <p:cNvPr id="103" name="Google Shape;103;p8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" name="Google Shape;105;p8"/>
          <p:cNvSpPr txBox="1">
            <a:spLocks noGrp="1"/>
          </p:cNvSpPr>
          <p:nvPr>
            <p:ph type="title"/>
          </p:nvPr>
        </p:nvSpPr>
        <p:spPr>
          <a:xfrm>
            <a:off x="1660950" y="1847876"/>
            <a:ext cx="5822100" cy="10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06" name="Google Shape;106;p8"/>
          <p:cNvGrpSpPr/>
          <p:nvPr/>
        </p:nvGrpSpPr>
        <p:grpSpPr>
          <a:xfrm rot="10800000">
            <a:off x="10" y="141000"/>
            <a:ext cx="2783075" cy="1741200"/>
            <a:chOff x="5230796" y="3402300"/>
            <a:chExt cx="3913210" cy="1741200"/>
          </a:xfrm>
        </p:grpSpPr>
        <p:sp>
          <p:nvSpPr>
            <p:cNvPr id="107" name="Google Shape;107;p8"/>
            <p:cNvSpPr/>
            <p:nvPr/>
          </p:nvSpPr>
          <p:spPr>
            <a:xfrm flipH="1">
              <a:off x="5230796" y="4794300"/>
              <a:ext cx="3913200" cy="349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8"/>
            <p:cNvSpPr/>
            <p:nvPr/>
          </p:nvSpPr>
          <p:spPr>
            <a:xfrm flipH="1">
              <a:off x="5892606" y="4447625"/>
              <a:ext cx="3251400" cy="34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6417002" y="4095625"/>
              <a:ext cx="2727000" cy="351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 flipH="1">
              <a:off x="7041001" y="3748975"/>
              <a:ext cx="2103000" cy="34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 flipH="1">
              <a:off x="7627800" y="3402300"/>
              <a:ext cx="1516200" cy="346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8"/>
          <p:cNvGrpSpPr/>
          <p:nvPr/>
        </p:nvGrpSpPr>
        <p:grpSpPr>
          <a:xfrm>
            <a:off x="6372935" y="3270825"/>
            <a:ext cx="2783075" cy="1741200"/>
            <a:chOff x="5230796" y="3402300"/>
            <a:chExt cx="3913210" cy="1741200"/>
          </a:xfrm>
        </p:grpSpPr>
        <p:sp>
          <p:nvSpPr>
            <p:cNvPr id="113" name="Google Shape;113;p8"/>
            <p:cNvSpPr/>
            <p:nvPr/>
          </p:nvSpPr>
          <p:spPr>
            <a:xfrm flipH="1">
              <a:off x="5230796" y="4794300"/>
              <a:ext cx="3913200" cy="349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8"/>
            <p:cNvSpPr/>
            <p:nvPr/>
          </p:nvSpPr>
          <p:spPr>
            <a:xfrm flipH="1">
              <a:off x="5892606" y="4447625"/>
              <a:ext cx="3251400" cy="34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 flipH="1">
              <a:off x="6417002" y="4095625"/>
              <a:ext cx="2727000" cy="351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 flipH="1">
              <a:off x="7041001" y="3748975"/>
              <a:ext cx="2103000" cy="34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 flipH="1">
              <a:off x="7627800" y="3402300"/>
              <a:ext cx="1516200" cy="346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8"/>
          <p:cNvSpPr txBox="1">
            <a:spLocks noGrp="1"/>
          </p:cNvSpPr>
          <p:nvPr>
            <p:ph type="subTitle" idx="1"/>
          </p:nvPr>
        </p:nvSpPr>
        <p:spPr>
          <a:xfrm>
            <a:off x="1866750" y="2751475"/>
            <a:ext cx="5410500" cy="5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921150" y="1608675"/>
            <a:ext cx="37728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1" name="Google Shape;121;p9"/>
          <p:cNvSpPr txBox="1">
            <a:spLocks noGrp="1"/>
          </p:cNvSpPr>
          <p:nvPr>
            <p:ph type="subTitle" idx="1"/>
          </p:nvPr>
        </p:nvSpPr>
        <p:spPr>
          <a:xfrm>
            <a:off x="921150" y="2178375"/>
            <a:ext cx="3449700" cy="21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title" idx="2"/>
          </p:nvPr>
        </p:nvSpPr>
        <p:spPr>
          <a:xfrm>
            <a:off x="634200" y="496275"/>
            <a:ext cx="402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3" name="Google Shape;123;p9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124" name="Google Shape;124;p9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>
            <a:spLocks noGrp="1"/>
          </p:cNvSpPr>
          <p:nvPr>
            <p:ph type="body" idx="1"/>
          </p:nvPr>
        </p:nvSpPr>
        <p:spPr>
          <a:xfrm>
            <a:off x="4594200" y="539500"/>
            <a:ext cx="3878400" cy="19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Press Start 2P"/>
              <a:buNone/>
              <a:defRPr sz="3000">
                <a:solidFill>
                  <a:schemeClr val="accent5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</a:lstStyle>
          <a:p>
            <a:endParaRPr/>
          </a:p>
        </p:txBody>
      </p:sp>
      <p:grpSp>
        <p:nvGrpSpPr>
          <p:cNvPr id="128" name="Google Shape;128;p10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129" name="Google Shape;129;p10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0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" name="Google Shape;131;p10"/>
          <p:cNvGrpSpPr/>
          <p:nvPr/>
        </p:nvGrpSpPr>
        <p:grpSpPr>
          <a:xfrm rot="-5400000" flipH="1">
            <a:off x="7568077" y="3435750"/>
            <a:ext cx="1741200" cy="1392300"/>
            <a:chOff x="7402801" y="3612002"/>
            <a:chExt cx="1741200" cy="1392300"/>
          </a:xfrm>
        </p:grpSpPr>
        <p:sp>
          <p:nvSpPr>
            <p:cNvPr id="132" name="Google Shape;132;p10"/>
            <p:cNvSpPr/>
            <p:nvPr/>
          </p:nvSpPr>
          <p:spPr>
            <a:xfrm rot="5400000" flipH="1">
              <a:off x="7440601" y="4692899"/>
              <a:ext cx="273600" cy="349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0"/>
            <p:cNvSpPr/>
            <p:nvPr/>
          </p:nvSpPr>
          <p:spPr>
            <a:xfrm rot="5400000" flipH="1">
              <a:off x="7667876" y="4573499"/>
              <a:ext cx="514800" cy="34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0"/>
            <p:cNvSpPr/>
            <p:nvPr/>
          </p:nvSpPr>
          <p:spPr>
            <a:xfrm rot="5400000" flipH="1">
              <a:off x="7863876" y="4417500"/>
              <a:ext cx="822000" cy="351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0"/>
            <p:cNvSpPr/>
            <p:nvPr/>
          </p:nvSpPr>
          <p:spPr>
            <a:xfrm rot="5400000" flipH="1">
              <a:off x="8064876" y="4271851"/>
              <a:ext cx="1118100" cy="34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0"/>
            <p:cNvSpPr/>
            <p:nvPr/>
          </p:nvSpPr>
          <p:spPr>
            <a:xfrm rot="5400000" flipH="1">
              <a:off x="8274451" y="4134752"/>
              <a:ext cx="1392300" cy="346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2159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39" name="Google Shape;139;p11"/>
          <p:cNvSpPr txBox="1">
            <a:spLocks noGrp="1"/>
          </p:cNvSpPr>
          <p:nvPr>
            <p:ph type="body" idx="1"/>
          </p:nvPr>
        </p:nvSpPr>
        <p:spPr>
          <a:xfrm>
            <a:off x="2118600" y="3314400"/>
            <a:ext cx="49068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0" y="0"/>
            <a:ext cx="9156000" cy="141000"/>
            <a:chOff x="0" y="0"/>
            <a:chExt cx="9156000" cy="141000"/>
          </a:xfrm>
        </p:grpSpPr>
        <p:sp>
          <p:nvSpPr>
            <p:cNvPr id="141" name="Google Shape;141;p11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11"/>
          <p:cNvSpPr/>
          <p:nvPr/>
        </p:nvSpPr>
        <p:spPr>
          <a:xfrm rot="5400000">
            <a:off x="5688465" y="325848"/>
            <a:ext cx="720000" cy="34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 rot="5400000">
            <a:off x="5878236" y="485151"/>
            <a:ext cx="1036200" cy="34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 rot="5400000">
            <a:off x="6090436" y="620150"/>
            <a:ext cx="1311000" cy="35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 rot="5400000">
            <a:off x="6302243" y="759800"/>
            <a:ext cx="1585500" cy="3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 rot="5400000">
            <a:off x="6648913" y="759800"/>
            <a:ext cx="1585500" cy="346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 rot="-5400000" flipH="1">
            <a:off x="2735513" y="325848"/>
            <a:ext cx="720000" cy="34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 rot="-5400000" flipH="1">
            <a:off x="2229541" y="485151"/>
            <a:ext cx="1036200" cy="34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 rot="-5400000" flipH="1">
            <a:off x="1742541" y="620150"/>
            <a:ext cx="1311000" cy="35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 rot="-5400000" flipH="1">
            <a:off x="1256234" y="759800"/>
            <a:ext cx="1585500" cy="3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 rot="-5400000" flipH="1">
            <a:off x="909565" y="759800"/>
            <a:ext cx="1585500" cy="346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11"/>
          <p:cNvGrpSpPr/>
          <p:nvPr/>
        </p:nvGrpSpPr>
        <p:grpSpPr>
          <a:xfrm>
            <a:off x="0" y="5056825"/>
            <a:ext cx="9156000" cy="141000"/>
            <a:chOff x="0" y="0"/>
            <a:chExt cx="9156000" cy="141000"/>
          </a:xfrm>
        </p:grpSpPr>
        <p:sp>
          <p:nvSpPr>
            <p:cNvPr id="154" name="Google Shape;154;p11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5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59" name="Google Shape;159;p13"/>
          <p:cNvGrpSpPr/>
          <p:nvPr/>
        </p:nvGrpSpPr>
        <p:grpSpPr>
          <a:xfrm>
            <a:off x="0" y="0"/>
            <a:ext cx="9156000" cy="141000"/>
            <a:chOff x="0" y="0"/>
            <a:chExt cx="9156000" cy="141000"/>
          </a:xfrm>
        </p:grpSpPr>
        <p:sp>
          <p:nvSpPr>
            <p:cNvPr id="160" name="Google Shape;160;p13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" name="Google Shape;162;p13"/>
          <p:cNvGrpSpPr/>
          <p:nvPr/>
        </p:nvGrpSpPr>
        <p:grpSpPr>
          <a:xfrm>
            <a:off x="-203" y="1285015"/>
            <a:ext cx="417024" cy="2069008"/>
            <a:chOff x="-207" y="1701162"/>
            <a:chExt cx="720000" cy="2069008"/>
          </a:xfrm>
        </p:grpSpPr>
        <p:sp>
          <p:nvSpPr>
            <p:cNvPr id="163" name="Google Shape;163;p13"/>
            <p:cNvSpPr/>
            <p:nvPr/>
          </p:nvSpPr>
          <p:spPr>
            <a:xfrm>
              <a:off x="-207" y="3355270"/>
              <a:ext cx="720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-207" y="2943328"/>
              <a:ext cx="720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-207" y="2525048"/>
              <a:ext cx="720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-207" y="2113105"/>
              <a:ext cx="720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-207" y="1701162"/>
              <a:ext cx="720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13"/>
          <p:cNvGrpSpPr/>
          <p:nvPr/>
        </p:nvGrpSpPr>
        <p:grpSpPr>
          <a:xfrm>
            <a:off x="8726972" y="1285015"/>
            <a:ext cx="417024" cy="2069008"/>
            <a:chOff x="-207" y="1701162"/>
            <a:chExt cx="720000" cy="2069008"/>
          </a:xfrm>
        </p:grpSpPr>
        <p:sp>
          <p:nvSpPr>
            <p:cNvPr id="169" name="Google Shape;169;p13"/>
            <p:cNvSpPr/>
            <p:nvPr/>
          </p:nvSpPr>
          <p:spPr>
            <a:xfrm>
              <a:off x="-207" y="3355270"/>
              <a:ext cx="720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-207" y="2943328"/>
              <a:ext cx="720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-207" y="2525048"/>
              <a:ext cx="720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3"/>
            <p:cNvSpPr/>
            <p:nvPr/>
          </p:nvSpPr>
          <p:spPr>
            <a:xfrm>
              <a:off x="-207" y="2113105"/>
              <a:ext cx="720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-207" y="1701162"/>
              <a:ext cx="720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6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4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14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79" name="Google Shape;179;p14"/>
          <p:cNvGrpSpPr/>
          <p:nvPr/>
        </p:nvGrpSpPr>
        <p:grpSpPr>
          <a:xfrm>
            <a:off x="-3" y="2933490"/>
            <a:ext cx="417024" cy="2069008"/>
            <a:chOff x="-207" y="1701162"/>
            <a:chExt cx="720000" cy="2069008"/>
          </a:xfrm>
        </p:grpSpPr>
        <p:sp>
          <p:nvSpPr>
            <p:cNvPr id="180" name="Google Shape;180;p14"/>
            <p:cNvSpPr/>
            <p:nvPr/>
          </p:nvSpPr>
          <p:spPr>
            <a:xfrm>
              <a:off x="-207" y="3355270"/>
              <a:ext cx="720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-207" y="2943328"/>
              <a:ext cx="720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-207" y="2525048"/>
              <a:ext cx="720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-207" y="2113105"/>
              <a:ext cx="720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-207" y="1701162"/>
              <a:ext cx="720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4"/>
          <p:cNvGrpSpPr/>
          <p:nvPr/>
        </p:nvGrpSpPr>
        <p:grpSpPr>
          <a:xfrm>
            <a:off x="8738972" y="2933490"/>
            <a:ext cx="417024" cy="2069008"/>
            <a:chOff x="-207" y="1701162"/>
            <a:chExt cx="720000" cy="2069008"/>
          </a:xfrm>
        </p:grpSpPr>
        <p:sp>
          <p:nvSpPr>
            <p:cNvPr id="186" name="Google Shape;186;p14"/>
            <p:cNvSpPr/>
            <p:nvPr/>
          </p:nvSpPr>
          <p:spPr>
            <a:xfrm>
              <a:off x="-207" y="3355270"/>
              <a:ext cx="720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-207" y="2943328"/>
              <a:ext cx="720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-207" y="2525048"/>
              <a:ext cx="720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-207" y="2113105"/>
              <a:ext cx="720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-207" y="1701162"/>
              <a:ext cx="720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D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Press Start 2P"/>
              <a:buNone/>
              <a:defRPr sz="23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17275"/>
            <a:ext cx="7723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800"/>
              <a:buFont typeface="Titillium Web"/>
              <a:buChar char="●"/>
              <a:defRPr sz="1800"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○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■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●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○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■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●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○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■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93" name="Google Shape;193;p1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bmorici@usm.c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33VAFh3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://bit.ly/2PfT4lq" TargetMode="External"/><Relationship Id="rId4" Type="http://schemas.openxmlformats.org/officeDocument/2006/relationships/hyperlink" Target="http://bit.ly/30B07Gq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>
            <a:spLocks noGrp="1"/>
          </p:cNvSpPr>
          <p:nvPr>
            <p:ph type="ctrTitle"/>
          </p:nvPr>
        </p:nvSpPr>
        <p:spPr>
          <a:xfrm>
            <a:off x="942000" y="539500"/>
            <a:ext cx="7260000" cy="156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Generación Procedural de Plataformas</a:t>
            </a:r>
            <a:endParaRPr sz="3200" dirty="0"/>
          </a:p>
        </p:txBody>
      </p:sp>
      <p:sp>
        <p:nvSpPr>
          <p:cNvPr id="200" name="Google Shape;200;p17"/>
          <p:cNvSpPr txBox="1">
            <a:spLocks noGrp="1"/>
          </p:cNvSpPr>
          <p:nvPr>
            <p:ph type="subTitle" idx="1"/>
          </p:nvPr>
        </p:nvSpPr>
        <p:spPr>
          <a:xfrm>
            <a:off x="1919100" y="2204072"/>
            <a:ext cx="5305800" cy="7016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Enfoque con dos algoritmos en conjunto: constructivo y reparador</a:t>
            </a:r>
            <a:endParaRPr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201" name="Google Shape;201;p17"/>
          <p:cNvGrpSpPr/>
          <p:nvPr/>
        </p:nvGrpSpPr>
        <p:grpSpPr>
          <a:xfrm>
            <a:off x="6945266" y="2641100"/>
            <a:ext cx="1400122" cy="2010336"/>
            <a:chOff x="2835275" y="1092201"/>
            <a:chExt cx="1187450" cy="1704975"/>
          </a:xfrm>
        </p:grpSpPr>
        <p:sp>
          <p:nvSpPr>
            <p:cNvPr id="202" name="Google Shape;202;p17"/>
            <p:cNvSpPr/>
            <p:nvPr/>
          </p:nvSpPr>
          <p:spPr>
            <a:xfrm>
              <a:off x="2879725" y="2246313"/>
              <a:ext cx="1130300" cy="412750"/>
            </a:xfrm>
            <a:custGeom>
              <a:avLst/>
              <a:gdLst/>
              <a:ahLst/>
              <a:cxnLst/>
              <a:rect l="l" t="t" r="r" b="b"/>
              <a:pathLst>
                <a:path w="712" h="260" extrusionOk="0">
                  <a:moveTo>
                    <a:pt x="0" y="144"/>
                  </a:moveTo>
                  <a:lnTo>
                    <a:pt x="496" y="0"/>
                  </a:lnTo>
                  <a:lnTo>
                    <a:pt x="712" y="92"/>
                  </a:lnTo>
                  <a:lnTo>
                    <a:pt x="226" y="26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4C5167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3295650" y="1555751"/>
              <a:ext cx="234950" cy="1004888"/>
            </a:xfrm>
            <a:custGeom>
              <a:avLst/>
              <a:gdLst/>
              <a:ahLst/>
              <a:cxnLst/>
              <a:rect l="l" t="t" r="r" b="b"/>
              <a:pathLst>
                <a:path w="74" h="316" extrusionOk="0">
                  <a:moveTo>
                    <a:pt x="0" y="0"/>
                  </a:moveTo>
                  <a:cubicBezTo>
                    <a:pt x="23" y="294"/>
                    <a:pt x="23" y="294"/>
                    <a:pt x="23" y="294"/>
                  </a:cubicBezTo>
                  <a:cubicBezTo>
                    <a:pt x="23" y="294"/>
                    <a:pt x="41" y="316"/>
                    <a:pt x="74" y="294"/>
                  </a:cubicBezTo>
                  <a:cubicBezTo>
                    <a:pt x="74" y="0"/>
                    <a:pt x="74" y="0"/>
                    <a:pt x="7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3F53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3343275" y="1654176"/>
              <a:ext cx="123825" cy="849313"/>
            </a:xfrm>
            <a:custGeom>
              <a:avLst/>
              <a:gdLst/>
              <a:ahLst/>
              <a:cxnLst/>
              <a:rect l="l" t="t" r="r" b="b"/>
              <a:pathLst>
                <a:path w="39" h="267" extrusionOk="0">
                  <a:moveTo>
                    <a:pt x="0" y="0"/>
                  </a:moveTo>
                  <a:cubicBezTo>
                    <a:pt x="16" y="258"/>
                    <a:pt x="16" y="258"/>
                    <a:pt x="16" y="258"/>
                  </a:cubicBezTo>
                  <a:cubicBezTo>
                    <a:pt x="16" y="258"/>
                    <a:pt x="27" y="267"/>
                    <a:pt x="39" y="258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C5167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3016250" y="1092201"/>
              <a:ext cx="784225" cy="782638"/>
            </a:xfrm>
            <a:custGeom>
              <a:avLst/>
              <a:gdLst/>
              <a:ahLst/>
              <a:cxnLst/>
              <a:rect l="l" t="t" r="r" b="b"/>
              <a:pathLst>
                <a:path w="247" h="246" extrusionOk="0">
                  <a:moveTo>
                    <a:pt x="22" y="132"/>
                  </a:moveTo>
                  <a:cubicBezTo>
                    <a:pt x="52" y="246"/>
                    <a:pt x="184" y="229"/>
                    <a:pt x="216" y="163"/>
                  </a:cubicBezTo>
                  <a:cubicBezTo>
                    <a:pt x="247" y="100"/>
                    <a:pt x="208" y="9"/>
                    <a:pt x="135" y="4"/>
                  </a:cubicBezTo>
                  <a:cubicBezTo>
                    <a:pt x="69" y="0"/>
                    <a:pt x="0" y="54"/>
                    <a:pt x="22" y="132"/>
                  </a:cubicBezTo>
                  <a:close/>
                </a:path>
              </a:pathLst>
            </a:custGeom>
            <a:solidFill>
              <a:srgbClr val="FAB44A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2835275" y="2392363"/>
              <a:ext cx="1187450" cy="404813"/>
            </a:xfrm>
            <a:custGeom>
              <a:avLst/>
              <a:gdLst/>
              <a:ahLst/>
              <a:cxnLst/>
              <a:rect l="l" t="t" r="r" b="b"/>
              <a:pathLst>
                <a:path w="748" h="255" extrusionOk="0">
                  <a:moveTo>
                    <a:pt x="28" y="52"/>
                  </a:moveTo>
                  <a:lnTo>
                    <a:pt x="0" y="138"/>
                  </a:lnTo>
                  <a:lnTo>
                    <a:pt x="238" y="255"/>
                  </a:lnTo>
                  <a:lnTo>
                    <a:pt x="748" y="62"/>
                  </a:lnTo>
                  <a:lnTo>
                    <a:pt x="740" y="0"/>
                  </a:lnTo>
                  <a:lnTo>
                    <a:pt x="254" y="168"/>
                  </a:lnTo>
                  <a:lnTo>
                    <a:pt x="28" y="52"/>
                  </a:lnTo>
                  <a:close/>
                </a:path>
              </a:pathLst>
            </a:custGeom>
            <a:solidFill>
              <a:srgbClr val="3A3F53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17"/>
          <p:cNvGrpSpPr/>
          <p:nvPr/>
        </p:nvGrpSpPr>
        <p:grpSpPr>
          <a:xfrm rot="664074">
            <a:off x="331197" y="2854518"/>
            <a:ext cx="2265734" cy="1605162"/>
            <a:chOff x="4095375" y="1050151"/>
            <a:chExt cx="1127125" cy="798513"/>
          </a:xfrm>
        </p:grpSpPr>
        <p:sp>
          <p:nvSpPr>
            <p:cNvPr id="208" name="Google Shape;208;p17"/>
            <p:cNvSpPr/>
            <p:nvPr/>
          </p:nvSpPr>
          <p:spPr>
            <a:xfrm>
              <a:off x="4184275" y="1050151"/>
              <a:ext cx="254000" cy="136525"/>
            </a:xfrm>
            <a:custGeom>
              <a:avLst/>
              <a:gdLst/>
              <a:ahLst/>
              <a:cxnLst/>
              <a:rect l="l" t="t" r="r" b="b"/>
              <a:pathLst>
                <a:path w="80" h="43" extrusionOk="0">
                  <a:moveTo>
                    <a:pt x="80" y="27"/>
                  </a:moveTo>
                  <a:cubicBezTo>
                    <a:pt x="71" y="34"/>
                    <a:pt x="60" y="42"/>
                    <a:pt x="53" y="43"/>
                  </a:cubicBezTo>
                  <a:cubicBezTo>
                    <a:pt x="51" y="43"/>
                    <a:pt x="49" y="43"/>
                    <a:pt x="48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5" y="40"/>
                    <a:pt x="45" y="38"/>
                    <a:pt x="42" y="33"/>
                  </a:cubicBezTo>
                  <a:cubicBezTo>
                    <a:pt x="42" y="31"/>
                    <a:pt x="39" y="27"/>
                    <a:pt x="34" y="23"/>
                  </a:cubicBezTo>
                  <a:cubicBezTo>
                    <a:pt x="31" y="19"/>
                    <a:pt x="27" y="16"/>
                    <a:pt x="22" y="14"/>
                  </a:cubicBezTo>
                  <a:cubicBezTo>
                    <a:pt x="20" y="14"/>
                    <a:pt x="19" y="14"/>
                    <a:pt x="18" y="13"/>
                  </a:cubicBezTo>
                  <a:cubicBezTo>
                    <a:pt x="16" y="13"/>
                    <a:pt x="11" y="12"/>
                    <a:pt x="5" y="14"/>
                  </a:cubicBezTo>
                  <a:cubicBezTo>
                    <a:pt x="4" y="14"/>
                    <a:pt x="2" y="15"/>
                    <a:pt x="0" y="15"/>
                  </a:cubicBezTo>
                  <a:cubicBezTo>
                    <a:pt x="2" y="14"/>
                    <a:pt x="5" y="11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3" y="7"/>
                    <a:pt x="18" y="5"/>
                    <a:pt x="22" y="3"/>
                  </a:cubicBezTo>
                  <a:cubicBezTo>
                    <a:pt x="26" y="2"/>
                    <a:pt x="31" y="1"/>
                    <a:pt x="36" y="0"/>
                  </a:cubicBezTo>
                  <a:cubicBezTo>
                    <a:pt x="40" y="0"/>
                    <a:pt x="44" y="0"/>
                    <a:pt x="48" y="0"/>
                  </a:cubicBezTo>
                  <a:cubicBezTo>
                    <a:pt x="49" y="1"/>
                    <a:pt x="50" y="1"/>
                    <a:pt x="51" y="1"/>
                  </a:cubicBezTo>
                  <a:cubicBezTo>
                    <a:pt x="52" y="1"/>
                    <a:pt x="54" y="1"/>
                    <a:pt x="55" y="2"/>
                  </a:cubicBezTo>
                  <a:cubicBezTo>
                    <a:pt x="61" y="3"/>
                    <a:pt x="67" y="5"/>
                    <a:pt x="72" y="11"/>
                  </a:cubicBezTo>
                  <a:cubicBezTo>
                    <a:pt x="78" y="17"/>
                    <a:pt x="80" y="23"/>
                    <a:pt x="80" y="27"/>
                  </a:cubicBezTo>
                </a:path>
              </a:pathLst>
            </a:custGeom>
            <a:solidFill>
              <a:srgbClr val="E95D46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4095375" y="1078726"/>
              <a:ext cx="438150" cy="534988"/>
            </a:xfrm>
            <a:custGeom>
              <a:avLst/>
              <a:gdLst/>
              <a:ahLst/>
              <a:cxnLst/>
              <a:rect l="l" t="t" r="r" b="b"/>
              <a:pathLst>
                <a:path w="138" h="168" extrusionOk="0">
                  <a:moveTo>
                    <a:pt x="114" y="158"/>
                  </a:moveTo>
                  <a:cubicBezTo>
                    <a:pt x="120" y="159"/>
                    <a:pt x="126" y="157"/>
                    <a:pt x="131" y="155"/>
                  </a:cubicBezTo>
                  <a:cubicBezTo>
                    <a:pt x="135" y="152"/>
                    <a:pt x="138" y="150"/>
                    <a:pt x="138" y="151"/>
                  </a:cubicBezTo>
                  <a:cubicBezTo>
                    <a:pt x="136" y="155"/>
                    <a:pt x="118" y="164"/>
                    <a:pt x="116" y="164"/>
                  </a:cubicBezTo>
                  <a:cubicBezTo>
                    <a:pt x="109" y="167"/>
                    <a:pt x="102" y="168"/>
                    <a:pt x="94" y="168"/>
                  </a:cubicBezTo>
                  <a:cubicBezTo>
                    <a:pt x="66" y="167"/>
                    <a:pt x="45" y="148"/>
                    <a:pt x="27" y="128"/>
                  </a:cubicBezTo>
                  <a:cubicBezTo>
                    <a:pt x="23" y="124"/>
                    <a:pt x="21" y="122"/>
                    <a:pt x="19" y="118"/>
                  </a:cubicBezTo>
                  <a:cubicBezTo>
                    <a:pt x="16" y="114"/>
                    <a:pt x="14" y="110"/>
                    <a:pt x="12" y="104"/>
                  </a:cubicBezTo>
                  <a:cubicBezTo>
                    <a:pt x="7" y="92"/>
                    <a:pt x="5" y="86"/>
                    <a:pt x="4" y="81"/>
                  </a:cubicBezTo>
                  <a:cubicBezTo>
                    <a:pt x="0" y="64"/>
                    <a:pt x="3" y="50"/>
                    <a:pt x="3" y="47"/>
                  </a:cubicBezTo>
                  <a:cubicBezTo>
                    <a:pt x="5" y="39"/>
                    <a:pt x="7" y="27"/>
                    <a:pt x="17" y="15"/>
                  </a:cubicBezTo>
                  <a:cubicBezTo>
                    <a:pt x="25" y="7"/>
                    <a:pt x="33" y="2"/>
                    <a:pt x="38" y="0"/>
                  </a:cubicBezTo>
                  <a:cubicBezTo>
                    <a:pt x="36" y="1"/>
                    <a:pt x="35" y="3"/>
                    <a:pt x="33" y="5"/>
                  </a:cubicBezTo>
                  <a:cubicBezTo>
                    <a:pt x="21" y="19"/>
                    <a:pt x="20" y="38"/>
                    <a:pt x="21" y="48"/>
                  </a:cubicBezTo>
                  <a:cubicBezTo>
                    <a:pt x="21" y="58"/>
                    <a:pt x="24" y="76"/>
                    <a:pt x="34" y="95"/>
                  </a:cubicBezTo>
                  <a:cubicBezTo>
                    <a:pt x="47" y="119"/>
                    <a:pt x="65" y="132"/>
                    <a:pt x="74" y="138"/>
                  </a:cubicBezTo>
                  <a:cubicBezTo>
                    <a:pt x="79" y="141"/>
                    <a:pt x="83" y="143"/>
                    <a:pt x="87" y="145"/>
                  </a:cubicBezTo>
                  <a:cubicBezTo>
                    <a:pt x="89" y="147"/>
                    <a:pt x="94" y="150"/>
                    <a:pt x="102" y="153"/>
                  </a:cubicBezTo>
                  <a:cubicBezTo>
                    <a:pt x="108" y="156"/>
                    <a:pt x="112" y="157"/>
                    <a:pt x="114" y="158"/>
                  </a:cubicBezTo>
                </a:path>
              </a:pathLst>
            </a:custGeom>
            <a:solidFill>
              <a:srgbClr val="E95D46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4504950" y="1269226"/>
              <a:ext cx="123825" cy="312738"/>
            </a:xfrm>
            <a:custGeom>
              <a:avLst/>
              <a:gdLst/>
              <a:ahLst/>
              <a:cxnLst/>
              <a:rect l="l" t="t" r="r" b="b"/>
              <a:pathLst>
                <a:path w="39" h="98" extrusionOk="0">
                  <a:moveTo>
                    <a:pt x="21" y="79"/>
                  </a:moveTo>
                  <a:cubicBezTo>
                    <a:pt x="18" y="83"/>
                    <a:pt x="14" y="87"/>
                    <a:pt x="8" y="9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6" y="94"/>
                    <a:pt x="4" y="95"/>
                    <a:pt x="2" y="97"/>
                  </a:cubicBezTo>
                  <a:cubicBezTo>
                    <a:pt x="2" y="97"/>
                    <a:pt x="2" y="97"/>
                    <a:pt x="2" y="97"/>
                  </a:cubicBezTo>
                  <a:cubicBezTo>
                    <a:pt x="1" y="97"/>
                    <a:pt x="1" y="97"/>
                    <a:pt x="1" y="97"/>
                  </a:cubicBezTo>
                  <a:cubicBezTo>
                    <a:pt x="1" y="97"/>
                    <a:pt x="1" y="98"/>
                    <a:pt x="0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1" y="97"/>
                    <a:pt x="1" y="96"/>
                    <a:pt x="2" y="95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3" y="92"/>
                    <a:pt x="5" y="89"/>
                    <a:pt x="7" y="85"/>
                  </a:cubicBezTo>
                  <a:cubicBezTo>
                    <a:pt x="9" y="80"/>
                    <a:pt x="11" y="77"/>
                    <a:pt x="12" y="75"/>
                  </a:cubicBezTo>
                  <a:cubicBezTo>
                    <a:pt x="12" y="74"/>
                    <a:pt x="12" y="73"/>
                    <a:pt x="13" y="73"/>
                  </a:cubicBezTo>
                  <a:cubicBezTo>
                    <a:pt x="13" y="71"/>
                    <a:pt x="14" y="69"/>
                    <a:pt x="15" y="66"/>
                  </a:cubicBezTo>
                  <a:cubicBezTo>
                    <a:pt x="17" y="60"/>
                    <a:pt x="19" y="52"/>
                    <a:pt x="19" y="43"/>
                  </a:cubicBezTo>
                  <a:cubicBezTo>
                    <a:pt x="20" y="39"/>
                    <a:pt x="19" y="36"/>
                    <a:pt x="19" y="34"/>
                  </a:cubicBezTo>
                  <a:cubicBezTo>
                    <a:pt x="19" y="25"/>
                    <a:pt x="17" y="17"/>
                    <a:pt x="16" y="12"/>
                  </a:cubicBezTo>
                  <a:cubicBezTo>
                    <a:pt x="17" y="11"/>
                    <a:pt x="29" y="0"/>
                    <a:pt x="34" y="3"/>
                  </a:cubicBezTo>
                  <a:cubicBezTo>
                    <a:pt x="35" y="4"/>
                    <a:pt x="36" y="5"/>
                    <a:pt x="36" y="6"/>
                  </a:cubicBezTo>
                  <a:cubicBezTo>
                    <a:pt x="36" y="8"/>
                    <a:pt x="37" y="9"/>
                    <a:pt x="37" y="12"/>
                  </a:cubicBezTo>
                  <a:cubicBezTo>
                    <a:pt x="39" y="22"/>
                    <a:pt x="39" y="27"/>
                    <a:pt x="39" y="34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7" y="58"/>
                    <a:pt x="23" y="76"/>
                    <a:pt x="21" y="79"/>
                  </a:cubicBezTo>
                </a:path>
              </a:pathLst>
            </a:custGeom>
            <a:solidFill>
              <a:srgbClr val="E95D46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4127125" y="1151751"/>
              <a:ext cx="508000" cy="503238"/>
            </a:xfrm>
            <a:custGeom>
              <a:avLst/>
              <a:gdLst/>
              <a:ahLst/>
              <a:cxnLst/>
              <a:rect l="l" t="t" r="r" b="b"/>
              <a:pathLst>
                <a:path w="160" h="158" extrusionOk="0">
                  <a:moveTo>
                    <a:pt x="151" y="60"/>
                  </a:moveTo>
                  <a:cubicBezTo>
                    <a:pt x="147" y="67"/>
                    <a:pt x="141" y="71"/>
                    <a:pt x="138" y="72"/>
                  </a:cubicBezTo>
                  <a:cubicBezTo>
                    <a:pt x="131" y="76"/>
                    <a:pt x="125" y="77"/>
                    <a:pt x="116" y="78"/>
                  </a:cubicBezTo>
                  <a:cubicBezTo>
                    <a:pt x="111" y="78"/>
                    <a:pt x="107" y="78"/>
                    <a:pt x="104" y="78"/>
                  </a:cubicBezTo>
                  <a:cubicBezTo>
                    <a:pt x="100" y="77"/>
                    <a:pt x="96" y="77"/>
                    <a:pt x="89" y="78"/>
                  </a:cubicBezTo>
                  <a:cubicBezTo>
                    <a:pt x="76" y="79"/>
                    <a:pt x="73" y="80"/>
                    <a:pt x="72" y="82"/>
                  </a:cubicBezTo>
                  <a:cubicBezTo>
                    <a:pt x="67" y="86"/>
                    <a:pt x="67" y="91"/>
                    <a:pt x="65" y="99"/>
                  </a:cubicBezTo>
                  <a:cubicBezTo>
                    <a:pt x="62" y="111"/>
                    <a:pt x="55" y="120"/>
                    <a:pt x="42" y="139"/>
                  </a:cubicBezTo>
                  <a:cubicBezTo>
                    <a:pt x="33" y="153"/>
                    <a:pt x="29" y="156"/>
                    <a:pt x="25" y="156"/>
                  </a:cubicBezTo>
                  <a:cubicBezTo>
                    <a:pt x="24" y="157"/>
                    <a:pt x="14" y="158"/>
                    <a:pt x="7" y="152"/>
                  </a:cubicBezTo>
                  <a:cubicBezTo>
                    <a:pt x="5" y="151"/>
                    <a:pt x="4" y="149"/>
                    <a:pt x="3" y="147"/>
                  </a:cubicBezTo>
                  <a:cubicBezTo>
                    <a:pt x="1" y="142"/>
                    <a:pt x="0" y="136"/>
                    <a:pt x="0" y="132"/>
                  </a:cubicBezTo>
                  <a:cubicBezTo>
                    <a:pt x="0" y="130"/>
                    <a:pt x="0" y="124"/>
                    <a:pt x="7" y="109"/>
                  </a:cubicBezTo>
                  <a:cubicBezTo>
                    <a:pt x="12" y="95"/>
                    <a:pt x="18" y="86"/>
                    <a:pt x="20" y="82"/>
                  </a:cubicBezTo>
                  <a:cubicBezTo>
                    <a:pt x="28" y="68"/>
                    <a:pt x="29" y="70"/>
                    <a:pt x="35" y="59"/>
                  </a:cubicBezTo>
                  <a:cubicBezTo>
                    <a:pt x="41" y="46"/>
                    <a:pt x="40" y="43"/>
                    <a:pt x="46" y="34"/>
                  </a:cubicBezTo>
                  <a:cubicBezTo>
                    <a:pt x="51" y="28"/>
                    <a:pt x="53" y="27"/>
                    <a:pt x="54" y="22"/>
                  </a:cubicBezTo>
                  <a:cubicBezTo>
                    <a:pt x="56" y="14"/>
                    <a:pt x="51" y="9"/>
                    <a:pt x="54" y="5"/>
                  </a:cubicBezTo>
                  <a:cubicBezTo>
                    <a:pt x="55" y="2"/>
                    <a:pt x="59" y="0"/>
                    <a:pt x="68" y="1"/>
                  </a:cubicBezTo>
                  <a:cubicBezTo>
                    <a:pt x="69" y="1"/>
                    <a:pt x="70" y="1"/>
                    <a:pt x="71" y="1"/>
                  </a:cubicBezTo>
                  <a:cubicBezTo>
                    <a:pt x="151" y="30"/>
                    <a:pt x="151" y="30"/>
                    <a:pt x="151" y="30"/>
                  </a:cubicBezTo>
                  <a:cubicBezTo>
                    <a:pt x="152" y="33"/>
                    <a:pt x="160" y="46"/>
                    <a:pt x="151" y="60"/>
                  </a:cubicBezTo>
                </a:path>
              </a:pathLst>
            </a:custGeom>
            <a:solidFill>
              <a:srgbClr val="F2B84C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4127125" y="1154926"/>
              <a:ext cx="225425" cy="465138"/>
            </a:xfrm>
            <a:custGeom>
              <a:avLst/>
              <a:gdLst/>
              <a:ahLst/>
              <a:cxnLst/>
              <a:rect l="l" t="t" r="r" b="b"/>
              <a:pathLst>
                <a:path w="71" h="146" extrusionOk="0">
                  <a:moveTo>
                    <a:pt x="65" y="0"/>
                  </a:moveTo>
                  <a:cubicBezTo>
                    <a:pt x="58" y="0"/>
                    <a:pt x="55" y="2"/>
                    <a:pt x="54" y="4"/>
                  </a:cubicBezTo>
                  <a:cubicBezTo>
                    <a:pt x="53" y="5"/>
                    <a:pt x="53" y="5"/>
                    <a:pt x="53" y="6"/>
                  </a:cubicBezTo>
                  <a:cubicBezTo>
                    <a:pt x="53" y="9"/>
                    <a:pt x="55" y="13"/>
                    <a:pt x="55" y="17"/>
                  </a:cubicBezTo>
                  <a:cubicBezTo>
                    <a:pt x="55" y="18"/>
                    <a:pt x="55" y="19"/>
                    <a:pt x="54" y="21"/>
                  </a:cubicBezTo>
                  <a:cubicBezTo>
                    <a:pt x="53" y="26"/>
                    <a:pt x="51" y="27"/>
                    <a:pt x="46" y="33"/>
                  </a:cubicBezTo>
                  <a:cubicBezTo>
                    <a:pt x="40" y="42"/>
                    <a:pt x="41" y="45"/>
                    <a:pt x="35" y="58"/>
                  </a:cubicBezTo>
                  <a:cubicBezTo>
                    <a:pt x="31" y="66"/>
                    <a:pt x="29" y="67"/>
                    <a:pt x="25" y="72"/>
                  </a:cubicBezTo>
                  <a:cubicBezTo>
                    <a:pt x="24" y="75"/>
                    <a:pt x="22" y="77"/>
                    <a:pt x="20" y="81"/>
                  </a:cubicBezTo>
                  <a:cubicBezTo>
                    <a:pt x="18" y="84"/>
                    <a:pt x="15" y="89"/>
                    <a:pt x="11" y="98"/>
                  </a:cubicBezTo>
                  <a:cubicBezTo>
                    <a:pt x="10" y="101"/>
                    <a:pt x="8" y="104"/>
                    <a:pt x="7" y="108"/>
                  </a:cubicBezTo>
                  <a:cubicBezTo>
                    <a:pt x="1" y="123"/>
                    <a:pt x="0" y="128"/>
                    <a:pt x="0" y="131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5"/>
                    <a:pt x="1" y="141"/>
                    <a:pt x="3" y="146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0" y="39"/>
                    <a:pt x="69" y="38"/>
                    <a:pt x="68" y="37"/>
                  </a:cubicBezTo>
                  <a:cubicBezTo>
                    <a:pt x="68" y="36"/>
                    <a:pt x="67" y="35"/>
                    <a:pt x="67" y="35"/>
                  </a:cubicBezTo>
                  <a:cubicBezTo>
                    <a:pt x="65" y="32"/>
                    <a:pt x="63" y="29"/>
                    <a:pt x="62" y="26"/>
                  </a:cubicBezTo>
                  <a:cubicBezTo>
                    <a:pt x="61" y="22"/>
                    <a:pt x="60" y="19"/>
                    <a:pt x="60" y="16"/>
                  </a:cubicBezTo>
                  <a:cubicBezTo>
                    <a:pt x="60" y="15"/>
                    <a:pt x="60" y="13"/>
                    <a:pt x="60" y="12"/>
                  </a:cubicBezTo>
                  <a:cubicBezTo>
                    <a:pt x="61" y="7"/>
                    <a:pt x="63" y="3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</a:path>
              </a:pathLst>
            </a:custGeom>
            <a:solidFill>
              <a:srgbClr val="41A9AD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4317625" y="1126351"/>
              <a:ext cx="301625" cy="222250"/>
            </a:xfrm>
            <a:custGeom>
              <a:avLst/>
              <a:gdLst/>
              <a:ahLst/>
              <a:cxnLst/>
              <a:rect l="l" t="t" r="r" b="b"/>
              <a:pathLst>
                <a:path w="95" h="70" extrusionOk="0">
                  <a:moveTo>
                    <a:pt x="94" y="55"/>
                  </a:moveTo>
                  <a:cubicBezTo>
                    <a:pt x="93" y="60"/>
                    <a:pt x="90" y="63"/>
                    <a:pt x="86" y="65"/>
                  </a:cubicBezTo>
                  <a:cubicBezTo>
                    <a:pt x="81" y="68"/>
                    <a:pt x="75" y="69"/>
                    <a:pt x="70" y="70"/>
                  </a:cubicBezTo>
                  <a:cubicBezTo>
                    <a:pt x="60" y="70"/>
                    <a:pt x="49" y="69"/>
                    <a:pt x="40" y="66"/>
                  </a:cubicBezTo>
                  <a:cubicBezTo>
                    <a:pt x="33" y="64"/>
                    <a:pt x="26" y="61"/>
                    <a:pt x="20" y="57"/>
                  </a:cubicBezTo>
                  <a:cubicBezTo>
                    <a:pt x="20" y="57"/>
                    <a:pt x="20" y="57"/>
                    <a:pt x="19" y="56"/>
                  </a:cubicBezTo>
                  <a:cubicBezTo>
                    <a:pt x="15" y="54"/>
                    <a:pt x="12" y="50"/>
                    <a:pt x="8" y="46"/>
                  </a:cubicBezTo>
                  <a:cubicBezTo>
                    <a:pt x="8" y="45"/>
                    <a:pt x="7" y="44"/>
                    <a:pt x="7" y="44"/>
                  </a:cubicBezTo>
                  <a:cubicBezTo>
                    <a:pt x="5" y="41"/>
                    <a:pt x="3" y="38"/>
                    <a:pt x="2" y="35"/>
                  </a:cubicBezTo>
                  <a:cubicBezTo>
                    <a:pt x="1" y="31"/>
                    <a:pt x="0" y="28"/>
                    <a:pt x="0" y="25"/>
                  </a:cubicBezTo>
                  <a:cubicBezTo>
                    <a:pt x="0" y="24"/>
                    <a:pt x="0" y="22"/>
                    <a:pt x="0" y="21"/>
                  </a:cubicBezTo>
                  <a:cubicBezTo>
                    <a:pt x="2" y="3"/>
                    <a:pt x="22" y="0"/>
                    <a:pt x="36" y="3"/>
                  </a:cubicBezTo>
                  <a:cubicBezTo>
                    <a:pt x="45" y="5"/>
                    <a:pt x="53" y="8"/>
                    <a:pt x="61" y="12"/>
                  </a:cubicBezTo>
                  <a:cubicBezTo>
                    <a:pt x="65" y="14"/>
                    <a:pt x="69" y="17"/>
                    <a:pt x="73" y="20"/>
                  </a:cubicBezTo>
                  <a:cubicBezTo>
                    <a:pt x="75" y="21"/>
                    <a:pt x="77" y="23"/>
                    <a:pt x="79" y="25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80" y="25"/>
                    <a:pt x="81" y="26"/>
                    <a:pt x="82" y="27"/>
                  </a:cubicBezTo>
                  <a:cubicBezTo>
                    <a:pt x="84" y="29"/>
                    <a:pt x="87" y="32"/>
                    <a:pt x="89" y="35"/>
                  </a:cubicBezTo>
                  <a:cubicBezTo>
                    <a:pt x="92" y="39"/>
                    <a:pt x="94" y="44"/>
                    <a:pt x="95" y="48"/>
                  </a:cubicBezTo>
                  <a:cubicBezTo>
                    <a:pt x="95" y="50"/>
                    <a:pt x="95" y="52"/>
                    <a:pt x="95" y="54"/>
                  </a:cubicBezTo>
                  <a:cubicBezTo>
                    <a:pt x="95" y="55"/>
                    <a:pt x="94" y="55"/>
                    <a:pt x="94" y="55"/>
                  </a:cubicBezTo>
                </a:path>
              </a:pathLst>
            </a:custGeom>
            <a:solidFill>
              <a:srgbClr val="FAB44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4304925" y="1123176"/>
              <a:ext cx="327025" cy="231775"/>
            </a:xfrm>
            <a:custGeom>
              <a:avLst/>
              <a:gdLst/>
              <a:ahLst/>
              <a:cxnLst/>
              <a:rect l="l" t="t" r="r" b="b"/>
              <a:pathLst>
                <a:path w="103" h="73" extrusionOk="0">
                  <a:moveTo>
                    <a:pt x="68" y="73"/>
                  </a:moveTo>
                  <a:cubicBezTo>
                    <a:pt x="51" y="73"/>
                    <a:pt x="35" y="68"/>
                    <a:pt x="22" y="59"/>
                  </a:cubicBezTo>
                  <a:cubicBezTo>
                    <a:pt x="11" y="51"/>
                    <a:pt x="0" y="36"/>
                    <a:pt x="2" y="21"/>
                  </a:cubicBezTo>
                  <a:cubicBezTo>
                    <a:pt x="3" y="15"/>
                    <a:pt x="6" y="10"/>
                    <a:pt x="11" y="6"/>
                  </a:cubicBezTo>
                  <a:cubicBezTo>
                    <a:pt x="20" y="0"/>
                    <a:pt x="32" y="0"/>
                    <a:pt x="41" y="2"/>
                  </a:cubicBezTo>
                  <a:cubicBezTo>
                    <a:pt x="57" y="6"/>
                    <a:pt x="73" y="14"/>
                    <a:pt x="85" y="24"/>
                  </a:cubicBezTo>
                  <a:cubicBezTo>
                    <a:pt x="89" y="28"/>
                    <a:pt x="103" y="41"/>
                    <a:pt x="101" y="55"/>
                  </a:cubicBezTo>
                  <a:cubicBezTo>
                    <a:pt x="101" y="55"/>
                    <a:pt x="101" y="55"/>
                    <a:pt x="101" y="55"/>
                  </a:cubicBezTo>
                  <a:cubicBezTo>
                    <a:pt x="101" y="56"/>
                    <a:pt x="100" y="56"/>
                    <a:pt x="100" y="57"/>
                  </a:cubicBezTo>
                  <a:cubicBezTo>
                    <a:pt x="99" y="61"/>
                    <a:pt x="96" y="65"/>
                    <a:pt x="92" y="68"/>
                  </a:cubicBezTo>
                  <a:cubicBezTo>
                    <a:pt x="87" y="71"/>
                    <a:pt x="81" y="72"/>
                    <a:pt x="74" y="73"/>
                  </a:cubicBezTo>
                  <a:cubicBezTo>
                    <a:pt x="72" y="73"/>
                    <a:pt x="70" y="73"/>
                    <a:pt x="68" y="73"/>
                  </a:cubicBezTo>
                  <a:close/>
                  <a:moveTo>
                    <a:pt x="30" y="5"/>
                  </a:moveTo>
                  <a:cubicBezTo>
                    <a:pt x="23" y="5"/>
                    <a:pt x="17" y="6"/>
                    <a:pt x="13" y="9"/>
                  </a:cubicBezTo>
                  <a:cubicBezTo>
                    <a:pt x="9" y="12"/>
                    <a:pt x="7" y="17"/>
                    <a:pt x="6" y="22"/>
                  </a:cubicBezTo>
                  <a:cubicBezTo>
                    <a:pt x="5" y="35"/>
                    <a:pt x="14" y="48"/>
                    <a:pt x="24" y="56"/>
                  </a:cubicBezTo>
                  <a:cubicBezTo>
                    <a:pt x="38" y="65"/>
                    <a:pt x="56" y="70"/>
                    <a:pt x="74" y="69"/>
                  </a:cubicBezTo>
                  <a:cubicBezTo>
                    <a:pt x="80" y="68"/>
                    <a:pt x="85" y="67"/>
                    <a:pt x="89" y="64"/>
                  </a:cubicBezTo>
                  <a:cubicBezTo>
                    <a:pt x="93" y="62"/>
                    <a:pt x="95" y="59"/>
                    <a:pt x="96" y="56"/>
                  </a:cubicBezTo>
                  <a:cubicBezTo>
                    <a:pt x="96" y="55"/>
                    <a:pt x="96" y="55"/>
                    <a:pt x="97" y="55"/>
                  </a:cubicBezTo>
                  <a:cubicBezTo>
                    <a:pt x="98" y="45"/>
                    <a:pt x="90" y="34"/>
                    <a:pt x="82" y="27"/>
                  </a:cubicBezTo>
                  <a:cubicBezTo>
                    <a:pt x="70" y="17"/>
                    <a:pt x="55" y="10"/>
                    <a:pt x="40" y="6"/>
                  </a:cubicBezTo>
                  <a:cubicBezTo>
                    <a:pt x="36" y="5"/>
                    <a:pt x="33" y="5"/>
                    <a:pt x="30" y="5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4460500" y="1177151"/>
              <a:ext cx="76200" cy="63500"/>
            </a:xfrm>
            <a:custGeom>
              <a:avLst/>
              <a:gdLst/>
              <a:ahLst/>
              <a:cxnLst/>
              <a:rect l="l" t="t" r="r" b="b"/>
              <a:pathLst>
                <a:path w="24" h="20" extrusionOk="0">
                  <a:moveTo>
                    <a:pt x="23" y="13"/>
                  </a:moveTo>
                  <a:cubicBezTo>
                    <a:pt x="22" y="17"/>
                    <a:pt x="16" y="20"/>
                    <a:pt x="10" y="18"/>
                  </a:cubicBezTo>
                  <a:cubicBezTo>
                    <a:pt x="4" y="17"/>
                    <a:pt x="0" y="12"/>
                    <a:pt x="1" y="7"/>
                  </a:cubicBezTo>
                  <a:cubicBezTo>
                    <a:pt x="3" y="3"/>
                    <a:pt x="8" y="0"/>
                    <a:pt x="14" y="2"/>
                  </a:cubicBezTo>
                  <a:cubicBezTo>
                    <a:pt x="20" y="3"/>
                    <a:pt x="24" y="8"/>
                    <a:pt x="23" y="13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4409700" y="1205726"/>
              <a:ext cx="34925" cy="25400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5"/>
                  </a:moveTo>
                  <a:cubicBezTo>
                    <a:pt x="10" y="7"/>
                    <a:pt x="7" y="8"/>
                    <a:pt x="5" y="8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1" y="1"/>
                    <a:pt x="3" y="0"/>
                    <a:pt x="6" y="1"/>
                  </a:cubicBezTo>
                  <a:cubicBezTo>
                    <a:pt x="9" y="1"/>
                    <a:pt x="11" y="4"/>
                    <a:pt x="11" y="5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4466850" y="1256526"/>
              <a:ext cx="34925" cy="25400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6"/>
                  </a:moveTo>
                  <a:cubicBezTo>
                    <a:pt x="10" y="7"/>
                    <a:pt x="7" y="8"/>
                    <a:pt x="5" y="8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1" y="1"/>
                    <a:pt x="3" y="0"/>
                    <a:pt x="6" y="1"/>
                  </a:cubicBezTo>
                  <a:cubicBezTo>
                    <a:pt x="9" y="2"/>
                    <a:pt x="11" y="4"/>
                    <a:pt x="11" y="6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4409700" y="1202551"/>
              <a:ext cx="34925" cy="25400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5"/>
                  </a:moveTo>
                  <a:cubicBezTo>
                    <a:pt x="10" y="7"/>
                    <a:pt x="8" y="8"/>
                    <a:pt x="5" y="7"/>
                  </a:cubicBezTo>
                  <a:cubicBezTo>
                    <a:pt x="2" y="7"/>
                    <a:pt x="0" y="5"/>
                    <a:pt x="1" y="3"/>
                  </a:cubicBezTo>
                  <a:cubicBezTo>
                    <a:pt x="1" y="1"/>
                    <a:pt x="4" y="0"/>
                    <a:pt x="7" y="1"/>
                  </a:cubicBezTo>
                  <a:cubicBezTo>
                    <a:pt x="9" y="1"/>
                    <a:pt x="11" y="3"/>
                    <a:pt x="11" y="5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4466850" y="1253351"/>
              <a:ext cx="34925" cy="25400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11" y="5"/>
                  </a:moveTo>
                  <a:cubicBezTo>
                    <a:pt x="10" y="7"/>
                    <a:pt x="8" y="8"/>
                    <a:pt x="5" y="8"/>
                  </a:cubicBezTo>
                  <a:cubicBezTo>
                    <a:pt x="2" y="7"/>
                    <a:pt x="0" y="5"/>
                    <a:pt x="0" y="3"/>
                  </a:cubicBezTo>
                  <a:cubicBezTo>
                    <a:pt x="1" y="1"/>
                    <a:pt x="4" y="0"/>
                    <a:pt x="7" y="1"/>
                  </a:cubicBezTo>
                  <a:cubicBezTo>
                    <a:pt x="9" y="1"/>
                    <a:pt x="11" y="4"/>
                    <a:pt x="11" y="5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4463675" y="1170801"/>
              <a:ext cx="76200" cy="63500"/>
            </a:xfrm>
            <a:custGeom>
              <a:avLst/>
              <a:gdLst/>
              <a:ahLst/>
              <a:cxnLst/>
              <a:rect l="l" t="t" r="r" b="b"/>
              <a:pathLst>
                <a:path w="24" h="20" extrusionOk="0">
                  <a:moveTo>
                    <a:pt x="22" y="12"/>
                  </a:moveTo>
                  <a:cubicBezTo>
                    <a:pt x="21" y="17"/>
                    <a:pt x="16" y="20"/>
                    <a:pt x="10" y="18"/>
                  </a:cubicBezTo>
                  <a:cubicBezTo>
                    <a:pt x="4" y="17"/>
                    <a:pt x="0" y="12"/>
                    <a:pt x="1" y="7"/>
                  </a:cubicBezTo>
                  <a:cubicBezTo>
                    <a:pt x="2" y="2"/>
                    <a:pt x="8" y="0"/>
                    <a:pt x="14" y="1"/>
                  </a:cubicBezTo>
                  <a:cubicBezTo>
                    <a:pt x="20" y="3"/>
                    <a:pt x="24" y="8"/>
                    <a:pt x="22" y="12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4952625" y="1221601"/>
              <a:ext cx="244475" cy="133350"/>
            </a:xfrm>
            <a:custGeom>
              <a:avLst/>
              <a:gdLst/>
              <a:ahLst/>
              <a:cxnLst/>
              <a:rect l="l" t="t" r="r" b="b"/>
              <a:pathLst>
                <a:path w="77" h="42" extrusionOk="0">
                  <a:moveTo>
                    <a:pt x="0" y="13"/>
                  </a:moveTo>
                  <a:cubicBezTo>
                    <a:pt x="5" y="24"/>
                    <a:pt x="11" y="36"/>
                    <a:pt x="17" y="40"/>
                  </a:cubicBezTo>
                  <a:cubicBezTo>
                    <a:pt x="19" y="41"/>
                    <a:pt x="21" y="42"/>
                    <a:pt x="22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6" y="41"/>
                    <a:pt x="26" y="39"/>
                    <a:pt x="31" y="36"/>
                  </a:cubicBezTo>
                  <a:cubicBezTo>
                    <a:pt x="33" y="35"/>
                    <a:pt x="37" y="33"/>
                    <a:pt x="43" y="31"/>
                  </a:cubicBezTo>
                  <a:cubicBezTo>
                    <a:pt x="48" y="29"/>
                    <a:pt x="53" y="29"/>
                    <a:pt x="58" y="29"/>
                  </a:cubicBezTo>
                  <a:cubicBezTo>
                    <a:pt x="59" y="30"/>
                    <a:pt x="61" y="30"/>
                    <a:pt x="62" y="30"/>
                  </a:cubicBezTo>
                  <a:cubicBezTo>
                    <a:pt x="64" y="31"/>
                    <a:pt x="68" y="33"/>
                    <a:pt x="73" y="37"/>
                  </a:cubicBezTo>
                  <a:cubicBezTo>
                    <a:pt x="74" y="38"/>
                    <a:pt x="76" y="39"/>
                    <a:pt x="77" y="40"/>
                  </a:cubicBezTo>
                  <a:cubicBezTo>
                    <a:pt x="76" y="38"/>
                    <a:pt x="74" y="34"/>
                    <a:pt x="71" y="30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69" y="27"/>
                    <a:pt x="66" y="23"/>
                    <a:pt x="63" y="19"/>
                  </a:cubicBezTo>
                  <a:cubicBezTo>
                    <a:pt x="60" y="16"/>
                    <a:pt x="56" y="13"/>
                    <a:pt x="52" y="10"/>
                  </a:cubicBezTo>
                  <a:cubicBezTo>
                    <a:pt x="49" y="8"/>
                    <a:pt x="45" y="6"/>
                    <a:pt x="41" y="5"/>
                  </a:cubicBezTo>
                  <a:cubicBezTo>
                    <a:pt x="40" y="4"/>
                    <a:pt x="40" y="4"/>
                    <a:pt x="39" y="4"/>
                  </a:cubicBezTo>
                  <a:cubicBezTo>
                    <a:pt x="37" y="3"/>
                    <a:pt x="36" y="3"/>
                    <a:pt x="34" y="2"/>
                  </a:cubicBezTo>
                  <a:cubicBezTo>
                    <a:pt x="29" y="1"/>
                    <a:pt x="22" y="0"/>
                    <a:pt x="15" y="3"/>
                  </a:cubicBezTo>
                  <a:cubicBezTo>
                    <a:pt x="7" y="5"/>
                    <a:pt x="3" y="10"/>
                    <a:pt x="0" y="13"/>
                  </a:cubicBezTo>
                </a:path>
              </a:pathLst>
            </a:custGeom>
            <a:solidFill>
              <a:srgbClr val="E95D46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4673225" y="1316851"/>
              <a:ext cx="549275" cy="430213"/>
            </a:xfrm>
            <a:custGeom>
              <a:avLst/>
              <a:gdLst/>
              <a:ahLst/>
              <a:cxnLst/>
              <a:rect l="l" t="t" r="r" b="b"/>
              <a:pathLst>
                <a:path w="173" h="135" extrusionOk="0">
                  <a:moveTo>
                    <a:pt x="18" y="104"/>
                  </a:moveTo>
                  <a:cubicBezTo>
                    <a:pt x="7" y="101"/>
                    <a:pt x="0" y="86"/>
                    <a:pt x="0" y="87"/>
                  </a:cubicBezTo>
                  <a:cubicBezTo>
                    <a:pt x="0" y="91"/>
                    <a:pt x="11" y="107"/>
                    <a:pt x="13" y="109"/>
                  </a:cubicBezTo>
                  <a:cubicBezTo>
                    <a:pt x="18" y="114"/>
                    <a:pt x="24" y="119"/>
                    <a:pt x="31" y="122"/>
                  </a:cubicBezTo>
                  <a:cubicBezTo>
                    <a:pt x="56" y="135"/>
                    <a:pt x="84" y="127"/>
                    <a:pt x="109" y="118"/>
                  </a:cubicBezTo>
                  <a:cubicBezTo>
                    <a:pt x="114" y="117"/>
                    <a:pt x="117" y="116"/>
                    <a:pt x="121" y="114"/>
                  </a:cubicBezTo>
                  <a:cubicBezTo>
                    <a:pt x="126" y="111"/>
                    <a:pt x="129" y="108"/>
                    <a:pt x="133" y="104"/>
                  </a:cubicBezTo>
                  <a:cubicBezTo>
                    <a:pt x="143" y="96"/>
                    <a:pt x="148" y="92"/>
                    <a:pt x="151" y="88"/>
                  </a:cubicBezTo>
                  <a:cubicBezTo>
                    <a:pt x="162" y="74"/>
                    <a:pt x="167" y="61"/>
                    <a:pt x="167" y="58"/>
                  </a:cubicBezTo>
                  <a:cubicBezTo>
                    <a:pt x="170" y="50"/>
                    <a:pt x="173" y="38"/>
                    <a:pt x="170" y="23"/>
                  </a:cubicBezTo>
                  <a:cubicBezTo>
                    <a:pt x="168" y="12"/>
                    <a:pt x="162" y="5"/>
                    <a:pt x="159" y="0"/>
                  </a:cubicBezTo>
                  <a:cubicBezTo>
                    <a:pt x="160" y="2"/>
                    <a:pt x="160" y="4"/>
                    <a:pt x="161" y="6"/>
                  </a:cubicBezTo>
                  <a:cubicBezTo>
                    <a:pt x="165" y="25"/>
                    <a:pt x="157" y="42"/>
                    <a:pt x="152" y="50"/>
                  </a:cubicBezTo>
                  <a:cubicBezTo>
                    <a:pt x="147" y="59"/>
                    <a:pt x="136" y="74"/>
                    <a:pt x="118" y="86"/>
                  </a:cubicBezTo>
                  <a:cubicBezTo>
                    <a:pt x="95" y="101"/>
                    <a:pt x="73" y="104"/>
                    <a:pt x="62" y="105"/>
                  </a:cubicBezTo>
                  <a:cubicBezTo>
                    <a:pt x="57" y="106"/>
                    <a:pt x="52" y="106"/>
                    <a:pt x="48" y="106"/>
                  </a:cubicBezTo>
                  <a:cubicBezTo>
                    <a:pt x="46" y="106"/>
                    <a:pt x="39" y="106"/>
                    <a:pt x="31" y="106"/>
                  </a:cubicBezTo>
                  <a:cubicBezTo>
                    <a:pt x="24" y="105"/>
                    <a:pt x="20" y="105"/>
                    <a:pt x="18" y="104"/>
                  </a:cubicBezTo>
                </a:path>
              </a:pathLst>
            </a:custGeom>
            <a:solidFill>
              <a:srgbClr val="E95D46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4644650" y="1307326"/>
              <a:ext cx="127000" cy="319088"/>
            </a:xfrm>
            <a:custGeom>
              <a:avLst/>
              <a:gdLst/>
              <a:ahLst/>
              <a:cxnLst/>
              <a:rect l="l" t="t" r="r" b="b"/>
              <a:pathLst>
                <a:path w="40" h="100" extrusionOk="0">
                  <a:moveTo>
                    <a:pt x="4" y="74"/>
                  </a:moveTo>
                  <a:cubicBezTo>
                    <a:pt x="5" y="78"/>
                    <a:pt x="6" y="85"/>
                    <a:pt x="10" y="92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4"/>
                    <a:pt x="12" y="96"/>
                    <a:pt x="13" y="99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13" y="99"/>
                    <a:pt x="13" y="100"/>
                    <a:pt x="14" y="100"/>
                  </a:cubicBezTo>
                  <a:cubicBezTo>
                    <a:pt x="14" y="100"/>
                    <a:pt x="14" y="100"/>
                    <a:pt x="14" y="100"/>
                  </a:cubicBezTo>
                  <a:cubicBezTo>
                    <a:pt x="14" y="99"/>
                    <a:pt x="14" y="98"/>
                    <a:pt x="14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4" y="93"/>
                    <a:pt x="14" y="90"/>
                    <a:pt x="14" y="86"/>
                  </a:cubicBezTo>
                  <a:cubicBezTo>
                    <a:pt x="14" y="80"/>
                    <a:pt x="14" y="77"/>
                    <a:pt x="14" y="74"/>
                  </a:cubicBezTo>
                  <a:cubicBezTo>
                    <a:pt x="14" y="73"/>
                    <a:pt x="14" y="73"/>
                    <a:pt x="14" y="72"/>
                  </a:cubicBezTo>
                  <a:cubicBezTo>
                    <a:pt x="15" y="70"/>
                    <a:pt x="15" y="68"/>
                    <a:pt x="15" y="65"/>
                  </a:cubicBezTo>
                  <a:cubicBezTo>
                    <a:pt x="16" y="59"/>
                    <a:pt x="18" y="51"/>
                    <a:pt x="22" y="43"/>
                  </a:cubicBezTo>
                  <a:cubicBezTo>
                    <a:pt x="24" y="39"/>
                    <a:pt x="25" y="37"/>
                    <a:pt x="27" y="35"/>
                  </a:cubicBezTo>
                  <a:cubicBezTo>
                    <a:pt x="31" y="27"/>
                    <a:pt x="36" y="21"/>
                    <a:pt x="40" y="17"/>
                  </a:cubicBezTo>
                  <a:cubicBezTo>
                    <a:pt x="39" y="15"/>
                    <a:pt x="34" y="0"/>
                    <a:pt x="28" y="1"/>
                  </a:cubicBezTo>
                  <a:cubicBezTo>
                    <a:pt x="27" y="1"/>
                    <a:pt x="26" y="1"/>
                    <a:pt x="25" y="3"/>
                  </a:cubicBezTo>
                  <a:cubicBezTo>
                    <a:pt x="24" y="3"/>
                    <a:pt x="23" y="5"/>
                    <a:pt x="21" y="7"/>
                  </a:cubicBezTo>
                  <a:cubicBezTo>
                    <a:pt x="15" y="15"/>
                    <a:pt x="12" y="19"/>
                    <a:pt x="9" y="25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0" y="48"/>
                    <a:pt x="3" y="70"/>
                    <a:pt x="4" y="74"/>
                  </a:cubicBezTo>
                </a:path>
              </a:pathLst>
            </a:custGeom>
            <a:solidFill>
              <a:srgbClr val="E95D46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4704975" y="1285101"/>
              <a:ext cx="361950" cy="563563"/>
            </a:xfrm>
            <a:custGeom>
              <a:avLst/>
              <a:gdLst/>
              <a:ahLst/>
              <a:cxnLst/>
              <a:rect l="l" t="t" r="r" b="b"/>
              <a:pathLst>
                <a:path w="114" h="177" extrusionOk="0">
                  <a:moveTo>
                    <a:pt x="1" y="26"/>
                  </a:moveTo>
                  <a:cubicBezTo>
                    <a:pt x="2" y="34"/>
                    <a:pt x="5" y="40"/>
                    <a:pt x="7" y="43"/>
                  </a:cubicBezTo>
                  <a:cubicBezTo>
                    <a:pt x="12" y="50"/>
                    <a:pt x="17" y="53"/>
                    <a:pt x="24" y="58"/>
                  </a:cubicBezTo>
                  <a:cubicBezTo>
                    <a:pt x="33" y="64"/>
                    <a:pt x="36" y="64"/>
                    <a:pt x="48" y="71"/>
                  </a:cubicBezTo>
                  <a:cubicBezTo>
                    <a:pt x="59" y="77"/>
                    <a:pt x="60" y="80"/>
                    <a:pt x="61" y="83"/>
                  </a:cubicBezTo>
                  <a:cubicBezTo>
                    <a:pt x="64" y="88"/>
                    <a:pt x="61" y="93"/>
                    <a:pt x="60" y="101"/>
                  </a:cubicBezTo>
                  <a:cubicBezTo>
                    <a:pt x="57" y="113"/>
                    <a:pt x="58" y="124"/>
                    <a:pt x="61" y="147"/>
                  </a:cubicBezTo>
                  <a:cubicBezTo>
                    <a:pt x="63" y="163"/>
                    <a:pt x="65" y="168"/>
                    <a:pt x="68" y="170"/>
                  </a:cubicBezTo>
                  <a:cubicBezTo>
                    <a:pt x="69" y="171"/>
                    <a:pt x="76" y="177"/>
                    <a:pt x="85" y="175"/>
                  </a:cubicBezTo>
                  <a:cubicBezTo>
                    <a:pt x="88" y="174"/>
                    <a:pt x="90" y="173"/>
                    <a:pt x="92" y="172"/>
                  </a:cubicBezTo>
                  <a:cubicBezTo>
                    <a:pt x="96" y="169"/>
                    <a:pt x="99" y="164"/>
                    <a:pt x="101" y="160"/>
                  </a:cubicBezTo>
                  <a:cubicBezTo>
                    <a:pt x="102" y="158"/>
                    <a:pt x="104" y="153"/>
                    <a:pt x="106" y="136"/>
                  </a:cubicBezTo>
                  <a:cubicBezTo>
                    <a:pt x="107" y="122"/>
                    <a:pt x="107" y="111"/>
                    <a:pt x="107" y="107"/>
                  </a:cubicBezTo>
                  <a:cubicBezTo>
                    <a:pt x="106" y="90"/>
                    <a:pt x="105" y="92"/>
                    <a:pt x="105" y="79"/>
                  </a:cubicBezTo>
                  <a:cubicBezTo>
                    <a:pt x="105" y="65"/>
                    <a:pt x="107" y="63"/>
                    <a:pt x="106" y="52"/>
                  </a:cubicBezTo>
                  <a:cubicBezTo>
                    <a:pt x="105" y="45"/>
                    <a:pt x="103" y="42"/>
                    <a:pt x="105" y="37"/>
                  </a:cubicBezTo>
                  <a:cubicBezTo>
                    <a:pt x="107" y="29"/>
                    <a:pt x="114" y="27"/>
                    <a:pt x="113" y="23"/>
                  </a:cubicBezTo>
                  <a:cubicBezTo>
                    <a:pt x="113" y="20"/>
                    <a:pt x="111" y="17"/>
                    <a:pt x="103" y="13"/>
                  </a:cubicBezTo>
                  <a:cubicBezTo>
                    <a:pt x="102" y="12"/>
                    <a:pt x="101" y="12"/>
                    <a:pt x="100" y="12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3" y="2"/>
                    <a:pt x="0" y="9"/>
                    <a:pt x="1" y="26"/>
                  </a:cubicBezTo>
                </a:path>
              </a:pathLst>
            </a:custGeom>
            <a:solidFill>
              <a:srgbClr val="F2B84C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4965325" y="1329551"/>
              <a:ext cx="98425" cy="503238"/>
            </a:xfrm>
            <a:custGeom>
              <a:avLst/>
              <a:gdLst/>
              <a:ahLst/>
              <a:cxnLst/>
              <a:rect l="l" t="t" r="r" b="b"/>
              <a:pathLst>
                <a:path w="31" h="158" extrusionOk="0">
                  <a:moveTo>
                    <a:pt x="23" y="0"/>
                  </a:moveTo>
                  <a:cubicBezTo>
                    <a:pt x="24" y="4"/>
                    <a:pt x="24" y="8"/>
                    <a:pt x="22" y="13"/>
                  </a:cubicBezTo>
                  <a:cubicBezTo>
                    <a:pt x="21" y="14"/>
                    <a:pt x="21" y="15"/>
                    <a:pt x="20" y="17"/>
                  </a:cubicBezTo>
                  <a:cubicBezTo>
                    <a:pt x="18" y="19"/>
                    <a:pt x="16" y="22"/>
                    <a:pt x="14" y="24"/>
                  </a:cubicBezTo>
                  <a:cubicBezTo>
                    <a:pt x="11" y="26"/>
                    <a:pt x="8" y="28"/>
                    <a:pt x="5" y="30"/>
                  </a:cubicBezTo>
                  <a:cubicBezTo>
                    <a:pt x="4" y="30"/>
                    <a:pt x="4" y="31"/>
                    <a:pt x="3" y="31"/>
                  </a:cubicBezTo>
                  <a:cubicBezTo>
                    <a:pt x="2" y="32"/>
                    <a:pt x="1" y="32"/>
                    <a:pt x="0" y="32"/>
                  </a:cubicBezTo>
                  <a:cubicBezTo>
                    <a:pt x="10" y="158"/>
                    <a:pt x="10" y="158"/>
                    <a:pt x="10" y="158"/>
                  </a:cubicBezTo>
                  <a:cubicBezTo>
                    <a:pt x="14" y="155"/>
                    <a:pt x="17" y="150"/>
                    <a:pt x="19" y="146"/>
                  </a:cubicBezTo>
                  <a:cubicBezTo>
                    <a:pt x="20" y="144"/>
                    <a:pt x="22" y="139"/>
                    <a:pt x="24" y="122"/>
                  </a:cubicBezTo>
                  <a:cubicBezTo>
                    <a:pt x="25" y="114"/>
                    <a:pt x="25" y="106"/>
                    <a:pt x="25" y="101"/>
                  </a:cubicBezTo>
                  <a:cubicBezTo>
                    <a:pt x="25" y="97"/>
                    <a:pt x="25" y="95"/>
                    <a:pt x="25" y="93"/>
                  </a:cubicBezTo>
                  <a:cubicBezTo>
                    <a:pt x="25" y="88"/>
                    <a:pt x="25" y="85"/>
                    <a:pt x="24" y="83"/>
                  </a:cubicBezTo>
                  <a:cubicBezTo>
                    <a:pt x="24" y="77"/>
                    <a:pt x="23" y="75"/>
                    <a:pt x="23" y="67"/>
                  </a:cubicBezTo>
                  <a:cubicBezTo>
                    <a:pt x="23" y="67"/>
                    <a:pt x="23" y="66"/>
                    <a:pt x="23" y="65"/>
                  </a:cubicBezTo>
                  <a:cubicBezTo>
                    <a:pt x="23" y="54"/>
                    <a:pt x="24" y="51"/>
                    <a:pt x="24" y="45"/>
                  </a:cubicBezTo>
                  <a:cubicBezTo>
                    <a:pt x="24" y="43"/>
                    <a:pt x="24" y="41"/>
                    <a:pt x="24" y="38"/>
                  </a:cubicBezTo>
                  <a:cubicBezTo>
                    <a:pt x="23" y="33"/>
                    <a:pt x="22" y="30"/>
                    <a:pt x="22" y="27"/>
                  </a:cubicBezTo>
                  <a:cubicBezTo>
                    <a:pt x="22" y="26"/>
                    <a:pt x="22" y="25"/>
                    <a:pt x="23" y="23"/>
                  </a:cubicBezTo>
                  <a:cubicBezTo>
                    <a:pt x="25" y="15"/>
                    <a:pt x="31" y="14"/>
                    <a:pt x="31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6"/>
                    <a:pt x="29" y="3"/>
                    <a:pt x="23" y="0"/>
                  </a:cubicBezTo>
                </a:path>
              </a:pathLst>
            </a:custGeom>
            <a:solidFill>
              <a:srgbClr val="41A9AD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4714500" y="1256526"/>
              <a:ext cx="342900" cy="188913"/>
            </a:xfrm>
            <a:custGeom>
              <a:avLst/>
              <a:gdLst/>
              <a:ahLst/>
              <a:cxnLst/>
              <a:rect l="l" t="t" r="r" b="b"/>
              <a:pathLst>
                <a:path w="108" h="59" extrusionOk="0">
                  <a:moveTo>
                    <a:pt x="1" y="22"/>
                  </a:moveTo>
                  <a:cubicBezTo>
                    <a:pt x="0" y="27"/>
                    <a:pt x="2" y="31"/>
                    <a:pt x="4" y="35"/>
                  </a:cubicBezTo>
                  <a:cubicBezTo>
                    <a:pt x="7" y="40"/>
                    <a:pt x="12" y="43"/>
                    <a:pt x="16" y="46"/>
                  </a:cubicBezTo>
                  <a:cubicBezTo>
                    <a:pt x="25" y="52"/>
                    <a:pt x="35" y="56"/>
                    <a:pt x="45" y="57"/>
                  </a:cubicBezTo>
                  <a:cubicBezTo>
                    <a:pt x="52" y="59"/>
                    <a:pt x="59" y="59"/>
                    <a:pt x="66" y="58"/>
                  </a:cubicBezTo>
                  <a:cubicBezTo>
                    <a:pt x="66" y="58"/>
                    <a:pt x="67" y="58"/>
                    <a:pt x="67" y="58"/>
                  </a:cubicBezTo>
                  <a:cubicBezTo>
                    <a:pt x="72" y="58"/>
                    <a:pt x="77" y="56"/>
                    <a:pt x="82" y="54"/>
                  </a:cubicBezTo>
                  <a:cubicBezTo>
                    <a:pt x="83" y="54"/>
                    <a:pt x="83" y="53"/>
                    <a:pt x="84" y="53"/>
                  </a:cubicBezTo>
                  <a:cubicBezTo>
                    <a:pt x="87" y="51"/>
                    <a:pt x="90" y="49"/>
                    <a:pt x="93" y="47"/>
                  </a:cubicBezTo>
                  <a:cubicBezTo>
                    <a:pt x="95" y="45"/>
                    <a:pt x="97" y="42"/>
                    <a:pt x="99" y="40"/>
                  </a:cubicBezTo>
                  <a:cubicBezTo>
                    <a:pt x="100" y="38"/>
                    <a:pt x="100" y="37"/>
                    <a:pt x="101" y="36"/>
                  </a:cubicBezTo>
                  <a:cubicBezTo>
                    <a:pt x="108" y="19"/>
                    <a:pt x="92" y="7"/>
                    <a:pt x="77" y="3"/>
                  </a:cubicBezTo>
                  <a:cubicBezTo>
                    <a:pt x="69" y="1"/>
                    <a:pt x="60" y="0"/>
                    <a:pt x="51" y="0"/>
                  </a:cubicBezTo>
                  <a:cubicBezTo>
                    <a:pt x="47" y="0"/>
                    <a:pt x="42" y="0"/>
                    <a:pt x="37" y="1"/>
                  </a:cubicBezTo>
                  <a:cubicBezTo>
                    <a:pt x="34" y="1"/>
                    <a:pt x="32" y="2"/>
                    <a:pt x="29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3"/>
                    <a:pt x="27" y="3"/>
                    <a:pt x="26" y="3"/>
                  </a:cubicBezTo>
                  <a:cubicBezTo>
                    <a:pt x="23" y="4"/>
                    <a:pt x="19" y="5"/>
                    <a:pt x="16" y="7"/>
                  </a:cubicBezTo>
                  <a:cubicBezTo>
                    <a:pt x="11" y="9"/>
                    <a:pt x="7" y="12"/>
                    <a:pt x="4" y="16"/>
                  </a:cubicBezTo>
                  <a:cubicBezTo>
                    <a:pt x="3" y="18"/>
                    <a:pt x="2" y="19"/>
                    <a:pt x="2" y="21"/>
                  </a:cubicBezTo>
                  <a:cubicBezTo>
                    <a:pt x="2" y="21"/>
                    <a:pt x="1" y="22"/>
                    <a:pt x="1" y="22"/>
                  </a:cubicBezTo>
                </a:path>
              </a:pathLst>
            </a:custGeom>
            <a:solidFill>
              <a:srgbClr val="FAB44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4708150" y="1247001"/>
              <a:ext cx="339725" cy="204788"/>
            </a:xfrm>
            <a:custGeom>
              <a:avLst/>
              <a:gdLst/>
              <a:ahLst/>
              <a:cxnLst/>
              <a:rect l="l" t="t" r="r" b="b"/>
              <a:pathLst>
                <a:path w="107" h="64" extrusionOk="0">
                  <a:moveTo>
                    <a:pt x="61" y="64"/>
                  </a:moveTo>
                  <a:cubicBezTo>
                    <a:pt x="46" y="64"/>
                    <a:pt x="31" y="59"/>
                    <a:pt x="17" y="51"/>
                  </a:cubicBezTo>
                  <a:cubicBezTo>
                    <a:pt x="11" y="47"/>
                    <a:pt x="7" y="43"/>
                    <a:pt x="4" y="39"/>
                  </a:cubicBezTo>
                  <a:cubicBezTo>
                    <a:pt x="1" y="34"/>
                    <a:pt x="0" y="29"/>
                    <a:pt x="1" y="25"/>
                  </a:cubicBezTo>
                  <a:cubicBezTo>
                    <a:pt x="1" y="24"/>
                    <a:pt x="2" y="24"/>
                    <a:pt x="2" y="23"/>
                  </a:cubicBezTo>
                  <a:cubicBezTo>
                    <a:pt x="6" y="10"/>
                    <a:pt x="25" y="5"/>
                    <a:pt x="30" y="3"/>
                  </a:cubicBezTo>
                  <a:cubicBezTo>
                    <a:pt x="46" y="0"/>
                    <a:pt x="64" y="0"/>
                    <a:pt x="80" y="4"/>
                  </a:cubicBezTo>
                  <a:cubicBezTo>
                    <a:pt x="88" y="6"/>
                    <a:pt x="99" y="12"/>
                    <a:pt x="104" y="22"/>
                  </a:cubicBezTo>
                  <a:cubicBezTo>
                    <a:pt x="107" y="27"/>
                    <a:pt x="107" y="33"/>
                    <a:pt x="105" y="40"/>
                  </a:cubicBezTo>
                  <a:cubicBezTo>
                    <a:pt x="100" y="54"/>
                    <a:pt x="83" y="62"/>
                    <a:pt x="70" y="63"/>
                  </a:cubicBezTo>
                  <a:cubicBezTo>
                    <a:pt x="67" y="64"/>
                    <a:pt x="64" y="64"/>
                    <a:pt x="61" y="64"/>
                  </a:cubicBezTo>
                  <a:close/>
                  <a:moveTo>
                    <a:pt x="53" y="5"/>
                  </a:moveTo>
                  <a:cubicBezTo>
                    <a:pt x="45" y="5"/>
                    <a:pt x="38" y="6"/>
                    <a:pt x="31" y="7"/>
                  </a:cubicBezTo>
                  <a:cubicBezTo>
                    <a:pt x="21" y="10"/>
                    <a:pt x="9" y="16"/>
                    <a:pt x="6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5"/>
                    <a:pt x="6" y="25"/>
                    <a:pt x="5" y="26"/>
                  </a:cubicBezTo>
                  <a:cubicBezTo>
                    <a:pt x="5" y="29"/>
                    <a:pt x="5" y="33"/>
                    <a:pt x="8" y="37"/>
                  </a:cubicBezTo>
                  <a:cubicBezTo>
                    <a:pt x="10" y="41"/>
                    <a:pt x="14" y="44"/>
                    <a:pt x="20" y="48"/>
                  </a:cubicBezTo>
                  <a:cubicBezTo>
                    <a:pt x="35" y="57"/>
                    <a:pt x="53" y="61"/>
                    <a:pt x="69" y="59"/>
                  </a:cubicBezTo>
                  <a:cubicBezTo>
                    <a:pt x="81" y="58"/>
                    <a:pt x="96" y="50"/>
                    <a:pt x="101" y="38"/>
                  </a:cubicBezTo>
                  <a:cubicBezTo>
                    <a:pt x="103" y="33"/>
                    <a:pt x="103" y="28"/>
                    <a:pt x="101" y="24"/>
                  </a:cubicBezTo>
                  <a:cubicBezTo>
                    <a:pt x="97" y="17"/>
                    <a:pt x="89" y="11"/>
                    <a:pt x="79" y="8"/>
                  </a:cubicBezTo>
                  <a:cubicBezTo>
                    <a:pt x="70" y="6"/>
                    <a:pt x="61" y="5"/>
                    <a:pt x="53" y="5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4828800" y="1269226"/>
              <a:ext cx="76200" cy="63500"/>
            </a:xfrm>
            <a:custGeom>
              <a:avLst/>
              <a:gdLst/>
              <a:ahLst/>
              <a:cxnLst/>
              <a:rect l="l" t="t" r="r" b="b"/>
              <a:pathLst>
                <a:path w="24" h="20" extrusionOk="0">
                  <a:moveTo>
                    <a:pt x="1" y="7"/>
                  </a:moveTo>
                  <a:cubicBezTo>
                    <a:pt x="0" y="12"/>
                    <a:pt x="4" y="17"/>
                    <a:pt x="10" y="18"/>
                  </a:cubicBezTo>
                  <a:cubicBezTo>
                    <a:pt x="16" y="20"/>
                    <a:pt x="22" y="17"/>
                    <a:pt x="23" y="12"/>
                  </a:cubicBezTo>
                  <a:cubicBezTo>
                    <a:pt x="24" y="8"/>
                    <a:pt x="20" y="3"/>
                    <a:pt x="14" y="1"/>
                  </a:cubicBezTo>
                  <a:cubicBezTo>
                    <a:pt x="8" y="0"/>
                    <a:pt x="2" y="3"/>
                    <a:pt x="1" y="7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4908175" y="1329551"/>
              <a:ext cx="34925" cy="25400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3"/>
                  </a:moveTo>
                  <a:cubicBezTo>
                    <a:pt x="0" y="5"/>
                    <a:pt x="2" y="7"/>
                    <a:pt x="5" y="8"/>
                  </a:cubicBezTo>
                  <a:cubicBezTo>
                    <a:pt x="8" y="8"/>
                    <a:pt x="10" y="7"/>
                    <a:pt x="11" y="5"/>
                  </a:cubicBezTo>
                  <a:cubicBezTo>
                    <a:pt x="11" y="4"/>
                    <a:pt x="9" y="1"/>
                    <a:pt x="6" y="1"/>
                  </a:cubicBezTo>
                  <a:cubicBezTo>
                    <a:pt x="4" y="0"/>
                    <a:pt x="1" y="1"/>
                    <a:pt x="0" y="3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4892300" y="1380351"/>
              <a:ext cx="34925" cy="25400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3"/>
                  </a:moveTo>
                  <a:cubicBezTo>
                    <a:pt x="0" y="5"/>
                    <a:pt x="2" y="7"/>
                    <a:pt x="4" y="8"/>
                  </a:cubicBezTo>
                  <a:cubicBezTo>
                    <a:pt x="7" y="8"/>
                    <a:pt x="10" y="8"/>
                    <a:pt x="10" y="6"/>
                  </a:cubicBezTo>
                  <a:cubicBezTo>
                    <a:pt x="11" y="4"/>
                    <a:pt x="9" y="2"/>
                    <a:pt x="6" y="1"/>
                  </a:cubicBezTo>
                  <a:cubicBezTo>
                    <a:pt x="3" y="0"/>
                    <a:pt x="1" y="1"/>
                    <a:pt x="0" y="3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4831975" y="1348601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3"/>
                  </a:moveTo>
                  <a:cubicBezTo>
                    <a:pt x="0" y="5"/>
                    <a:pt x="2" y="7"/>
                    <a:pt x="5" y="7"/>
                  </a:cubicBezTo>
                  <a:cubicBezTo>
                    <a:pt x="8" y="8"/>
                    <a:pt x="11" y="7"/>
                    <a:pt x="11" y="5"/>
                  </a:cubicBezTo>
                  <a:cubicBezTo>
                    <a:pt x="12" y="3"/>
                    <a:pt x="10" y="1"/>
                    <a:pt x="7" y="1"/>
                  </a:cubicBezTo>
                  <a:cubicBezTo>
                    <a:pt x="4" y="0"/>
                    <a:pt x="1" y="1"/>
                    <a:pt x="1" y="3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4908175" y="1326376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3"/>
                  </a:moveTo>
                  <a:cubicBezTo>
                    <a:pt x="0" y="5"/>
                    <a:pt x="2" y="7"/>
                    <a:pt x="5" y="7"/>
                  </a:cubicBezTo>
                  <a:cubicBezTo>
                    <a:pt x="8" y="8"/>
                    <a:pt x="11" y="7"/>
                    <a:pt x="11" y="5"/>
                  </a:cubicBezTo>
                  <a:cubicBezTo>
                    <a:pt x="12" y="3"/>
                    <a:pt x="10" y="1"/>
                    <a:pt x="7" y="1"/>
                  </a:cubicBezTo>
                  <a:cubicBezTo>
                    <a:pt x="4" y="0"/>
                    <a:pt x="1" y="1"/>
                    <a:pt x="1" y="3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4892300" y="1377176"/>
              <a:ext cx="34925" cy="25400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3"/>
                  </a:moveTo>
                  <a:cubicBezTo>
                    <a:pt x="0" y="5"/>
                    <a:pt x="2" y="7"/>
                    <a:pt x="5" y="8"/>
                  </a:cubicBezTo>
                  <a:cubicBezTo>
                    <a:pt x="8" y="8"/>
                    <a:pt x="10" y="7"/>
                    <a:pt x="11" y="5"/>
                  </a:cubicBezTo>
                  <a:cubicBezTo>
                    <a:pt x="11" y="4"/>
                    <a:pt x="9" y="1"/>
                    <a:pt x="6" y="1"/>
                  </a:cubicBezTo>
                  <a:cubicBezTo>
                    <a:pt x="4" y="0"/>
                    <a:pt x="1" y="1"/>
                    <a:pt x="0" y="3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4835150" y="1345426"/>
              <a:ext cx="34925" cy="25400"/>
            </a:xfrm>
            <a:custGeom>
              <a:avLst/>
              <a:gdLst/>
              <a:ahLst/>
              <a:cxnLst/>
              <a:rect l="l" t="t" r="r" b="b"/>
              <a:pathLst>
                <a:path w="11" h="8" extrusionOk="0">
                  <a:moveTo>
                    <a:pt x="0" y="3"/>
                  </a:moveTo>
                  <a:cubicBezTo>
                    <a:pt x="0" y="4"/>
                    <a:pt x="2" y="7"/>
                    <a:pt x="5" y="7"/>
                  </a:cubicBezTo>
                  <a:cubicBezTo>
                    <a:pt x="7" y="8"/>
                    <a:pt x="10" y="7"/>
                    <a:pt x="11" y="5"/>
                  </a:cubicBezTo>
                  <a:cubicBezTo>
                    <a:pt x="11" y="3"/>
                    <a:pt x="9" y="1"/>
                    <a:pt x="6" y="0"/>
                  </a:cubicBezTo>
                  <a:cubicBezTo>
                    <a:pt x="3" y="0"/>
                    <a:pt x="1" y="1"/>
                    <a:pt x="0" y="3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4831975" y="1262876"/>
              <a:ext cx="73025" cy="60325"/>
            </a:xfrm>
            <a:custGeom>
              <a:avLst/>
              <a:gdLst/>
              <a:ahLst/>
              <a:cxnLst/>
              <a:rect l="l" t="t" r="r" b="b"/>
              <a:pathLst>
                <a:path w="23" h="19" extrusionOk="0">
                  <a:moveTo>
                    <a:pt x="1" y="7"/>
                  </a:moveTo>
                  <a:cubicBezTo>
                    <a:pt x="0" y="11"/>
                    <a:pt x="4" y="16"/>
                    <a:pt x="9" y="18"/>
                  </a:cubicBezTo>
                  <a:cubicBezTo>
                    <a:pt x="15" y="19"/>
                    <a:pt x="21" y="17"/>
                    <a:pt x="22" y="12"/>
                  </a:cubicBezTo>
                  <a:cubicBezTo>
                    <a:pt x="23" y="7"/>
                    <a:pt x="20" y="3"/>
                    <a:pt x="14" y="1"/>
                  </a:cubicBezTo>
                  <a:cubicBezTo>
                    <a:pt x="8" y="0"/>
                    <a:pt x="2" y="2"/>
                    <a:pt x="1" y="7"/>
                  </a:cubicBezTo>
                  <a:close/>
                </a:path>
              </a:pathLst>
            </a:custGeom>
            <a:solidFill>
              <a:srgbClr val="E95D4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C0AD431-C492-8A0B-B724-806C3FB69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4" name="Google Shape;200;p17">
            <a:extLst>
              <a:ext uri="{FF2B5EF4-FFF2-40B4-BE49-F238E27FC236}">
                <a16:creationId xmlns:a16="http://schemas.microsoft.com/office/drawing/2014/main" id="{C5CC8AAC-2836-7303-5683-225CBAEF4C0C}"/>
              </a:ext>
            </a:extLst>
          </p:cNvPr>
          <p:cNvSpPr txBox="1">
            <a:spLocks/>
          </p:cNvSpPr>
          <p:nvPr/>
        </p:nvSpPr>
        <p:spPr>
          <a:xfrm>
            <a:off x="2744908" y="3241322"/>
            <a:ext cx="3658064" cy="153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2000"/>
              <a:buFont typeface="Titillium Web"/>
              <a:buNone/>
              <a:defRPr sz="2000" b="0" i="0" u="none" strike="noStrike" cap="none" spc="0"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2000"/>
              <a:buFont typeface="Titillium Web"/>
              <a:buNone/>
              <a:defRPr sz="2000" b="0" i="0" u="none" strike="noStrike" cap="none" spc="0"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2000"/>
              <a:buFont typeface="Titillium Web"/>
              <a:buNone/>
              <a:defRPr sz="2000" b="0" i="0" u="none" strike="noStrike" cap="none" spc="0"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2000"/>
              <a:buFont typeface="Titillium Web"/>
              <a:buNone/>
              <a:defRPr sz="2000" b="0" i="0" u="none" strike="noStrike" cap="none" spc="0"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2000"/>
              <a:buFont typeface="Titillium Web"/>
              <a:buNone/>
              <a:defRPr sz="2000" b="0" i="0" u="none" strike="noStrike" cap="none" spc="0"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2000"/>
              <a:buFont typeface="Titillium Web"/>
              <a:buNone/>
              <a:defRPr sz="2000" b="0" i="0" u="none" strike="noStrike" cap="none" spc="0"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2000"/>
              <a:buFont typeface="Titillium Web"/>
              <a:buNone/>
              <a:defRPr sz="2000" b="0" i="0" u="none" strike="noStrike" cap="none" spc="0"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2000"/>
              <a:buFont typeface="Titillium Web"/>
              <a:buNone/>
              <a:defRPr sz="2000" b="0" i="0" u="none" strike="noStrike" cap="none" spc="0"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2000"/>
              <a:buFont typeface="Titillium Web"/>
              <a:buNone/>
              <a:defRPr sz="2000" b="0" i="0" u="none" strike="noStrike" cap="none" spc="0"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s-MX" sz="1400" dirty="0">
                <a:solidFill>
                  <a:schemeClr val="accent3"/>
                </a:solidFill>
              </a:rPr>
              <a:t>INF295 – Inteligencia Artificial</a:t>
            </a:r>
          </a:p>
          <a:p>
            <a:pPr marL="0" indent="0">
              <a:lnSpc>
                <a:spcPct val="150000"/>
              </a:lnSpc>
            </a:pPr>
            <a:r>
              <a:rPr lang="es-MX" sz="1400" dirty="0">
                <a:solidFill>
                  <a:schemeClr val="accent3"/>
                </a:solidFill>
              </a:rPr>
              <a:t>Bruno Morici</a:t>
            </a:r>
          </a:p>
          <a:p>
            <a:pPr marL="0" indent="0">
              <a:lnSpc>
                <a:spcPct val="150000"/>
              </a:lnSpc>
            </a:pPr>
            <a:r>
              <a:rPr lang="es-MX" sz="1400" dirty="0">
                <a:solidFill>
                  <a:schemeClr val="accent3"/>
                </a:solidFill>
                <a:hlinkClick r:id="rId4"/>
              </a:rPr>
              <a:t>bmorici@usm.cl</a:t>
            </a:r>
            <a:endParaRPr lang="es-MX" sz="1400" dirty="0">
              <a:solidFill>
                <a:schemeClr val="accent3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es-MX" sz="1400" dirty="0">
                <a:solidFill>
                  <a:schemeClr val="accent3"/>
                </a:solidFill>
              </a:rPr>
              <a:t>Octubre, 2026.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7D49651-B06E-1CE9-B664-417BC63A4852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272" name="Google Shape;272;p19"/>
          <p:cNvGrpSpPr/>
          <p:nvPr/>
        </p:nvGrpSpPr>
        <p:grpSpPr>
          <a:xfrm>
            <a:off x="719988" y="2630200"/>
            <a:ext cx="1875900" cy="1879800"/>
            <a:chOff x="910813" y="2554000"/>
            <a:chExt cx="1875900" cy="1879800"/>
          </a:xfrm>
        </p:grpSpPr>
        <p:sp>
          <p:nvSpPr>
            <p:cNvPr id="273" name="Google Shape;273;p19"/>
            <p:cNvSpPr txBox="1"/>
            <p:nvPr/>
          </p:nvSpPr>
          <p:spPr>
            <a:xfrm>
              <a:off x="910813" y="3217600"/>
              <a:ext cx="1875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Mercury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74" name="Google Shape;274;p19"/>
            <p:cNvSpPr txBox="1"/>
            <p:nvPr/>
          </p:nvSpPr>
          <p:spPr>
            <a:xfrm>
              <a:off x="910813" y="3602500"/>
              <a:ext cx="18759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smallest planet in the Solar System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75" name="Google Shape;275;p19"/>
            <p:cNvSpPr txBox="1"/>
            <p:nvPr/>
          </p:nvSpPr>
          <p:spPr>
            <a:xfrm>
              <a:off x="1425175" y="2554000"/>
              <a:ext cx="8472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01</a:t>
              </a:r>
              <a:endParaRPr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276" name="Google Shape;276;p19"/>
          <p:cNvGrpSpPr/>
          <p:nvPr/>
        </p:nvGrpSpPr>
        <p:grpSpPr>
          <a:xfrm>
            <a:off x="3634038" y="2249200"/>
            <a:ext cx="1875900" cy="1879800"/>
            <a:chOff x="3634038" y="2173000"/>
            <a:chExt cx="1875900" cy="1879800"/>
          </a:xfrm>
        </p:grpSpPr>
        <p:sp>
          <p:nvSpPr>
            <p:cNvPr id="277" name="Google Shape;277;p19"/>
            <p:cNvSpPr txBox="1"/>
            <p:nvPr/>
          </p:nvSpPr>
          <p:spPr>
            <a:xfrm>
              <a:off x="3634038" y="2836600"/>
              <a:ext cx="1875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Mars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78" name="Google Shape;278;p19"/>
            <p:cNvSpPr txBox="1"/>
            <p:nvPr/>
          </p:nvSpPr>
          <p:spPr>
            <a:xfrm>
              <a:off x="3634038" y="3221500"/>
              <a:ext cx="18759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Despite being red, Mars is actually a cold place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79" name="Google Shape;279;p19"/>
            <p:cNvSpPr txBox="1"/>
            <p:nvPr/>
          </p:nvSpPr>
          <p:spPr>
            <a:xfrm>
              <a:off x="4148400" y="2173000"/>
              <a:ext cx="8472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02</a:t>
              </a:r>
              <a:endParaRPr sz="22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280" name="Google Shape;280;p19"/>
          <p:cNvGrpSpPr/>
          <p:nvPr/>
        </p:nvGrpSpPr>
        <p:grpSpPr>
          <a:xfrm>
            <a:off x="6438788" y="1868200"/>
            <a:ext cx="1875900" cy="1879800"/>
            <a:chOff x="6361988" y="1792000"/>
            <a:chExt cx="1875900" cy="1879800"/>
          </a:xfrm>
        </p:grpSpPr>
        <p:sp>
          <p:nvSpPr>
            <p:cNvPr id="281" name="Google Shape;281;p19"/>
            <p:cNvSpPr txBox="1"/>
            <p:nvPr/>
          </p:nvSpPr>
          <p:spPr>
            <a:xfrm>
              <a:off x="6361988" y="2455600"/>
              <a:ext cx="1875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Jupiter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82" name="Google Shape;282;p19"/>
            <p:cNvSpPr txBox="1"/>
            <p:nvPr/>
          </p:nvSpPr>
          <p:spPr>
            <a:xfrm>
              <a:off x="6361988" y="2840500"/>
              <a:ext cx="18759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the biggest planet in the Solar System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83" name="Google Shape;283;p19"/>
            <p:cNvSpPr txBox="1"/>
            <p:nvPr/>
          </p:nvSpPr>
          <p:spPr>
            <a:xfrm>
              <a:off x="6876350" y="1792000"/>
              <a:ext cx="8472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03</a:t>
              </a:r>
              <a:endParaRPr sz="2200">
                <a:solidFill>
                  <a:schemeClr val="lt1"/>
                </a:solidFill>
                <a:latin typeface="Orbitron ExtraBold"/>
                <a:ea typeface="Orbitron ExtraBold"/>
                <a:cs typeface="Orbitron ExtraBold"/>
                <a:sym typeface="Orbitron ExtraBold"/>
              </a:endParaRPr>
            </a:p>
          </p:txBody>
        </p:sp>
      </p:grpSp>
      <p:cxnSp>
        <p:nvCxnSpPr>
          <p:cNvPr id="284" name="Google Shape;284;p19"/>
          <p:cNvCxnSpPr>
            <a:stCxn id="275" idx="3"/>
            <a:endCxn id="279" idx="1"/>
          </p:cNvCxnSpPr>
          <p:nvPr/>
        </p:nvCxnSpPr>
        <p:spPr>
          <a:xfrm rot="10800000" flipH="1">
            <a:off x="2081550" y="2535550"/>
            <a:ext cx="2067000" cy="381000"/>
          </a:xfrm>
          <a:prstGeom prst="bentConnector3">
            <a:avLst>
              <a:gd name="adj1" fmla="val 49996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" name="Google Shape;285;p19"/>
          <p:cNvCxnSpPr>
            <a:stCxn id="279" idx="3"/>
            <a:endCxn id="283" idx="1"/>
          </p:cNvCxnSpPr>
          <p:nvPr/>
        </p:nvCxnSpPr>
        <p:spPr>
          <a:xfrm rot="10800000" flipH="1">
            <a:off x="4995600" y="2154550"/>
            <a:ext cx="1957500" cy="381000"/>
          </a:xfrm>
          <a:prstGeom prst="bentConnector3">
            <a:avLst>
              <a:gd name="adj1" fmla="val 50001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" name="Google Shape;286;p19"/>
          <p:cNvSpPr/>
          <p:nvPr/>
        </p:nvSpPr>
        <p:spPr>
          <a:xfrm>
            <a:off x="1960875" y="1883350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7" name="Google Shape;287;p19"/>
          <p:cNvGrpSpPr/>
          <p:nvPr/>
        </p:nvGrpSpPr>
        <p:grpSpPr>
          <a:xfrm>
            <a:off x="2250034" y="2088378"/>
            <a:ext cx="252381" cy="420645"/>
            <a:chOff x="1943331" y="4152920"/>
            <a:chExt cx="308308" cy="520857"/>
          </a:xfrm>
        </p:grpSpPr>
        <p:sp>
          <p:nvSpPr>
            <p:cNvPr id="288" name="Google Shape;288;p19"/>
            <p:cNvSpPr/>
            <p:nvPr/>
          </p:nvSpPr>
          <p:spPr>
            <a:xfrm>
              <a:off x="1950828" y="4417030"/>
              <a:ext cx="292986" cy="249301"/>
            </a:xfrm>
            <a:custGeom>
              <a:avLst/>
              <a:gdLst/>
              <a:ahLst/>
              <a:cxnLst/>
              <a:rect l="l" t="t" r="r" b="b"/>
              <a:pathLst>
                <a:path w="17746" h="15100" extrusionOk="0">
                  <a:moveTo>
                    <a:pt x="1129" y="1"/>
                  </a:moveTo>
                  <a:cubicBezTo>
                    <a:pt x="513" y="1"/>
                    <a:pt x="0" y="494"/>
                    <a:pt x="0" y="1110"/>
                  </a:cubicBezTo>
                  <a:lnTo>
                    <a:pt x="0" y="13971"/>
                  </a:lnTo>
                  <a:cubicBezTo>
                    <a:pt x="0" y="14587"/>
                    <a:pt x="513" y="15099"/>
                    <a:pt x="1129" y="15099"/>
                  </a:cubicBezTo>
                  <a:lnTo>
                    <a:pt x="16617" y="15099"/>
                  </a:lnTo>
                  <a:cubicBezTo>
                    <a:pt x="17253" y="15099"/>
                    <a:pt x="17746" y="14587"/>
                    <a:pt x="17746" y="13971"/>
                  </a:cubicBezTo>
                  <a:lnTo>
                    <a:pt x="17746" y="1110"/>
                  </a:lnTo>
                  <a:cubicBezTo>
                    <a:pt x="17746" y="494"/>
                    <a:pt x="17253" y="1"/>
                    <a:pt x="16617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1981343" y="4447560"/>
              <a:ext cx="231965" cy="188247"/>
            </a:xfrm>
            <a:custGeom>
              <a:avLst/>
              <a:gdLst/>
              <a:ahLst/>
              <a:cxnLst/>
              <a:rect l="l" t="t" r="r" b="b"/>
              <a:pathLst>
                <a:path w="14050" h="11402" extrusionOk="0">
                  <a:moveTo>
                    <a:pt x="287" y="0"/>
                  </a:moveTo>
                  <a:cubicBezTo>
                    <a:pt x="144" y="0"/>
                    <a:pt x="1" y="124"/>
                    <a:pt x="1" y="291"/>
                  </a:cubicBezTo>
                  <a:lnTo>
                    <a:pt x="1" y="11116"/>
                  </a:lnTo>
                  <a:cubicBezTo>
                    <a:pt x="1" y="11259"/>
                    <a:pt x="144" y="11402"/>
                    <a:pt x="287" y="11402"/>
                  </a:cubicBezTo>
                  <a:lnTo>
                    <a:pt x="13764" y="11402"/>
                  </a:lnTo>
                  <a:cubicBezTo>
                    <a:pt x="13926" y="11402"/>
                    <a:pt x="14049" y="11259"/>
                    <a:pt x="14049" y="11116"/>
                  </a:cubicBezTo>
                  <a:lnTo>
                    <a:pt x="14049" y="291"/>
                  </a:lnTo>
                  <a:cubicBezTo>
                    <a:pt x="14049" y="124"/>
                    <a:pt x="13926" y="0"/>
                    <a:pt x="13764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2049142" y="4473038"/>
              <a:ext cx="103782" cy="98647"/>
            </a:xfrm>
            <a:custGeom>
              <a:avLst/>
              <a:gdLst/>
              <a:ahLst/>
              <a:cxnLst/>
              <a:rect l="l" t="t" r="r" b="b"/>
              <a:pathLst>
                <a:path w="6286" h="5975" extrusionOk="0">
                  <a:moveTo>
                    <a:pt x="721" y="0"/>
                  </a:moveTo>
                  <a:cubicBezTo>
                    <a:pt x="311" y="0"/>
                    <a:pt x="1" y="330"/>
                    <a:pt x="1" y="720"/>
                  </a:cubicBezTo>
                  <a:lnTo>
                    <a:pt x="1" y="2524"/>
                  </a:lnTo>
                  <a:cubicBezTo>
                    <a:pt x="1" y="2628"/>
                    <a:pt x="85" y="2711"/>
                    <a:pt x="169" y="2711"/>
                  </a:cubicBezTo>
                  <a:lnTo>
                    <a:pt x="1258" y="2711"/>
                  </a:lnTo>
                  <a:cubicBezTo>
                    <a:pt x="1357" y="2711"/>
                    <a:pt x="1421" y="2628"/>
                    <a:pt x="1421" y="2524"/>
                  </a:cubicBezTo>
                  <a:lnTo>
                    <a:pt x="1421" y="1440"/>
                  </a:lnTo>
                  <a:lnTo>
                    <a:pt x="4851" y="1440"/>
                  </a:lnTo>
                  <a:lnTo>
                    <a:pt x="4851" y="3165"/>
                  </a:lnTo>
                  <a:lnTo>
                    <a:pt x="2633" y="4333"/>
                  </a:lnTo>
                  <a:cubicBezTo>
                    <a:pt x="2406" y="4456"/>
                    <a:pt x="2264" y="4703"/>
                    <a:pt x="2264" y="4969"/>
                  </a:cubicBezTo>
                  <a:lnTo>
                    <a:pt x="2264" y="5792"/>
                  </a:lnTo>
                  <a:cubicBezTo>
                    <a:pt x="2264" y="5896"/>
                    <a:pt x="2342" y="5975"/>
                    <a:pt x="2446" y="5975"/>
                  </a:cubicBezTo>
                  <a:lnTo>
                    <a:pt x="3496" y="5975"/>
                  </a:lnTo>
                  <a:cubicBezTo>
                    <a:pt x="3599" y="5975"/>
                    <a:pt x="3678" y="5896"/>
                    <a:pt x="3678" y="5792"/>
                  </a:cubicBezTo>
                  <a:lnTo>
                    <a:pt x="3678" y="5403"/>
                  </a:lnTo>
                  <a:lnTo>
                    <a:pt x="5896" y="4210"/>
                  </a:lnTo>
                  <a:cubicBezTo>
                    <a:pt x="6143" y="4087"/>
                    <a:pt x="6286" y="3860"/>
                    <a:pt x="6286" y="3594"/>
                  </a:cubicBezTo>
                  <a:lnTo>
                    <a:pt x="6286" y="720"/>
                  </a:lnTo>
                  <a:cubicBezTo>
                    <a:pt x="6286" y="330"/>
                    <a:pt x="5961" y="0"/>
                    <a:pt x="557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2086509" y="4592437"/>
              <a:ext cx="23378" cy="24435"/>
            </a:xfrm>
            <a:custGeom>
              <a:avLst/>
              <a:gdLst/>
              <a:ahLst/>
              <a:cxnLst/>
              <a:rect l="l" t="t" r="r" b="b"/>
              <a:pathLst>
                <a:path w="1416" h="1480" extrusionOk="0">
                  <a:moveTo>
                    <a:pt x="267" y="1"/>
                  </a:moveTo>
                  <a:cubicBezTo>
                    <a:pt x="104" y="1"/>
                    <a:pt x="1" y="124"/>
                    <a:pt x="1" y="267"/>
                  </a:cubicBezTo>
                  <a:lnTo>
                    <a:pt x="1" y="1208"/>
                  </a:lnTo>
                  <a:cubicBezTo>
                    <a:pt x="1" y="1356"/>
                    <a:pt x="104" y="1479"/>
                    <a:pt x="267" y="1479"/>
                  </a:cubicBezTo>
                  <a:lnTo>
                    <a:pt x="1149" y="1479"/>
                  </a:lnTo>
                  <a:cubicBezTo>
                    <a:pt x="1312" y="1479"/>
                    <a:pt x="1415" y="1356"/>
                    <a:pt x="1415" y="1208"/>
                  </a:cubicBezTo>
                  <a:lnTo>
                    <a:pt x="1415" y="267"/>
                  </a:lnTo>
                  <a:cubicBezTo>
                    <a:pt x="1415" y="124"/>
                    <a:pt x="1312" y="1"/>
                    <a:pt x="114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1993231" y="4286931"/>
              <a:ext cx="209908" cy="130099"/>
            </a:xfrm>
            <a:custGeom>
              <a:avLst/>
              <a:gdLst/>
              <a:ahLst/>
              <a:cxnLst/>
              <a:rect l="l" t="t" r="r" b="b"/>
              <a:pathLst>
                <a:path w="12714" h="7880" extrusionOk="0">
                  <a:moveTo>
                    <a:pt x="9037" y="0"/>
                  </a:moveTo>
                  <a:cubicBezTo>
                    <a:pt x="5726" y="0"/>
                    <a:pt x="760" y="37"/>
                    <a:pt x="760" y="37"/>
                  </a:cubicBezTo>
                  <a:lnTo>
                    <a:pt x="760" y="2334"/>
                  </a:lnTo>
                  <a:cubicBezTo>
                    <a:pt x="227" y="3424"/>
                    <a:pt x="0" y="4533"/>
                    <a:pt x="104" y="5622"/>
                  </a:cubicBezTo>
                  <a:cubicBezTo>
                    <a:pt x="227" y="6894"/>
                    <a:pt x="1317" y="7880"/>
                    <a:pt x="2588" y="7880"/>
                  </a:cubicBezTo>
                  <a:lnTo>
                    <a:pt x="10165" y="7880"/>
                  </a:lnTo>
                  <a:cubicBezTo>
                    <a:pt x="11461" y="7880"/>
                    <a:pt x="12570" y="6855"/>
                    <a:pt x="12654" y="5563"/>
                  </a:cubicBezTo>
                  <a:cubicBezTo>
                    <a:pt x="12713" y="4533"/>
                    <a:pt x="12487" y="3468"/>
                    <a:pt x="11974" y="2334"/>
                  </a:cubicBezTo>
                  <a:lnTo>
                    <a:pt x="11974" y="2315"/>
                  </a:lnTo>
                  <a:cubicBezTo>
                    <a:pt x="11974" y="2315"/>
                    <a:pt x="11934" y="141"/>
                    <a:pt x="11934" y="37"/>
                  </a:cubicBezTo>
                  <a:cubicBezTo>
                    <a:pt x="11934" y="9"/>
                    <a:pt x="10693" y="0"/>
                    <a:pt x="9037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1976306" y="4160648"/>
              <a:ext cx="242136" cy="164819"/>
            </a:xfrm>
            <a:custGeom>
              <a:avLst/>
              <a:gdLst/>
              <a:ahLst/>
              <a:cxnLst/>
              <a:rect l="l" t="t" r="r" b="b"/>
              <a:pathLst>
                <a:path w="14666" h="9983" extrusionOk="0">
                  <a:moveTo>
                    <a:pt x="7330" y="0"/>
                  </a:moveTo>
                  <a:cubicBezTo>
                    <a:pt x="3283" y="0"/>
                    <a:pt x="0" y="3288"/>
                    <a:pt x="0" y="7335"/>
                  </a:cubicBezTo>
                  <a:lnTo>
                    <a:pt x="0" y="8114"/>
                  </a:lnTo>
                  <a:cubicBezTo>
                    <a:pt x="0" y="9120"/>
                    <a:pt x="799" y="9943"/>
                    <a:pt x="1785" y="9982"/>
                  </a:cubicBezTo>
                  <a:lnTo>
                    <a:pt x="2894" y="9982"/>
                  </a:lnTo>
                  <a:cubicBezTo>
                    <a:pt x="3101" y="9982"/>
                    <a:pt x="3303" y="9839"/>
                    <a:pt x="3347" y="9613"/>
                  </a:cubicBezTo>
                  <a:cubicBezTo>
                    <a:pt x="3426" y="9287"/>
                    <a:pt x="3673" y="9021"/>
                    <a:pt x="4023" y="8918"/>
                  </a:cubicBezTo>
                  <a:cubicBezTo>
                    <a:pt x="5095" y="8583"/>
                    <a:pt x="6194" y="8407"/>
                    <a:pt x="7315" y="8407"/>
                  </a:cubicBezTo>
                  <a:cubicBezTo>
                    <a:pt x="8404" y="8407"/>
                    <a:pt x="9513" y="8573"/>
                    <a:pt x="10638" y="8918"/>
                  </a:cubicBezTo>
                  <a:cubicBezTo>
                    <a:pt x="10988" y="9021"/>
                    <a:pt x="11234" y="9287"/>
                    <a:pt x="11313" y="9613"/>
                  </a:cubicBezTo>
                  <a:cubicBezTo>
                    <a:pt x="11357" y="9736"/>
                    <a:pt x="11397" y="9820"/>
                    <a:pt x="11481" y="9884"/>
                  </a:cubicBezTo>
                  <a:cubicBezTo>
                    <a:pt x="11560" y="9943"/>
                    <a:pt x="11663" y="9982"/>
                    <a:pt x="11767" y="9982"/>
                  </a:cubicBezTo>
                  <a:lnTo>
                    <a:pt x="12792" y="9982"/>
                  </a:lnTo>
                  <a:cubicBezTo>
                    <a:pt x="12856" y="9982"/>
                    <a:pt x="12940" y="9982"/>
                    <a:pt x="12999" y="9963"/>
                  </a:cubicBezTo>
                  <a:cubicBezTo>
                    <a:pt x="13945" y="9859"/>
                    <a:pt x="14665" y="9080"/>
                    <a:pt x="14665" y="8114"/>
                  </a:cubicBezTo>
                  <a:lnTo>
                    <a:pt x="14665" y="7335"/>
                  </a:lnTo>
                  <a:cubicBezTo>
                    <a:pt x="14665" y="3288"/>
                    <a:pt x="11377" y="0"/>
                    <a:pt x="7330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2189958" y="4250589"/>
              <a:ext cx="28513" cy="56250"/>
            </a:xfrm>
            <a:custGeom>
              <a:avLst/>
              <a:gdLst/>
              <a:ahLst/>
              <a:cxnLst/>
              <a:rect l="l" t="t" r="r" b="b"/>
              <a:pathLst>
                <a:path w="1727" h="3407" extrusionOk="0">
                  <a:moveTo>
                    <a:pt x="1480" y="0"/>
                  </a:moveTo>
                  <a:cubicBezTo>
                    <a:pt x="637" y="99"/>
                    <a:pt x="1" y="819"/>
                    <a:pt x="1" y="1701"/>
                  </a:cubicBezTo>
                  <a:cubicBezTo>
                    <a:pt x="1" y="1888"/>
                    <a:pt x="40" y="2051"/>
                    <a:pt x="80" y="2219"/>
                  </a:cubicBezTo>
                  <a:cubicBezTo>
                    <a:pt x="287" y="2874"/>
                    <a:pt x="863" y="3347"/>
                    <a:pt x="1558" y="3407"/>
                  </a:cubicBezTo>
                  <a:cubicBezTo>
                    <a:pt x="1662" y="3180"/>
                    <a:pt x="1726" y="2933"/>
                    <a:pt x="1726" y="2667"/>
                  </a:cubicBezTo>
                  <a:lnTo>
                    <a:pt x="1726" y="1888"/>
                  </a:lnTo>
                  <a:cubicBezTo>
                    <a:pt x="1726" y="1233"/>
                    <a:pt x="1642" y="592"/>
                    <a:pt x="1480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2150246" y="4174897"/>
              <a:ext cx="52584" cy="51924"/>
            </a:xfrm>
            <a:custGeom>
              <a:avLst/>
              <a:gdLst/>
              <a:ahLst/>
              <a:cxnLst/>
              <a:rect l="l" t="t" r="r" b="b"/>
              <a:pathLst>
                <a:path w="3185" h="3145" extrusionOk="0">
                  <a:moveTo>
                    <a:pt x="247" y="0"/>
                  </a:moveTo>
                  <a:cubicBezTo>
                    <a:pt x="84" y="291"/>
                    <a:pt x="0" y="616"/>
                    <a:pt x="0" y="986"/>
                  </a:cubicBezTo>
                  <a:cubicBezTo>
                    <a:pt x="0" y="2179"/>
                    <a:pt x="966" y="3145"/>
                    <a:pt x="2159" y="3145"/>
                  </a:cubicBezTo>
                  <a:cubicBezTo>
                    <a:pt x="2529" y="3145"/>
                    <a:pt x="2899" y="3041"/>
                    <a:pt x="3185" y="2879"/>
                  </a:cubicBezTo>
                  <a:cubicBezTo>
                    <a:pt x="2504" y="1666"/>
                    <a:pt x="1479" y="661"/>
                    <a:pt x="247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2061757" y="4198328"/>
              <a:ext cx="71241" cy="71224"/>
            </a:xfrm>
            <a:custGeom>
              <a:avLst/>
              <a:gdLst/>
              <a:ahLst/>
              <a:cxnLst/>
              <a:rect l="l" t="t" r="r" b="b"/>
              <a:pathLst>
                <a:path w="4315" h="4314" extrusionOk="0">
                  <a:moveTo>
                    <a:pt x="2155" y="1"/>
                  </a:moveTo>
                  <a:cubicBezTo>
                    <a:pt x="962" y="1"/>
                    <a:pt x="1" y="967"/>
                    <a:pt x="1" y="2155"/>
                  </a:cubicBezTo>
                  <a:cubicBezTo>
                    <a:pt x="1" y="3348"/>
                    <a:pt x="962" y="4314"/>
                    <a:pt x="2155" y="4314"/>
                  </a:cubicBezTo>
                  <a:cubicBezTo>
                    <a:pt x="3348" y="4314"/>
                    <a:pt x="4314" y="3348"/>
                    <a:pt x="4314" y="2155"/>
                  </a:cubicBezTo>
                  <a:cubicBezTo>
                    <a:pt x="4314" y="967"/>
                    <a:pt x="3348" y="1"/>
                    <a:pt x="2155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1991844" y="4174897"/>
              <a:ext cx="52601" cy="51924"/>
            </a:xfrm>
            <a:custGeom>
              <a:avLst/>
              <a:gdLst/>
              <a:ahLst/>
              <a:cxnLst/>
              <a:rect l="l" t="t" r="r" b="b"/>
              <a:pathLst>
                <a:path w="3186" h="3145" extrusionOk="0">
                  <a:moveTo>
                    <a:pt x="2939" y="0"/>
                  </a:moveTo>
                  <a:cubicBezTo>
                    <a:pt x="1706" y="661"/>
                    <a:pt x="681" y="1666"/>
                    <a:pt x="1" y="2879"/>
                  </a:cubicBezTo>
                  <a:cubicBezTo>
                    <a:pt x="311" y="3041"/>
                    <a:pt x="661" y="3145"/>
                    <a:pt x="1031" y="3145"/>
                  </a:cubicBezTo>
                  <a:cubicBezTo>
                    <a:pt x="2219" y="3145"/>
                    <a:pt x="3185" y="2179"/>
                    <a:pt x="3185" y="986"/>
                  </a:cubicBezTo>
                  <a:cubicBezTo>
                    <a:pt x="3185" y="616"/>
                    <a:pt x="3101" y="291"/>
                    <a:pt x="293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1976306" y="4250589"/>
              <a:ext cx="28496" cy="56250"/>
            </a:xfrm>
            <a:custGeom>
              <a:avLst/>
              <a:gdLst/>
              <a:ahLst/>
              <a:cxnLst/>
              <a:rect l="l" t="t" r="r" b="b"/>
              <a:pathLst>
                <a:path w="1726" h="3407" extrusionOk="0">
                  <a:moveTo>
                    <a:pt x="247" y="0"/>
                  </a:moveTo>
                  <a:cubicBezTo>
                    <a:pt x="79" y="592"/>
                    <a:pt x="0" y="1233"/>
                    <a:pt x="0" y="1888"/>
                  </a:cubicBezTo>
                  <a:lnTo>
                    <a:pt x="0" y="2667"/>
                  </a:lnTo>
                  <a:cubicBezTo>
                    <a:pt x="0" y="2933"/>
                    <a:pt x="59" y="3180"/>
                    <a:pt x="163" y="3407"/>
                  </a:cubicBezTo>
                  <a:cubicBezTo>
                    <a:pt x="863" y="3347"/>
                    <a:pt x="1454" y="2854"/>
                    <a:pt x="1661" y="2194"/>
                  </a:cubicBezTo>
                  <a:cubicBezTo>
                    <a:pt x="1701" y="2031"/>
                    <a:pt x="1725" y="1869"/>
                    <a:pt x="1725" y="1701"/>
                  </a:cubicBezTo>
                  <a:cubicBezTo>
                    <a:pt x="1725" y="819"/>
                    <a:pt x="1085" y="99"/>
                    <a:pt x="247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1943331" y="4152920"/>
              <a:ext cx="308308" cy="520857"/>
            </a:xfrm>
            <a:custGeom>
              <a:avLst/>
              <a:gdLst/>
              <a:ahLst/>
              <a:cxnLst/>
              <a:rect l="l" t="t" r="r" b="b"/>
              <a:pathLst>
                <a:path w="18674" h="31548" extrusionOk="0">
                  <a:moveTo>
                    <a:pt x="5630" y="2011"/>
                  </a:moveTo>
                  <a:cubicBezTo>
                    <a:pt x="5650" y="2115"/>
                    <a:pt x="5670" y="2218"/>
                    <a:pt x="5670" y="2317"/>
                  </a:cubicBezTo>
                  <a:cubicBezTo>
                    <a:pt x="5670" y="3244"/>
                    <a:pt x="4910" y="4003"/>
                    <a:pt x="3969" y="4003"/>
                  </a:cubicBezTo>
                  <a:cubicBezTo>
                    <a:pt x="3846" y="4003"/>
                    <a:pt x="3742" y="4003"/>
                    <a:pt x="3619" y="3963"/>
                  </a:cubicBezTo>
                  <a:cubicBezTo>
                    <a:pt x="4151" y="3180"/>
                    <a:pt x="4832" y="2524"/>
                    <a:pt x="5630" y="2011"/>
                  </a:cubicBezTo>
                  <a:close/>
                  <a:moveTo>
                    <a:pt x="13024" y="2011"/>
                  </a:moveTo>
                  <a:cubicBezTo>
                    <a:pt x="13828" y="2524"/>
                    <a:pt x="14503" y="3180"/>
                    <a:pt x="15035" y="3983"/>
                  </a:cubicBezTo>
                  <a:cubicBezTo>
                    <a:pt x="14912" y="4003"/>
                    <a:pt x="14814" y="4003"/>
                    <a:pt x="14690" y="4003"/>
                  </a:cubicBezTo>
                  <a:cubicBezTo>
                    <a:pt x="13764" y="4003"/>
                    <a:pt x="13004" y="3244"/>
                    <a:pt x="13004" y="2317"/>
                  </a:cubicBezTo>
                  <a:cubicBezTo>
                    <a:pt x="13004" y="2218"/>
                    <a:pt x="13004" y="2115"/>
                    <a:pt x="13024" y="2011"/>
                  </a:cubicBezTo>
                  <a:close/>
                  <a:moveTo>
                    <a:pt x="2589" y="6487"/>
                  </a:moveTo>
                  <a:cubicBezTo>
                    <a:pt x="2983" y="6714"/>
                    <a:pt x="3269" y="7148"/>
                    <a:pt x="3269" y="7616"/>
                  </a:cubicBezTo>
                  <a:cubicBezTo>
                    <a:pt x="3269" y="8153"/>
                    <a:pt x="2939" y="8602"/>
                    <a:pt x="2465" y="8789"/>
                  </a:cubicBezTo>
                  <a:lnTo>
                    <a:pt x="2465" y="8582"/>
                  </a:lnTo>
                  <a:lnTo>
                    <a:pt x="2465" y="7803"/>
                  </a:lnTo>
                  <a:cubicBezTo>
                    <a:pt x="2465" y="7350"/>
                    <a:pt x="2510" y="6921"/>
                    <a:pt x="2589" y="6487"/>
                  </a:cubicBezTo>
                  <a:close/>
                  <a:moveTo>
                    <a:pt x="16085" y="6487"/>
                  </a:moveTo>
                  <a:cubicBezTo>
                    <a:pt x="16169" y="6921"/>
                    <a:pt x="16209" y="7350"/>
                    <a:pt x="16209" y="7803"/>
                  </a:cubicBezTo>
                  <a:lnTo>
                    <a:pt x="16209" y="8582"/>
                  </a:lnTo>
                  <a:cubicBezTo>
                    <a:pt x="16209" y="8646"/>
                    <a:pt x="16189" y="8705"/>
                    <a:pt x="16189" y="8789"/>
                  </a:cubicBezTo>
                  <a:cubicBezTo>
                    <a:pt x="15716" y="8602"/>
                    <a:pt x="15405" y="8153"/>
                    <a:pt x="15405" y="7616"/>
                  </a:cubicBezTo>
                  <a:cubicBezTo>
                    <a:pt x="15405" y="7148"/>
                    <a:pt x="15676" y="6714"/>
                    <a:pt x="16085" y="6487"/>
                  </a:cubicBezTo>
                  <a:close/>
                  <a:moveTo>
                    <a:pt x="9327" y="922"/>
                  </a:moveTo>
                  <a:cubicBezTo>
                    <a:pt x="10352" y="922"/>
                    <a:pt x="11319" y="1149"/>
                    <a:pt x="12181" y="1558"/>
                  </a:cubicBezTo>
                  <a:cubicBezTo>
                    <a:pt x="12122" y="1804"/>
                    <a:pt x="12078" y="2051"/>
                    <a:pt x="12078" y="2317"/>
                  </a:cubicBezTo>
                  <a:cubicBezTo>
                    <a:pt x="12078" y="3756"/>
                    <a:pt x="13251" y="4929"/>
                    <a:pt x="14690" y="4929"/>
                  </a:cubicBezTo>
                  <a:cubicBezTo>
                    <a:pt x="14976" y="4929"/>
                    <a:pt x="15242" y="4885"/>
                    <a:pt x="15509" y="4806"/>
                  </a:cubicBezTo>
                  <a:cubicBezTo>
                    <a:pt x="15632" y="5053"/>
                    <a:pt x="15735" y="5319"/>
                    <a:pt x="15839" y="5585"/>
                  </a:cubicBezTo>
                  <a:cubicBezTo>
                    <a:pt x="15035" y="5915"/>
                    <a:pt x="14483" y="6714"/>
                    <a:pt x="14483" y="7616"/>
                  </a:cubicBezTo>
                  <a:cubicBezTo>
                    <a:pt x="14483" y="8503"/>
                    <a:pt x="14996" y="9262"/>
                    <a:pt x="15755" y="9612"/>
                  </a:cubicBezTo>
                  <a:cubicBezTo>
                    <a:pt x="15509" y="9834"/>
                    <a:pt x="15159" y="9982"/>
                    <a:pt x="14789" y="9982"/>
                  </a:cubicBezTo>
                  <a:lnTo>
                    <a:pt x="13764" y="9982"/>
                  </a:lnTo>
                  <a:cubicBezTo>
                    <a:pt x="13640" y="9489"/>
                    <a:pt x="13271" y="9075"/>
                    <a:pt x="12778" y="8932"/>
                  </a:cubicBezTo>
                  <a:cubicBezTo>
                    <a:pt x="12595" y="8873"/>
                    <a:pt x="12408" y="8829"/>
                    <a:pt x="12201" y="8789"/>
                  </a:cubicBezTo>
                  <a:cubicBezTo>
                    <a:pt x="12162" y="8779"/>
                    <a:pt x="12123" y="8774"/>
                    <a:pt x="12085" y="8774"/>
                  </a:cubicBezTo>
                  <a:cubicBezTo>
                    <a:pt x="11881" y="8774"/>
                    <a:pt x="11699" y="8912"/>
                    <a:pt x="11649" y="9119"/>
                  </a:cubicBezTo>
                  <a:cubicBezTo>
                    <a:pt x="11585" y="9366"/>
                    <a:pt x="11733" y="9612"/>
                    <a:pt x="11979" y="9672"/>
                  </a:cubicBezTo>
                  <a:cubicBezTo>
                    <a:pt x="12162" y="9711"/>
                    <a:pt x="12349" y="9775"/>
                    <a:pt x="12511" y="9814"/>
                  </a:cubicBezTo>
                  <a:cubicBezTo>
                    <a:pt x="12694" y="9879"/>
                    <a:pt x="12817" y="10021"/>
                    <a:pt x="12861" y="10204"/>
                  </a:cubicBezTo>
                  <a:cubicBezTo>
                    <a:pt x="12965" y="10618"/>
                    <a:pt x="13335" y="10904"/>
                    <a:pt x="13764" y="10904"/>
                  </a:cubicBezTo>
                  <a:lnTo>
                    <a:pt x="14690" y="10904"/>
                  </a:lnTo>
                  <a:cubicBezTo>
                    <a:pt x="15080" y="11870"/>
                    <a:pt x="15262" y="12792"/>
                    <a:pt x="15203" y="13654"/>
                  </a:cubicBezTo>
                  <a:cubicBezTo>
                    <a:pt x="15139" y="14704"/>
                    <a:pt x="14256" y="15528"/>
                    <a:pt x="13187" y="15528"/>
                  </a:cubicBezTo>
                  <a:lnTo>
                    <a:pt x="5610" y="15528"/>
                  </a:lnTo>
                  <a:cubicBezTo>
                    <a:pt x="4560" y="15528"/>
                    <a:pt x="3678" y="14744"/>
                    <a:pt x="3599" y="13699"/>
                  </a:cubicBezTo>
                  <a:cubicBezTo>
                    <a:pt x="3515" y="12772"/>
                    <a:pt x="3678" y="11850"/>
                    <a:pt x="4092" y="10904"/>
                  </a:cubicBezTo>
                  <a:lnTo>
                    <a:pt x="4891" y="10904"/>
                  </a:lnTo>
                  <a:cubicBezTo>
                    <a:pt x="5324" y="10904"/>
                    <a:pt x="5694" y="10618"/>
                    <a:pt x="5793" y="10204"/>
                  </a:cubicBezTo>
                  <a:cubicBezTo>
                    <a:pt x="5837" y="10021"/>
                    <a:pt x="5980" y="9879"/>
                    <a:pt x="6143" y="9814"/>
                  </a:cubicBezTo>
                  <a:cubicBezTo>
                    <a:pt x="7185" y="9500"/>
                    <a:pt x="8226" y="9343"/>
                    <a:pt x="9268" y="9343"/>
                  </a:cubicBezTo>
                  <a:cubicBezTo>
                    <a:pt x="9582" y="9343"/>
                    <a:pt x="9896" y="9357"/>
                    <a:pt x="10209" y="9386"/>
                  </a:cubicBezTo>
                  <a:cubicBezTo>
                    <a:pt x="10221" y="9387"/>
                    <a:pt x="10233" y="9387"/>
                    <a:pt x="10245" y="9387"/>
                  </a:cubicBezTo>
                  <a:cubicBezTo>
                    <a:pt x="10477" y="9387"/>
                    <a:pt x="10684" y="9205"/>
                    <a:pt x="10702" y="8952"/>
                  </a:cubicBezTo>
                  <a:cubicBezTo>
                    <a:pt x="10722" y="8705"/>
                    <a:pt x="10540" y="8479"/>
                    <a:pt x="10293" y="8459"/>
                  </a:cubicBezTo>
                  <a:cubicBezTo>
                    <a:pt x="9977" y="8432"/>
                    <a:pt x="9660" y="8419"/>
                    <a:pt x="9343" y="8419"/>
                  </a:cubicBezTo>
                  <a:cubicBezTo>
                    <a:pt x="8182" y="8419"/>
                    <a:pt x="7023" y="8595"/>
                    <a:pt x="5877" y="8932"/>
                  </a:cubicBezTo>
                  <a:cubicBezTo>
                    <a:pt x="5384" y="9075"/>
                    <a:pt x="5014" y="9489"/>
                    <a:pt x="4891" y="9982"/>
                  </a:cubicBezTo>
                  <a:lnTo>
                    <a:pt x="3865" y="9982"/>
                  </a:lnTo>
                  <a:cubicBezTo>
                    <a:pt x="3496" y="9982"/>
                    <a:pt x="3165" y="9834"/>
                    <a:pt x="2899" y="9612"/>
                  </a:cubicBezTo>
                  <a:cubicBezTo>
                    <a:pt x="3658" y="9262"/>
                    <a:pt x="4191" y="8503"/>
                    <a:pt x="4191" y="7616"/>
                  </a:cubicBezTo>
                  <a:cubicBezTo>
                    <a:pt x="4191" y="6714"/>
                    <a:pt x="3619" y="5915"/>
                    <a:pt x="2815" y="5585"/>
                  </a:cubicBezTo>
                  <a:cubicBezTo>
                    <a:pt x="2919" y="5319"/>
                    <a:pt x="3022" y="5053"/>
                    <a:pt x="3146" y="4806"/>
                  </a:cubicBezTo>
                  <a:cubicBezTo>
                    <a:pt x="3412" y="4885"/>
                    <a:pt x="3698" y="4929"/>
                    <a:pt x="3969" y="4929"/>
                  </a:cubicBezTo>
                  <a:cubicBezTo>
                    <a:pt x="5403" y="4929"/>
                    <a:pt x="6596" y="3756"/>
                    <a:pt x="6596" y="2317"/>
                  </a:cubicBezTo>
                  <a:cubicBezTo>
                    <a:pt x="6596" y="2051"/>
                    <a:pt x="6557" y="1804"/>
                    <a:pt x="6473" y="1558"/>
                  </a:cubicBezTo>
                  <a:cubicBezTo>
                    <a:pt x="7336" y="1149"/>
                    <a:pt x="8322" y="922"/>
                    <a:pt x="9327" y="922"/>
                  </a:cubicBezTo>
                  <a:close/>
                  <a:moveTo>
                    <a:pt x="17071" y="16449"/>
                  </a:moveTo>
                  <a:cubicBezTo>
                    <a:pt x="17441" y="16449"/>
                    <a:pt x="17746" y="16760"/>
                    <a:pt x="17746" y="17105"/>
                  </a:cubicBezTo>
                  <a:lnTo>
                    <a:pt x="17746" y="29966"/>
                  </a:lnTo>
                  <a:cubicBezTo>
                    <a:pt x="17746" y="30335"/>
                    <a:pt x="17441" y="30621"/>
                    <a:pt x="17071" y="30621"/>
                  </a:cubicBezTo>
                  <a:lnTo>
                    <a:pt x="1583" y="30621"/>
                  </a:lnTo>
                  <a:cubicBezTo>
                    <a:pt x="1213" y="30621"/>
                    <a:pt x="927" y="30335"/>
                    <a:pt x="927" y="29966"/>
                  </a:cubicBezTo>
                  <a:lnTo>
                    <a:pt x="927" y="17105"/>
                  </a:lnTo>
                  <a:cubicBezTo>
                    <a:pt x="927" y="16760"/>
                    <a:pt x="1213" y="16449"/>
                    <a:pt x="1583" y="16449"/>
                  </a:cubicBezTo>
                  <a:close/>
                  <a:moveTo>
                    <a:pt x="9327" y="0"/>
                  </a:moveTo>
                  <a:cubicBezTo>
                    <a:pt x="5034" y="0"/>
                    <a:pt x="1544" y="3510"/>
                    <a:pt x="1544" y="7803"/>
                  </a:cubicBezTo>
                  <a:lnTo>
                    <a:pt x="1544" y="8582"/>
                  </a:lnTo>
                  <a:cubicBezTo>
                    <a:pt x="1544" y="9612"/>
                    <a:pt x="2199" y="10475"/>
                    <a:pt x="3126" y="10781"/>
                  </a:cubicBezTo>
                  <a:cubicBezTo>
                    <a:pt x="2737" y="11786"/>
                    <a:pt x="2569" y="12792"/>
                    <a:pt x="2672" y="13778"/>
                  </a:cubicBezTo>
                  <a:cubicBezTo>
                    <a:pt x="2737" y="14458"/>
                    <a:pt x="3022" y="15074"/>
                    <a:pt x="3451" y="15528"/>
                  </a:cubicBezTo>
                  <a:lnTo>
                    <a:pt x="1583" y="15528"/>
                  </a:lnTo>
                  <a:cubicBezTo>
                    <a:pt x="701" y="15528"/>
                    <a:pt x="1" y="16242"/>
                    <a:pt x="1" y="17105"/>
                  </a:cubicBezTo>
                  <a:lnTo>
                    <a:pt x="1" y="29966"/>
                  </a:lnTo>
                  <a:cubicBezTo>
                    <a:pt x="1" y="30848"/>
                    <a:pt x="701" y="31548"/>
                    <a:pt x="1583" y="31548"/>
                  </a:cubicBezTo>
                  <a:lnTo>
                    <a:pt x="17071" y="31548"/>
                  </a:lnTo>
                  <a:cubicBezTo>
                    <a:pt x="17954" y="31548"/>
                    <a:pt x="18673" y="30848"/>
                    <a:pt x="18673" y="29966"/>
                  </a:cubicBezTo>
                  <a:lnTo>
                    <a:pt x="18673" y="17105"/>
                  </a:lnTo>
                  <a:cubicBezTo>
                    <a:pt x="18673" y="16242"/>
                    <a:pt x="17954" y="15528"/>
                    <a:pt x="17071" y="15528"/>
                  </a:cubicBezTo>
                  <a:lnTo>
                    <a:pt x="15326" y="15528"/>
                  </a:lnTo>
                  <a:cubicBezTo>
                    <a:pt x="15799" y="15054"/>
                    <a:pt x="16085" y="14418"/>
                    <a:pt x="16125" y="13699"/>
                  </a:cubicBezTo>
                  <a:cubicBezTo>
                    <a:pt x="16189" y="12752"/>
                    <a:pt x="16021" y="11766"/>
                    <a:pt x="15632" y="10761"/>
                  </a:cubicBezTo>
                  <a:cubicBezTo>
                    <a:pt x="16494" y="10411"/>
                    <a:pt x="17130" y="9568"/>
                    <a:pt x="17130" y="8582"/>
                  </a:cubicBezTo>
                  <a:lnTo>
                    <a:pt x="17130" y="7803"/>
                  </a:lnTo>
                  <a:cubicBezTo>
                    <a:pt x="17130" y="3510"/>
                    <a:pt x="13621" y="0"/>
                    <a:pt x="932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1973862" y="4439833"/>
              <a:ext cx="247254" cy="203469"/>
            </a:xfrm>
            <a:custGeom>
              <a:avLst/>
              <a:gdLst/>
              <a:ahLst/>
              <a:cxnLst/>
              <a:rect l="l" t="t" r="r" b="b"/>
              <a:pathLst>
                <a:path w="14976" h="12324" extrusionOk="0">
                  <a:moveTo>
                    <a:pt x="454" y="0"/>
                  </a:moveTo>
                  <a:cubicBezTo>
                    <a:pt x="207" y="0"/>
                    <a:pt x="0" y="202"/>
                    <a:pt x="0" y="468"/>
                  </a:cubicBezTo>
                  <a:lnTo>
                    <a:pt x="0" y="7739"/>
                  </a:lnTo>
                  <a:cubicBezTo>
                    <a:pt x="0" y="7986"/>
                    <a:pt x="207" y="8193"/>
                    <a:pt x="454" y="8193"/>
                  </a:cubicBezTo>
                  <a:cubicBezTo>
                    <a:pt x="720" y="8193"/>
                    <a:pt x="927" y="7986"/>
                    <a:pt x="927" y="7739"/>
                  </a:cubicBezTo>
                  <a:lnTo>
                    <a:pt x="927" y="922"/>
                  </a:lnTo>
                  <a:lnTo>
                    <a:pt x="14049" y="922"/>
                  </a:lnTo>
                  <a:lnTo>
                    <a:pt x="14049" y="11397"/>
                  </a:lnTo>
                  <a:lnTo>
                    <a:pt x="927" y="11397"/>
                  </a:lnTo>
                  <a:lnTo>
                    <a:pt x="927" y="9588"/>
                  </a:lnTo>
                  <a:cubicBezTo>
                    <a:pt x="927" y="9321"/>
                    <a:pt x="720" y="9119"/>
                    <a:pt x="454" y="9119"/>
                  </a:cubicBezTo>
                  <a:cubicBezTo>
                    <a:pt x="207" y="9119"/>
                    <a:pt x="0" y="9321"/>
                    <a:pt x="0" y="9588"/>
                  </a:cubicBezTo>
                  <a:lnTo>
                    <a:pt x="0" y="11870"/>
                  </a:lnTo>
                  <a:cubicBezTo>
                    <a:pt x="0" y="12116"/>
                    <a:pt x="207" y="12323"/>
                    <a:pt x="454" y="12323"/>
                  </a:cubicBezTo>
                  <a:lnTo>
                    <a:pt x="14502" y="12323"/>
                  </a:lnTo>
                  <a:cubicBezTo>
                    <a:pt x="14769" y="12323"/>
                    <a:pt x="14976" y="12116"/>
                    <a:pt x="14976" y="11870"/>
                  </a:cubicBezTo>
                  <a:lnTo>
                    <a:pt x="14976" y="468"/>
                  </a:lnTo>
                  <a:cubicBezTo>
                    <a:pt x="14976" y="202"/>
                    <a:pt x="14769" y="0"/>
                    <a:pt x="1450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2181421" y="4462206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63" y="1110"/>
                    <a:pt x="1109" y="863"/>
                    <a:pt x="1109" y="553"/>
                  </a:cubicBezTo>
                  <a:cubicBezTo>
                    <a:pt x="1109" y="247"/>
                    <a:pt x="86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1997293" y="4462206"/>
              <a:ext cx="18343" cy="18326"/>
            </a:xfrm>
            <a:custGeom>
              <a:avLst/>
              <a:gdLst/>
              <a:ahLst/>
              <a:cxnLst/>
              <a:rect l="l" t="t" r="r" b="b"/>
              <a:pathLst>
                <a:path w="1111" h="1110" extrusionOk="0">
                  <a:moveTo>
                    <a:pt x="553" y="1"/>
                  </a:moveTo>
                  <a:cubicBezTo>
                    <a:pt x="247" y="1"/>
                    <a:pt x="1" y="247"/>
                    <a:pt x="1" y="553"/>
                  </a:cubicBezTo>
                  <a:cubicBezTo>
                    <a:pt x="1" y="863"/>
                    <a:pt x="247" y="1110"/>
                    <a:pt x="553" y="1110"/>
                  </a:cubicBezTo>
                  <a:cubicBezTo>
                    <a:pt x="864" y="1110"/>
                    <a:pt x="1110" y="863"/>
                    <a:pt x="1110" y="553"/>
                  </a:cubicBezTo>
                  <a:cubicBezTo>
                    <a:pt x="1110" y="247"/>
                    <a:pt x="864" y="1"/>
                    <a:pt x="55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2181421" y="4602608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63" y="1110"/>
                    <a:pt x="1109" y="863"/>
                    <a:pt x="1109" y="553"/>
                  </a:cubicBezTo>
                  <a:cubicBezTo>
                    <a:pt x="1109" y="247"/>
                    <a:pt x="86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1997293" y="4602608"/>
              <a:ext cx="18343" cy="18326"/>
            </a:xfrm>
            <a:custGeom>
              <a:avLst/>
              <a:gdLst/>
              <a:ahLst/>
              <a:cxnLst/>
              <a:rect l="l" t="t" r="r" b="b"/>
              <a:pathLst>
                <a:path w="1111" h="1110" extrusionOk="0">
                  <a:moveTo>
                    <a:pt x="553" y="1"/>
                  </a:moveTo>
                  <a:cubicBezTo>
                    <a:pt x="247" y="1"/>
                    <a:pt x="1" y="247"/>
                    <a:pt x="1" y="553"/>
                  </a:cubicBezTo>
                  <a:cubicBezTo>
                    <a:pt x="1" y="863"/>
                    <a:pt x="247" y="1110"/>
                    <a:pt x="553" y="1110"/>
                  </a:cubicBezTo>
                  <a:cubicBezTo>
                    <a:pt x="864" y="1110"/>
                    <a:pt x="1110" y="863"/>
                    <a:pt x="1110" y="553"/>
                  </a:cubicBezTo>
                  <a:cubicBezTo>
                    <a:pt x="1110" y="247"/>
                    <a:pt x="864" y="1"/>
                    <a:pt x="55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2041414" y="4465542"/>
              <a:ext cx="119004" cy="113952"/>
            </a:xfrm>
            <a:custGeom>
              <a:avLst/>
              <a:gdLst/>
              <a:ahLst/>
              <a:cxnLst/>
              <a:rect l="l" t="t" r="r" b="b"/>
              <a:pathLst>
                <a:path w="7208" h="6902" extrusionOk="0">
                  <a:moveTo>
                    <a:pt x="6039" y="927"/>
                  </a:moveTo>
                  <a:cubicBezTo>
                    <a:pt x="6182" y="927"/>
                    <a:pt x="6286" y="1031"/>
                    <a:pt x="6286" y="1174"/>
                  </a:cubicBezTo>
                  <a:lnTo>
                    <a:pt x="6286" y="4048"/>
                  </a:lnTo>
                  <a:cubicBezTo>
                    <a:pt x="6286" y="4132"/>
                    <a:pt x="6241" y="4210"/>
                    <a:pt x="6162" y="4274"/>
                  </a:cubicBezTo>
                  <a:lnTo>
                    <a:pt x="3944" y="5443"/>
                  </a:lnTo>
                  <a:cubicBezTo>
                    <a:pt x="3796" y="5527"/>
                    <a:pt x="3698" y="5669"/>
                    <a:pt x="3698" y="5857"/>
                  </a:cubicBezTo>
                  <a:lnTo>
                    <a:pt x="3698" y="5980"/>
                  </a:lnTo>
                  <a:lnTo>
                    <a:pt x="3180" y="5980"/>
                  </a:lnTo>
                  <a:lnTo>
                    <a:pt x="3180" y="5423"/>
                  </a:lnTo>
                  <a:cubicBezTo>
                    <a:pt x="3180" y="5319"/>
                    <a:pt x="3244" y="5241"/>
                    <a:pt x="3328" y="5196"/>
                  </a:cubicBezTo>
                  <a:lnTo>
                    <a:pt x="5522" y="4028"/>
                  </a:lnTo>
                  <a:cubicBezTo>
                    <a:pt x="5689" y="3944"/>
                    <a:pt x="5768" y="3782"/>
                    <a:pt x="5768" y="3619"/>
                  </a:cubicBezTo>
                  <a:lnTo>
                    <a:pt x="5768" y="1894"/>
                  </a:lnTo>
                  <a:cubicBezTo>
                    <a:pt x="5768" y="1647"/>
                    <a:pt x="5566" y="1420"/>
                    <a:pt x="5319" y="1420"/>
                  </a:cubicBezTo>
                  <a:lnTo>
                    <a:pt x="1889" y="1420"/>
                  </a:lnTo>
                  <a:cubicBezTo>
                    <a:pt x="1642" y="1420"/>
                    <a:pt x="1435" y="1647"/>
                    <a:pt x="1435" y="1894"/>
                  </a:cubicBezTo>
                  <a:lnTo>
                    <a:pt x="1435" y="2692"/>
                  </a:lnTo>
                  <a:lnTo>
                    <a:pt x="922" y="2692"/>
                  </a:lnTo>
                  <a:lnTo>
                    <a:pt x="922" y="1174"/>
                  </a:lnTo>
                  <a:cubicBezTo>
                    <a:pt x="922" y="1031"/>
                    <a:pt x="1046" y="927"/>
                    <a:pt x="1189" y="927"/>
                  </a:cubicBezTo>
                  <a:close/>
                  <a:moveTo>
                    <a:pt x="1189" y="1"/>
                  </a:moveTo>
                  <a:cubicBezTo>
                    <a:pt x="533" y="1"/>
                    <a:pt x="1" y="513"/>
                    <a:pt x="1" y="1174"/>
                  </a:cubicBezTo>
                  <a:lnTo>
                    <a:pt x="1" y="2978"/>
                  </a:lnTo>
                  <a:cubicBezTo>
                    <a:pt x="1" y="3328"/>
                    <a:pt x="287" y="3619"/>
                    <a:pt x="637" y="3619"/>
                  </a:cubicBezTo>
                  <a:lnTo>
                    <a:pt x="1726" y="3619"/>
                  </a:lnTo>
                  <a:cubicBezTo>
                    <a:pt x="2071" y="3619"/>
                    <a:pt x="2362" y="3328"/>
                    <a:pt x="2362" y="2978"/>
                  </a:cubicBezTo>
                  <a:lnTo>
                    <a:pt x="2362" y="2342"/>
                  </a:lnTo>
                  <a:lnTo>
                    <a:pt x="4846" y="2342"/>
                  </a:lnTo>
                  <a:lnTo>
                    <a:pt x="4846" y="3328"/>
                  </a:lnTo>
                  <a:lnTo>
                    <a:pt x="2894" y="4378"/>
                  </a:lnTo>
                  <a:cubicBezTo>
                    <a:pt x="2505" y="4580"/>
                    <a:pt x="2258" y="4974"/>
                    <a:pt x="2258" y="5423"/>
                  </a:cubicBezTo>
                  <a:lnTo>
                    <a:pt x="2258" y="6246"/>
                  </a:lnTo>
                  <a:cubicBezTo>
                    <a:pt x="2258" y="6616"/>
                    <a:pt x="2544" y="6902"/>
                    <a:pt x="2914" y="6902"/>
                  </a:cubicBezTo>
                  <a:lnTo>
                    <a:pt x="3964" y="6902"/>
                  </a:lnTo>
                  <a:cubicBezTo>
                    <a:pt x="4334" y="6902"/>
                    <a:pt x="4619" y="6616"/>
                    <a:pt x="4619" y="6246"/>
                  </a:cubicBezTo>
                  <a:lnTo>
                    <a:pt x="4619" y="6123"/>
                  </a:lnTo>
                  <a:lnTo>
                    <a:pt x="6591" y="5073"/>
                  </a:lnTo>
                  <a:cubicBezTo>
                    <a:pt x="6961" y="4871"/>
                    <a:pt x="7207" y="4482"/>
                    <a:pt x="7207" y="4048"/>
                  </a:cubicBezTo>
                  <a:lnTo>
                    <a:pt x="7207" y="1174"/>
                  </a:lnTo>
                  <a:cubicBezTo>
                    <a:pt x="7207" y="513"/>
                    <a:pt x="6675" y="1"/>
                    <a:pt x="603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2078698" y="4584957"/>
              <a:ext cx="38997" cy="39641"/>
            </a:xfrm>
            <a:custGeom>
              <a:avLst/>
              <a:gdLst/>
              <a:ahLst/>
              <a:cxnLst/>
              <a:rect l="l" t="t" r="r" b="b"/>
              <a:pathLst>
                <a:path w="2362" h="2401" extrusionOk="0">
                  <a:moveTo>
                    <a:pt x="1440" y="922"/>
                  </a:moveTo>
                  <a:lnTo>
                    <a:pt x="1440" y="1479"/>
                  </a:lnTo>
                  <a:lnTo>
                    <a:pt x="922" y="1479"/>
                  </a:lnTo>
                  <a:lnTo>
                    <a:pt x="922" y="922"/>
                  </a:lnTo>
                  <a:close/>
                  <a:moveTo>
                    <a:pt x="740" y="0"/>
                  </a:moveTo>
                  <a:cubicBezTo>
                    <a:pt x="331" y="0"/>
                    <a:pt x="0" y="330"/>
                    <a:pt x="0" y="720"/>
                  </a:cubicBezTo>
                  <a:lnTo>
                    <a:pt x="0" y="1661"/>
                  </a:lnTo>
                  <a:cubicBezTo>
                    <a:pt x="0" y="2075"/>
                    <a:pt x="331" y="2401"/>
                    <a:pt x="740" y="2401"/>
                  </a:cubicBezTo>
                  <a:lnTo>
                    <a:pt x="1622" y="2401"/>
                  </a:lnTo>
                  <a:cubicBezTo>
                    <a:pt x="2031" y="2401"/>
                    <a:pt x="2361" y="2075"/>
                    <a:pt x="2361" y="1661"/>
                  </a:cubicBezTo>
                  <a:lnTo>
                    <a:pt x="2361" y="720"/>
                  </a:lnTo>
                  <a:cubicBezTo>
                    <a:pt x="2361" y="330"/>
                    <a:pt x="2031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2054277" y="4326857"/>
              <a:ext cx="18326" cy="50867"/>
            </a:xfrm>
            <a:custGeom>
              <a:avLst/>
              <a:gdLst/>
              <a:ahLst/>
              <a:cxnLst/>
              <a:rect l="l" t="t" r="r" b="b"/>
              <a:pathLst>
                <a:path w="1110" h="3081" extrusionOk="0">
                  <a:moveTo>
                    <a:pt x="553" y="0"/>
                  </a:moveTo>
                  <a:cubicBezTo>
                    <a:pt x="247" y="0"/>
                    <a:pt x="0" y="247"/>
                    <a:pt x="0" y="557"/>
                  </a:cubicBezTo>
                  <a:lnTo>
                    <a:pt x="0" y="2529"/>
                  </a:lnTo>
                  <a:cubicBezTo>
                    <a:pt x="0" y="2835"/>
                    <a:pt x="247" y="3081"/>
                    <a:pt x="553" y="3081"/>
                  </a:cubicBezTo>
                  <a:cubicBezTo>
                    <a:pt x="863" y="3081"/>
                    <a:pt x="1110" y="2835"/>
                    <a:pt x="1110" y="2529"/>
                  </a:cubicBezTo>
                  <a:lnTo>
                    <a:pt x="1110" y="557"/>
                  </a:lnTo>
                  <a:cubicBezTo>
                    <a:pt x="1110" y="247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2124437" y="4326857"/>
              <a:ext cx="18326" cy="50867"/>
            </a:xfrm>
            <a:custGeom>
              <a:avLst/>
              <a:gdLst/>
              <a:ahLst/>
              <a:cxnLst/>
              <a:rect l="l" t="t" r="r" b="b"/>
              <a:pathLst>
                <a:path w="1110" h="3081" extrusionOk="0">
                  <a:moveTo>
                    <a:pt x="558" y="0"/>
                  </a:moveTo>
                  <a:cubicBezTo>
                    <a:pt x="247" y="0"/>
                    <a:pt x="1" y="247"/>
                    <a:pt x="1" y="557"/>
                  </a:cubicBezTo>
                  <a:lnTo>
                    <a:pt x="1" y="2529"/>
                  </a:lnTo>
                  <a:cubicBezTo>
                    <a:pt x="1" y="2835"/>
                    <a:pt x="247" y="3081"/>
                    <a:pt x="558" y="3081"/>
                  </a:cubicBezTo>
                  <a:cubicBezTo>
                    <a:pt x="863" y="3081"/>
                    <a:pt x="1110" y="2835"/>
                    <a:pt x="1110" y="2529"/>
                  </a:cubicBezTo>
                  <a:lnTo>
                    <a:pt x="1110" y="557"/>
                  </a:lnTo>
                  <a:cubicBezTo>
                    <a:pt x="1110" y="247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2054277" y="4190518"/>
              <a:ext cx="86446" cy="86529"/>
            </a:xfrm>
            <a:custGeom>
              <a:avLst/>
              <a:gdLst/>
              <a:ahLst/>
              <a:cxnLst/>
              <a:rect l="l" t="t" r="r" b="b"/>
              <a:pathLst>
                <a:path w="5236" h="5241" extrusionOk="0">
                  <a:moveTo>
                    <a:pt x="2608" y="927"/>
                  </a:moveTo>
                  <a:cubicBezTo>
                    <a:pt x="3555" y="927"/>
                    <a:pt x="4314" y="1686"/>
                    <a:pt x="4314" y="2628"/>
                  </a:cubicBezTo>
                  <a:cubicBezTo>
                    <a:pt x="4314" y="3555"/>
                    <a:pt x="3555" y="4314"/>
                    <a:pt x="2608" y="4314"/>
                  </a:cubicBezTo>
                  <a:cubicBezTo>
                    <a:pt x="1686" y="4314"/>
                    <a:pt x="922" y="3555"/>
                    <a:pt x="922" y="2628"/>
                  </a:cubicBezTo>
                  <a:cubicBezTo>
                    <a:pt x="922" y="1686"/>
                    <a:pt x="1686" y="927"/>
                    <a:pt x="2608" y="927"/>
                  </a:cubicBezTo>
                  <a:close/>
                  <a:moveTo>
                    <a:pt x="2608" y="0"/>
                  </a:moveTo>
                  <a:cubicBezTo>
                    <a:pt x="1169" y="0"/>
                    <a:pt x="0" y="1174"/>
                    <a:pt x="0" y="2628"/>
                  </a:cubicBezTo>
                  <a:cubicBezTo>
                    <a:pt x="0" y="4067"/>
                    <a:pt x="1169" y="5240"/>
                    <a:pt x="2608" y="5240"/>
                  </a:cubicBezTo>
                  <a:cubicBezTo>
                    <a:pt x="4047" y="5240"/>
                    <a:pt x="5235" y="4067"/>
                    <a:pt x="5235" y="2628"/>
                  </a:cubicBezTo>
                  <a:cubicBezTo>
                    <a:pt x="5235" y="1174"/>
                    <a:pt x="4047" y="0"/>
                    <a:pt x="260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0" name="Google Shape;310;p19"/>
          <p:cNvSpPr/>
          <p:nvPr/>
        </p:nvSpPr>
        <p:spPr>
          <a:xfrm>
            <a:off x="7593350" y="1109850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4790925" y="1490811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19"/>
          <p:cNvGrpSpPr/>
          <p:nvPr/>
        </p:nvGrpSpPr>
        <p:grpSpPr>
          <a:xfrm>
            <a:off x="5083455" y="1698666"/>
            <a:ext cx="245629" cy="414967"/>
            <a:chOff x="4443527" y="4747418"/>
            <a:chExt cx="308308" cy="520857"/>
          </a:xfrm>
        </p:grpSpPr>
        <p:sp>
          <p:nvSpPr>
            <p:cNvPr id="313" name="Google Shape;313;p19"/>
            <p:cNvSpPr/>
            <p:nvPr/>
          </p:nvSpPr>
          <p:spPr>
            <a:xfrm>
              <a:off x="4584261" y="4866404"/>
              <a:ext cx="28513" cy="167907"/>
            </a:xfrm>
            <a:custGeom>
              <a:avLst/>
              <a:gdLst/>
              <a:ahLst/>
              <a:cxnLst/>
              <a:rect l="l" t="t" r="r" b="b"/>
              <a:pathLst>
                <a:path w="1727" h="10170" extrusionOk="0">
                  <a:moveTo>
                    <a:pt x="1" y="1"/>
                  </a:moveTo>
                  <a:lnTo>
                    <a:pt x="1" y="10170"/>
                  </a:lnTo>
                  <a:lnTo>
                    <a:pt x="1726" y="10170"/>
                  </a:lnTo>
                  <a:lnTo>
                    <a:pt x="1726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4451024" y="5011611"/>
              <a:ext cx="293003" cy="249218"/>
            </a:xfrm>
            <a:custGeom>
              <a:avLst/>
              <a:gdLst/>
              <a:ahLst/>
              <a:cxnLst/>
              <a:rect l="l" t="t" r="r" b="b"/>
              <a:pathLst>
                <a:path w="17747" h="15095" extrusionOk="0">
                  <a:moveTo>
                    <a:pt x="1129" y="1"/>
                  </a:moveTo>
                  <a:cubicBezTo>
                    <a:pt x="513" y="1"/>
                    <a:pt x="0" y="494"/>
                    <a:pt x="0" y="1110"/>
                  </a:cubicBezTo>
                  <a:lnTo>
                    <a:pt x="0" y="13966"/>
                  </a:lnTo>
                  <a:cubicBezTo>
                    <a:pt x="0" y="14582"/>
                    <a:pt x="513" y="15094"/>
                    <a:pt x="1129" y="15094"/>
                  </a:cubicBezTo>
                  <a:lnTo>
                    <a:pt x="16617" y="15094"/>
                  </a:lnTo>
                  <a:cubicBezTo>
                    <a:pt x="17253" y="15094"/>
                    <a:pt x="17746" y="14582"/>
                    <a:pt x="17746" y="13966"/>
                  </a:cubicBezTo>
                  <a:lnTo>
                    <a:pt x="17746" y="1110"/>
                  </a:lnTo>
                  <a:cubicBezTo>
                    <a:pt x="17746" y="494"/>
                    <a:pt x="17253" y="1"/>
                    <a:pt x="16617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4481538" y="5042141"/>
              <a:ext cx="231965" cy="188164"/>
            </a:xfrm>
            <a:custGeom>
              <a:avLst/>
              <a:gdLst/>
              <a:ahLst/>
              <a:cxnLst/>
              <a:rect l="l" t="t" r="r" b="b"/>
              <a:pathLst>
                <a:path w="14050" h="11397" extrusionOk="0">
                  <a:moveTo>
                    <a:pt x="371" y="0"/>
                  </a:moveTo>
                  <a:cubicBezTo>
                    <a:pt x="164" y="0"/>
                    <a:pt x="1" y="163"/>
                    <a:pt x="1" y="345"/>
                  </a:cubicBezTo>
                  <a:lnTo>
                    <a:pt x="1" y="11027"/>
                  </a:lnTo>
                  <a:cubicBezTo>
                    <a:pt x="1" y="11234"/>
                    <a:pt x="164" y="11397"/>
                    <a:pt x="371" y="11397"/>
                  </a:cubicBezTo>
                  <a:lnTo>
                    <a:pt x="13680" y="11397"/>
                  </a:lnTo>
                  <a:cubicBezTo>
                    <a:pt x="13882" y="11397"/>
                    <a:pt x="14050" y="11234"/>
                    <a:pt x="14050" y="11027"/>
                  </a:cubicBezTo>
                  <a:lnTo>
                    <a:pt x="14050" y="345"/>
                  </a:lnTo>
                  <a:cubicBezTo>
                    <a:pt x="14050" y="163"/>
                    <a:pt x="13882" y="0"/>
                    <a:pt x="13680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4549354" y="5067537"/>
              <a:ext cx="103765" cy="98730"/>
            </a:xfrm>
            <a:custGeom>
              <a:avLst/>
              <a:gdLst/>
              <a:ahLst/>
              <a:cxnLst/>
              <a:rect l="l" t="t" r="r" b="b"/>
              <a:pathLst>
                <a:path w="6285" h="5980" extrusionOk="0">
                  <a:moveTo>
                    <a:pt x="700" y="0"/>
                  </a:moveTo>
                  <a:cubicBezTo>
                    <a:pt x="311" y="0"/>
                    <a:pt x="0" y="330"/>
                    <a:pt x="0" y="720"/>
                  </a:cubicBezTo>
                  <a:lnTo>
                    <a:pt x="0" y="2529"/>
                  </a:lnTo>
                  <a:cubicBezTo>
                    <a:pt x="0" y="2627"/>
                    <a:pt x="64" y="2711"/>
                    <a:pt x="163" y="2711"/>
                  </a:cubicBezTo>
                  <a:lnTo>
                    <a:pt x="1252" y="2711"/>
                  </a:lnTo>
                  <a:cubicBezTo>
                    <a:pt x="1336" y="2711"/>
                    <a:pt x="1420" y="2627"/>
                    <a:pt x="1420" y="2529"/>
                  </a:cubicBezTo>
                  <a:lnTo>
                    <a:pt x="1420" y="1440"/>
                  </a:lnTo>
                  <a:lnTo>
                    <a:pt x="4846" y="1440"/>
                  </a:lnTo>
                  <a:lnTo>
                    <a:pt x="4846" y="3165"/>
                  </a:lnTo>
                  <a:lnTo>
                    <a:pt x="2627" y="4333"/>
                  </a:lnTo>
                  <a:cubicBezTo>
                    <a:pt x="2406" y="4456"/>
                    <a:pt x="2258" y="4703"/>
                    <a:pt x="2258" y="4969"/>
                  </a:cubicBezTo>
                  <a:lnTo>
                    <a:pt x="2258" y="5792"/>
                  </a:lnTo>
                  <a:cubicBezTo>
                    <a:pt x="2258" y="5896"/>
                    <a:pt x="2342" y="5979"/>
                    <a:pt x="2445" y="5979"/>
                  </a:cubicBezTo>
                  <a:lnTo>
                    <a:pt x="3490" y="5979"/>
                  </a:lnTo>
                  <a:cubicBezTo>
                    <a:pt x="3594" y="5979"/>
                    <a:pt x="3677" y="5896"/>
                    <a:pt x="3677" y="5792"/>
                  </a:cubicBezTo>
                  <a:lnTo>
                    <a:pt x="3677" y="5403"/>
                  </a:lnTo>
                  <a:lnTo>
                    <a:pt x="5896" y="4210"/>
                  </a:lnTo>
                  <a:cubicBezTo>
                    <a:pt x="6122" y="4087"/>
                    <a:pt x="6285" y="3840"/>
                    <a:pt x="6285" y="3574"/>
                  </a:cubicBezTo>
                  <a:lnTo>
                    <a:pt x="6285" y="720"/>
                  </a:lnTo>
                  <a:cubicBezTo>
                    <a:pt x="6285" y="330"/>
                    <a:pt x="5955" y="0"/>
                    <a:pt x="5565" y="0"/>
                  </a:cubicBezTo>
                  <a:close/>
                </a:path>
              </a:pathLst>
            </a:custGeom>
            <a:solidFill>
              <a:srgbClr val="E0B1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4586622" y="5186935"/>
              <a:ext cx="23461" cy="24435"/>
            </a:xfrm>
            <a:custGeom>
              <a:avLst/>
              <a:gdLst/>
              <a:ahLst/>
              <a:cxnLst/>
              <a:rect l="l" t="t" r="r" b="b"/>
              <a:pathLst>
                <a:path w="1421" h="1480" extrusionOk="0">
                  <a:moveTo>
                    <a:pt x="272" y="0"/>
                  </a:moveTo>
                  <a:cubicBezTo>
                    <a:pt x="104" y="0"/>
                    <a:pt x="1" y="124"/>
                    <a:pt x="1" y="267"/>
                  </a:cubicBezTo>
                  <a:lnTo>
                    <a:pt x="1" y="1213"/>
                  </a:lnTo>
                  <a:cubicBezTo>
                    <a:pt x="1" y="1356"/>
                    <a:pt x="104" y="1479"/>
                    <a:pt x="272" y="1479"/>
                  </a:cubicBezTo>
                  <a:lnTo>
                    <a:pt x="1154" y="1479"/>
                  </a:lnTo>
                  <a:cubicBezTo>
                    <a:pt x="1317" y="1479"/>
                    <a:pt x="1420" y="1356"/>
                    <a:pt x="1420" y="1213"/>
                  </a:cubicBezTo>
                  <a:lnTo>
                    <a:pt x="1420" y="267"/>
                  </a:lnTo>
                  <a:cubicBezTo>
                    <a:pt x="1420" y="124"/>
                    <a:pt x="1317" y="0"/>
                    <a:pt x="1154" y="0"/>
                  </a:cubicBezTo>
                  <a:close/>
                </a:path>
              </a:pathLst>
            </a:custGeom>
            <a:solidFill>
              <a:srgbClr val="E0B1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4474389" y="4755229"/>
              <a:ext cx="248228" cy="134292"/>
            </a:xfrm>
            <a:custGeom>
              <a:avLst/>
              <a:gdLst/>
              <a:ahLst/>
              <a:cxnLst/>
              <a:rect l="l" t="t" r="r" b="b"/>
              <a:pathLst>
                <a:path w="15035" h="8134" extrusionOk="0">
                  <a:moveTo>
                    <a:pt x="4067" y="0"/>
                  </a:moveTo>
                  <a:cubicBezTo>
                    <a:pt x="2938" y="0"/>
                    <a:pt x="1932" y="449"/>
                    <a:pt x="1193" y="1188"/>
                  </a:cubicBezTo>
                  <a:cubicBezTo>
                    <a:pt x="454" y="1908"/>
                    <a:pt x="0" y="2933"/>
                    <a:pt x="0" y="4067"/>
                  </a:cubicBezTo>
                  <a:cubicBezTo>
                    <a:pt x="0" y="6305"/>
                    <a:pt x="1829" y="8134"/>
                    <a:pt x="4067" y="8134"/>
                  </a:cubicBezTo>
                  <a:lnTo>
                    <a:pt x="10968" y="8134"/>
                  </a:lnTo>
                  <a:cubicBezTo>
                    <a:pt x="12097" y="8134"/>
                    <a:pt x="13107" y="7660"/>
                    <a:pt x="13847" y="6941"/>
                  </a:cubicBezTo>
                  <a:cubicBezTo>
                    <a:pt x="14586" y="6201"/>
                    <a:pt x="15035" y="5176"/>
                    <a:pt x="15035" y="4067"/>
                  </a:cubicBezTo>
                  <a:cubicBezTo>
                    <a:pt x="15035" y="1804"/>
                    <a:pt x="13206" y="0"/>
                    <a:pt x="1096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4505960" y="4786717"/>
              <a:ext cx="185160" cy="71241"/>
            </a:xfrm>
            <a:custGeom>
              <a:avLst/>
              <a:gdLst/>
              <a:ahLst/>
              <a:cxnLst/>
              <a:rect l="l" t="t" r="r" b="b"/>
              <a:pathLst>
                <a:path w="11215" h="4315" extrusionOk="0">
                  <a:moveTo>
                    <a:pt x="2155" y="1"/>
                  </a:moveTo>
                  <a:cubicBezTo>
                    <a:pt x="967" y="1"/>
                    <a:pt x="1" y="967"/>
                    <a:pt x="1" y="2160"/>
                  </a:cubicBezTo>
                  <a:cubicBezTo>
                    <a:pt x="1" y="3348"/>
                    <a:pt x="967" y="4314"/>
                    <a:pt x="2155" y="4314"/>
                  </a:cubicBezTo>
                  <a:lnTo>
                    <a:pt x="9056" y="4314"/>
                  </a:lnTo>
                  <a:cubicBezTo>
                    <a:pt x="10249" y="4314"/>
                    <a:pt x="11215" y="3348"/>
                    <a:pt x="11215" y="2160"/>
                  </a:cubicBezTo>
                  <a:cubicBezTo>
                    <a:pt x="11215" y="967"/>
                    <a:pt x="10249" y="1"/>
                    <a:pt x="905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9"/>
            <p:cNvSpPr/>
            <p:nvPr/>
          </p:nvSpPr>
          <p:spPr>
            <a:xfrm>
              <a:off x="4530051" y="4810494"/>
              <a:ext cx="137314" cy="23362"/>
            </a:xfrm>
            <a:custGeom>
              <a:avLst/>
              <a:gdLst/>
              <a:ahLst/>
              <a:cxnLst/>
              <a:rect l="l" t="t" r="r" b="b"/>
              <a:pathLst>
                <a:path w="8317" h="1415" extrusionOk="0">
                  <a:moveTo>
                    <a:pt x="696" y="0"/>
                  </a:moveTo>
                  <a:cubicBezTo>
                    <a:pt x="306" y="0"/>
                    <a:pt x="1" y="326"/>
                    <a:pt x="1" y="720"/>
                  </a:cubicBezTo>
                  <a:cubicBezTo>
                    <a:pt x="1" y="1109"/>
                    <a:pt x="306" y="1415"/>
                    <a:pt x="696" y="1415"/>
                  </a:cubicBezTo>
                  <a:lnTo>
                    <a:pt x="7597" y="1415"/>
                  </a:lnTo>
                  <a:cubicBezTo>
                    <a:pt x="7986" y="1415"/>
                    <a:pt x="8317" y="1109"/>
                    <a:pt x="8317" y="720"/>
                  </a:cubicBezTo>
                  <a:cubicBezTo>
                    <a:pt x="8317" y="326"/>
                    <a:pt x="7986" y="0"/>
                    <a:pt x="7597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9"/>
            <p:cNvSpPr/>
            <p:nvPr/>
          </p:nvSpPr>
          <p:spPr>
            <a:xfrm>
              <a:off x="4612761" y="4956675"/>
              <a:ext cx="68203" cy="54945"/>
            </a:xfrm>
            <a:custGeom>
              <a:avLst/>
              <a:gdLst/>
              <a:ahLst/>
              <a:cxnLst/>
              <a:rect l="l" t="t" r="r" b="b"/>
              <a:pathLst>
                <a:path w="4131" h="3328" extrusionOk="0">
                  <a:moveTo>
                    <a:pt x="2139" y="0"/>
                  </a:moveTo>
                  <a:cubicBezTo>
                    <a:pt x="966" y="0"/>
                    <a:pt x="0" y="942"/>
                    <a:pt x="0" y="2135"/>
                  </a:cubicBezTo>
                  <a:lnTo>
                    <a:pt x="0" y="3328"/>
                  </a:lnTo>
                  <a:lnTo>
                    <a:pt x="1991" y="3328"/>
                  </a:lnTo>
                  <a:cubicBezTo>
                    <a:pt x="3165" y="3328"/>
                    <a:pt x="4131" y="2362"/>
                    <a:pt x="4131" y="1169"/>
                  </a:cubicBezTo>
                  <a:lnTo>
                    <a:pt x="4131" y="222"/>
                  </a:lnTo>
                  <a:cubicBezTo>
                    <a:pt x="4131" y="99"/>
                    <a:pt x="4027" y="0"/>
                    <a:pt x="3904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9"/>
            <p:cNvSpPr/>
            <p:nvPr/>
          </p:nvSpPr>
          <p:spPr>
            <a:xfrm>
              <a:off x="4516131" y="4956675"/>
              <a:ext cx="68137" cy="54945"/>
            </a:xfrm>
            <a:custGeom>
              <a:avLst/>
              <a:gdLst/>
              <a:ahLst/>
              <a:cxnLst/>
              <a:rect l="l" t="t" r="r" b="b"/>
              <a:pathLst>
                <a:path w="4127" h="3328" extrusionOk="0">
                  <a:moveTo>
                    <a:pt x="228" y="0"/>
                  </a:moveTo>
                  <a:cubicBezTo>
                    <a:pt x="104" y="0"/>
                    <a:pt x="1" y="99"/>
                    <a:pt x="1" y="222"/>
                  </a:cubicBezTo>
                  <a:lnTo>
                    <a:pt x="1" y="1169"/>
                  </a:lnTo>
                  <a:cubicBezTo>
                    <a:pt x="1" y="2362"/>
                    <a:pt x="967" y="3328"/>
                    <a:pt x="2135" y="3328"/>
                  </a:cubicBezTo>
                  <a:lnTo>
                    <a:pt x="4127" y="3328"/>
                  </a:lnTo>
                  <a:lnTo>
                    <a:pt x="4127" y="2135"/>
                  </a:lnTo>
                  <a:cubicBezTo>
                    <a:pt x="4127" y="942"/>
                    <a:pt x="3161" y="0"/>
                    <a:pt x="1992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9"/>
            <p:cNvSpPr/>
            <p:nvPr/>
          </p:nvSpPr>
          <p:spPr>
            <a:xfrm>
              <a:off x="4578894" y="5179455"/>
              <a:ext cx="38997" cy="39723"/>
            </a:xfrm>
            <a:custGeom>
              <a:avLst/>
              <a:gdLst/>
              <a:ahLst/>
              <a:cxnLst/>
              <a:rect l="l" t="t" r="r" b="b"/>
              <a:pathLst>
                <a:path w="2362" h="2406" extrusionOk="0">
                  <a:moveTo>
                    <a:pt x="1435" y="927"/>
                  </a:moveTo>
                  <a:lnTo>
                    <a:pt x="1435" y="1479"/>
                  </a:lnTo>
                  <a:lnTo>
                    <a:pt x="922" y="1479"/>
                  </a:lnTo>
                  <a:lnTo>
                    <a:pt x="922" y="927"/>
                  </a:lnTo>
                  <a:close/>
                  <a:moveTo>
                    <a:pt x="740" y="0"/>
                  </a:moveTo>
                  <a:cubicBezTo>
                    <a:pt x="326" y="0"/>
                    <a:pt x="0" y="330"/>
                    <a:pt x="0" y="720"/>
                  </a:cubicBezTo>
                  <a:lnTo>
                    <a:pt x="0" y="1666"/>
                  </a:lnTo>
                  <a:cubicBezTo>
                    <a:pt x="0" y="2075"/>
                    <a:pt x="326" y="2406"/>
                    <a:pt x="740" y="2406"/>
                  </a:cubicBezTo>
                  <a:lnTo>
                    <a:pt x="1622" y="2406"/>
                  </a:lnTo>
                  <a:cubicBezTo>
                    <a:pt x="2031" y="2406"/>
                    <a:pt x="2362" y="2075"/>
                    <a:pt x="2362" y="1666"/>
                  </a:cubicBezTo>
                  <a:lnTo>
                    <a:pt x="2362" y="720"/>
                  </a:lnTo>
                  <a:cubicBezTo>
                    <a:pt x="2362" y="330"/>
                    <a:pt x="2031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4443527" y="4747418"/>
              <a:ext cx="308308" cy="520857"/>
            </a:xfrm>
            <a:custGeom>
              <a:avLst/>
              <a:gdLst/>
              <a:ahLst/>
              <a:cxnLst/>
              <a:rect l="l" t="t" r="r" b="b"/>
              <a:pathLst>
                <a:path w="18674" h="31548" extrusionOk="0">
                  <a:moveTo>
                    <a:pt x="12837" y="922"/>
                  </a:moveTo>
                  <a:cubicBezTo>
                    <a:pt x="14828" y="922"/>
                    <a:pt x="16455" y="2544"/>
                    <a:pt x="16455" y="4540"/>
                  </a:cubicBezTo>
                  <a:cubicBezTo>
                    <a:pt x="16455" y="6512"/>
                    <a:pt x="14828" y="8133"/>
                    <a:pt x="12837" y="8133"/>
                  </a:cubicBezTo>
                  <a:lnTo>
                    <a:pt x="5936" y="8133"/>
                  </a:lnTo>
                  <a:cubicBezTo>
                    <a:pt x="3944" y="8133"/>
                    <a:pt x="2342" y="6512"/>
                    <a:pt x="2342" y="4540"/>
                  </a:cubicBezTo>
                  <a:cubicBezTo>
                    <a:pt x="2342" y="2544"/>
                    <a:pt x="3944" y="922"/>
                    <a:pt x="5936" y="922"/>
                  </a:cubicBezTo>
                  <a:close/>
                  <a:moveTo>
                    <a:pt x="6389" y="13122"/>
                  </a:moveTo>
                  <a:cubicBezTo>
                    <a:pt x="7311" y="13122"/>
                    <a:pt x="8075" y="13881"/>
                    <a:pt x="8075" y="14808"/>
                  </a:cubicBezTo>
                  <a:lnTo>
                    <a:pt x="8075" y="15527"/>
                  </a:lnTo>
                  <a:lnTo>
                    <a:pt x="6532" y="15527"/>
                  </a:lnTo>
                  <a:cubicBezTo>
                    <a:pt x="5611" y="15527"/>
                    <a:pt x="4871" y="14768"/>
                    <a:pt x="4871" y="13842"/>
                  </a:cubicBezTo>
                  <a:lnTo>
                    <a:pt x="4871" y="13122"/>
                  </a:lnTo>
                  <a:close/>
                  <a:moveTo>
                    <a:pt x="13926" y="13122"/>
                  </a:moveTo>
                  <a:lnTo>
                    <a:pt x="13926" y="13842"/>
                  </a:lnTo>
                  <a:cubicBezTo>
                    <a:pt x="13926" y="14768"/>
                    <a:pt x="13167" y="15527"/>
                    <a:pt x="12240" y="15527"/>
                  </a:cubicBezTo>
                  <a:lnTo>
                    <a:pt x="10722" y="15527"/>
                  </a:lnTo>
                  <a:lnTo>
                    <a:pt x="10722" y="14808"/>
                  </a:lnTo>
                  <a:cubicBezTo>
                    <a:pt x="10722" y="13881"/>
                    <a:pt x="11462" y="13122"/>
                    <a:pt x="12388" y="13122"/>
                  </a:cubicBezTo>
                  <a:close/>
                  <a:moveTo>
                    <a:pt x="17071" y="16449"/>
                  </a:moveTo>
                  <a:cubicBezTo>
                    <a:pt x="17441" y="16449"/>
                    <a:pt x="17747" y="16760"/>
                    <a:pt x="17747" y="17110"/>
                  </a:cubicBezTo>
                  <a:lnTo>
                    <a:pt x="17747" y="29966"/>
                  </a:lnTo>
                  <a:cubicBezTo>
                    <a:pt x="17747" y="30335"/>
                    <a:pt x="17441" y="30621"/>
                    <a:pt x="17071" y="30621"/>
                  </a:cubicBezTo>
                  <a:lnTo>
                    <a:pt x="1583" y="30621"/>
                  </a:lnTo>
                  <a:cubicBezTo>
                    <a:pt x="1214" y="30621"/>
                    <a:pt x="928" y="30335"/>
                    <a:pt x="928" y="29966"/>
                  </a:cubicBezTo>
                  <a:lnTo>
                    <a:pt x="928" y="17110"/>
                  </a:lnTo>
                  <a:cubicBezTo>
                    <a:pt x="928" y="16760"/>
                    <a:pt x="1214" y="16449"/>
                    <a:pt x="1583" y="16449"/>
                  </a:cubicBezTo>
                  <a:close/>
                  <a:moveTo>
                    <a:pt x="5936" y="0"/>
                  </a:moveTo>
                  <a:cubicBezTo>
                    <a:pt x="3432" y="0"/>
                    <a:pt x="1421" y="2031"/>
                    <a:pt x="1421" y="4540"/>
                  </a:cubicBezTo>
                  <a:cubicBezTo>
                    <a:pt x="1421" y="7024"/>
                    <a:pt x="3432" y="9055"/>
                    <a:pt x="5936" y="9055"/>
                  </a:cubicBezTo>
                  <a:lnTo>
                    <a:pt x="8075" y="9055"/>
                  </a:lnTo>
                  <a:lnTo>
                    <a:pt x="8075" y="12816"/>
                  </a:lnTo>
                  <a:cubicBezTo>
                    <a:pt x="7602" y="12427"/>
                    <a:pt x="7025" y="12200"/>
                    <a:pt x="6389" y="12200"/>
                  </a:cubicBezTo>
                  <a:lnTo>
                    <a:pt x="4398" y="12200"/>
                  </a:lnTo>
                  <a:cubicBezTo>
                    <a:pt x="4151" y="12200"/>
                    <a:pt x="3944" y="12402"/>
                    <a:pt x="3944" y="12673"/>
                  </a:cubicBezTo>
                  <a:lnTo>
                    <a:pt x="3944" y="13842"/>
                  </a:lnTo>
                  <a:cubicBezTo>
                    <a:pt x="3944" y="14478"/>
                    <a:pt x="4171" y="15074"/>
                    <a:pt x="4561" y="15527"/>
                  </a:cubicBezTo>
                  <a:lnTo>
                    <a:pt x="1583" y="15527"/>
                  </a:lnTo>
                  <a:cubicBezTo>
                    <a:pt x="701" y="15527"/>
                    <a:pt x="1" y="16247"/>
                    <a:pt x="1" y="17110"/>
                  </a:cubicBezTo>
                  <a:lnTo>
                    <a:pt x="1" y="29966"/>
                  </a:lnTo>
                  <a:cubicBezTo>
                    <a:pt x="1" y="30848"/>
                    <a:pt x="701" y="31548"/>
                    <a:pt x="1583" y="31548"/>
                  </a:cubicBezTo>
                  <a:lnTo>
                    <a:pt x="17071" y="31548"/>
                  </a:lnTo>
                  <a:cubicBezTo>
                    <a:pt x="17954" y="31548"/>
                    <a:pt x="18673" y="30848"/>
                    <a:pt x="18673" y="29966"/>
                  </a:cubicBezTo>
                  <a:lnTo>
                    <a:pt x="18673" y="17110"/>
                  </a:lnTo>
                  <a:cubicBezTo>
                    <a:pt x="18673" y="16247"/>
                    <a:pt x="17954" y="15527"/>
                    <a:pt x="17071" y="15527"/>
                  </a:cubicBezTo>
                  <a:lnTo>
                    <a:pt x="14237" y="15527"/>
                  </a:lnTo>
                  <a:cubicBezTo>
                    <a:pt x="14607" y="15074"/>
                    <a:pt x="14853" y="14478"/>
                    <a:pt x="14853" y="13842"/>
                  </a:cubicBezTo>
                  <a:lnTo>
                    <a:pt x="14853" y="12673"/>
                  </a:lnTo>
                  <a:cubicBezTo>
                    <a:pt x="14853" y="12402"/>
                    <a:pt x="14626" y="12200"/>
                    <a:pt x="14380" y="12200"/>
                  </a:cubicBezTo>
                  <a:lnTo>
                    <a:pt x="12388" y="12200"/>
                  </a:lnTo>
                  <a:cubicBezTo>
                    <a:pt x="11748" y="12200"/>
                    <a:pt x="11176" y="12427"/>
                    <a:pt x="10722" y="12816"/>
                  </a:cubicBezTo>
                  <a:lnTo>
                    <a:pt x="10722" y="11688"/>
                  </a:lnTo>
                  <a:cubicBezTo>
                    <a:pt x="10722" y="11416"/>
                    <a:pt x="10496" y="11214"/>
                    <a:pt x="10249" y="11214"/>
                  </a:cubicBezTo>
                  <a:cubicBezTo>
                    <a:pt x="10003" y="11214"/>
                    <a:pt x="9800" y="11416"/>
                    <a:pt x="9800" y="11688"/>
                  </a:cubicBezTo>
                  <a:lnTo>
                    <a:pt x="9800" y="15527"/>
                  </a:lnTo>
                  <a:lnTo>
                    <a:pt x="8997" y="15527"/>
                  </a:lnTo>
                  <a:lnTo>
                    <a:pt x="8997" y="9055"/>
                  </a:lnTo>
                  <a:lnTo>
                    <a:pt x="9800" y="9055"/>
                  </a:lnTo>
                  <a:lnTo>
                    <a:pt x="9800" y="9839"/>
                  </a:lnTo>
                  <a:cubicBezTo>
                    <a:pt x="9800" y="10085"/>
                    <a:pt x="10003" y="10288"/>
                    <a:pt x="10249" y="10288"/>
                  </a:cubicBezTo>
                  <a:cubicBezTo>
                    <a:pt x="10496" y="10288"/>
                    <a:pt x="10722" y="10085"/>
                    <a:pt x="10722" y="9839"/>
                  </a:cubicBezTo>
                  <a:lnTo>
                    <a:pt x="10722" y="9055"/>
                  </a:lnTo>
                  <a:lnTo>
                    <a:pt x="12837" y="9055"/>
                  </a:lnTo>
                  <a:cubicBezTo>
                    <a:pt x="15346" y="9055"/>
                    <a:pt x="17377" y="7024"/>
                    <a:pt x="17377" y="4540"/>
                  </a:cubicBezTo>
                  <a:cubicBezTo>
                    <a:pt x="17377" y="2031"/>
                    <a:pt x="15346" y="0"/>
                    <a:pt x="1283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4474058" y="5034315"/>
              <a:ext cx="247254" cy="203486"/>
            </a:xfrm>
            <a:custGeom>
              <a:avLst/>
              <a:gdLst/>
              <a:ahLst/>
              <a:cxnLst/>
              <a:rect l="l" t="t" r="r" b="b"/>
              <a:pathLst>
                <a:path w="14976" h="12325" extrusionOk="0">
                  <a:moveTo>
                    <a:pt x="454" y="1"/>
                  </a:moveTo>
                  <a:cubicBezTo>
                    <a:pt x="207" y="1"/>
                    <a:pt x="0" y="203"/>
                    <a:pt x="0" y="474"/>
                  </a:cubicBezTo>
                  <a:lnTo>
                    <a:pt x="0" y="7558"/>
                  </a:lnTo>
                  <a:cubicBezTo>
                    <a:pt x="0" y="7804"/>
                    <a:pt x="207" y="8011"/>
                    <a:pt x="454" y="8011"/>
                  </a:cubicBezTo>
                  <a:cubicBezTo>
                    <a:pt x="700" y="8011"/>
                    <a:pt x="927" y="7804"/>
                    <a:pt x="927" y="7558"/>
                  </a:cubicBezTo>
                  <a:lnTo>
                    <a:pt x="927" y="923"/>
                  </a:lnTo>
                  <a:lnTo>
                    <a:pt x="14049" y="923"/>
                  </a:lnTo>
                  <a:lnTo>
                    <a:pt x="14049" y="11398"/>
                  </a:lnTo>
                  <a:lnTo>
                    <a:pt x="927" y="11398"/>
                  </a:lnTo>
                  <a:lnTo>
                    <a:pt x="927" y="9406"/>
                  </a:lnTo>
                  <a:cubicBezTo>
                    <a:pt x="927" y="9140"/>
                    <a:pt x="700" y="8933"/>
                    <a:pt x="454" y="8933"/>
                  </a:cubicBezTo>
                  <a:cubicBezTo>
                    <a:pt x="207" y="8933"/>
                    <a:pt x="0" y="9140"/>
                    <a:pt x="0" y="9406"/>
                  </a:cubicBezTo>
                  <a:lnTo>
                    <a:pt x="0" y="11871"/>
                  </a:lnTo>
                  <a:cubicBezTo>
                    <a:pt x="0" y="12117"/>
                    <a:pt x="207" y="12324"/>
                    <a:pt x="454" y="12324"/>
                  </a:cubicBezTo>
                  <a:lnTo>
                    <a:pt x="14503" y="12324"/>
                  </a:lnTo>
                  <a:cubicBezTo>
                    <a:pt x="14749" y="12324"/>
                    <a:pt x="14976" y="12117"/>
                    <a:pt x="14976" y="11871"/>
                  </a:cubicBezTo>
                  <a:lnTo>
                    <a:pt x="14976" y="474"/>
                  </a:lnTo>
                  <a:cubicBezTo>
                    <a:pt x="14976" y="203"/>
                    <a:pt x="14749" y="1"/>
                    <a:pt x="1450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4681617" y="5056705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43" y="1110"/>
                    <a:pt x="1109" y="863"/>
                    <a:pt x="1109" y="553"/>
                  </a:cubicBezTo>
                  <a:cubicBezTo>
                    <a:pt x="1109" y="247"/>
                    <a:pt x="84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4497506" y="5056705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2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2" y="1110"/>
                  </a:cubicBezTo>
                  <a:cubicBezTo>
                    <a:pt x="838" y="1110"/>
                    <a:pt x="1109" y="863"/>
                    <a:pt x="1109" y="553"/>
                  </a:cubicBezTo>
                  <a:cubicBezTo>
                    <a:pt x="1109" y="247"/>
                    <a:pt x="838" y="1"/>
                    <a:pt x="55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4681617" y="5197107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43" y="1110"/>
                    <a:pt x="1109" y="863"/>
                    <a:pt x="1109" y="553"/>
                  </a:cubicBezTo>
                  <a:cubicBezTo>
                    <a:pt x="1109" y="247"/>
                    <a:pt x="84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4497506" y="5197107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2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2" y="1110"/>
                  </a:cubicBezTo>
                  <a:cubicBezTo>
                    <a:pt x="838" y="1110"/>
                    <a:pt x="1109" y="863"/>
                    <a:pt x="1109" y="553"/>
                  </a:cubicBezTo>
                  <a:cubicBezTo>
                    <a:pt x="1109" y="247"/>
                    <a:pt x="838" y="1"/>
                    <a:pt x="55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4541527" y="5060040"/>
              <a:ext cx="119087" cy="113952"/>
            </a:xfrm>
            <a:custGeom>
              <a:avLst/>
              <a:gdLst/>
              <a:ahLst/>
              <a:cxnLst/>
              <a:rect l="l" t="t" r="r" b="b"/>
              <a:pathLst>
                <a:path w="7213" h="6902" extrusionOk="0">
                  <a:moveTo>
                    <a:pt x="6039" y="927"/>
                  </a:moveTo>
                  <a:cubicBezTo>
                    <a:pt x="6163" y="927"/>
                    <a:pt x="6286" y="1031"/>
                    <a:pt x="6286" y="1174"/>
                  </a:cubicBezTo>
                  <a:lnTo>
                    <a:pt x="6286" y="4028"/>
                  </a:lnTo>
                  <a:cubicBezTo>
                    <a:pt x="6286" y="4131"/>
                    <a:pt x="6246" y="4215"/>
                    <a:pt x="6143" y="4255"/>
                  </a:cubicBezTo>
                  <a:lnTo>
                    <a:pt x="3944" y="5448"/>
                  </a:lnTo>
                  <a:cubicBezTo>
                    <a:pt x="3782" y="5526"/>
                    <a:pt x="3698" y="5669"/>
                    <a:pt x="3698" y="5857"/>
                  </a:cubicBezTo>
                  <a:lnTo>
                    <a:pt x="3698" y="5980"/>
                  </a:lnTo>
                  <a:lnTo>
                    <a:pt x="3185" y="5980"/>
                  </a:lnTo>
                  <a:lnTo>
                    <a:pt x="3185" y="5423"/>
                  </a:lnTo>
                  <a:cubicBezTo>
                    <a:pt x="3185" y="5324"/>
                    <a:pt x="3249" y="5241"/>
                    <a:pt x="3328" y="5201"/>
                  </a:cubicBezTo>
                  <a:lnTo>
                    <a:pt x="5527" y="4008"/>
                  </a:lnTo>
                  <a:cubicBezTo>
                    <a:pt x="5689" y="3924"/>
                    <a:pt x="5773" y="3781"/>
                    <a:pt x="5773" y="3619"/>
                  </a:cubicBezTo>
                  <a:lnTo>
                    <a:pt x="5773" y="1894"/>
                  </a:lnTo>
                  <a:cubicBezTo>
                    <a:pt x="5773" y="1627"/>
                    <a:pt x="5566" y="1420"/>
                    <a:pt x="5320" y="1420"/>
                  </a:cubicBezTo>
                  <a:lnTo>
                    <a:pt x="1894" y="1420"/>
                  </a:lnTo>
                  <a:cubicBezTo>
                    <a:pt x="1647" y="1420"/>
                    <a:pt x="1440" y="1627"/>
                    <a:pt x="1440" y="1894"/>
                  </a:cubicBezTo>
                  <a:lnTo>
                    <a:pt x="1440" y="2692"/>
                  </a:lnTo>
                  <a:lnTo>
                    <a:pt x="928" y="2692"/>
                  </a:lnTo>
                  <a:lnTo>
                    <a:pt x="928" y="1174"/>
                  </a:lnTo>
                  <a:cubicBezTo>
                    <a:pt x="928" y="1031"/>
                    <a:pt x="1051" y="927"/>
                    <a:pt x="1174" y="927"/>
                  </a:cubicBezTo>
                  <a:close/>
                  <a:moveTo>
                    <a:pt x="1174" y="1"/>
                  </a:moveTo>
                  <a:cubicBezTo>
                    <a:pt x="538" y="1"/>
                    <a:pt x="1" y="518"/>
                    <a:pt x="1" y="1174"/>
                  </a:cubicBezTo>
                  <a:lnTo>
                    <a:pt x="1" y="2983"/>
                  </a:lnTo>
                  <a:cubicBezTo>
                    <a:pt x="1" y="3328"/>
                    <a:pt x="292" y="3619"/>
                    <a:pt x="637" y="3619"/>
                  </a:cubicBezTo>
                  <a:lnTo>
                    <a:pt x="1726" y="3619"/>
                  </a:lnTo>
                  <a:cubicBezTo>
                    <a:pt x="2076" y="3619"/>
                    <a:pt x="2362" y="3328"/>
                    <a:pt x="2362" y="2983"/>
                  </a:cubicBezTo>
                  <a:lnTo>
                    <a:pt x="2362" y="2342"/>
                  </a:lnTo>
                  <a:lnTo>
                    <a:pt x="4851" y="2342"/>
                  </a:lnTo>
                  <a:lnTo>
                    <a:pt x="4851" y="3328"/>
                  </a:lnTo>
                  <a:lnTo>
                    <a:pt x="2899" y="4378"/>
                  </a:lnTo>
                  <a:cubicBezTo>
                    <a:pt x="2510" y="4585"/>
                    <a:pt x="2263" y="4974"/>
                    <a:pt x="2263" y="5423"/>
                  </a:cubicBezTo>
                  <a:lnTo>
                    <a:pt x="2263" y="6246"/>
                  </a:lnTo>
                  <a:cubicBezTo>
                    <a:pt x="2263" y="6616"/>
                    <a:pt x="2549" y="6902"/>
                    <a:pt x="2919" y="6902"/>
                  </a:cubicBezTo>
                  <a:lnTo>
                    <a:pt x="3964" y="6902"/>
                  </a:lnTo>
                  <a:cubicBezTo>
                    <a:pt x="4334" y="6902"/>
                    <a:pt x="4625" y="6616"/>
                    <a:pt x="4625" y="6246"/>
                  </a:cubicBezTo>
                  <a:lnTo>
                    <a:pt x="4625" y="6123"/>
                  </a:lnTo>
                  <a:lnTo>
                    <a:pt x="6596" y="5078"/>
                  </a:lnTo>
                  <a:cubicBezTo>
                    <a:pt x="6966" y="4871"/>
                    <a:pt x="7212" y="4481"/>
                    <a:pt x="7212" y="4028"/>
                  </a:cubicBezTo>
                  <a:lnTo>
                    <a:pt x="7212" y="1174"/>
                  </a:lnTo>
                  <a:cubicBezTo>
                    <a:pt x="7212" y="518"/>
                    <a:pt x="6675" y="1"/>
                    <a:pt x="603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4498480" y="4778907"/>
              <a:ext cx="200464" cy="86529"/>
            </a:xfrm>
            <a:custGeom>
              <a:avLst/>
              <a:gdLst/>
              <a:ahLst/>
              <a:cxnLst/>
              <a:rect l="l" t="t" r="r" b="b"/>
              <a:pathLst>
                <a:path w="12142" h="5241" extrusionOk="0">
                  <a:moveTo>
                    <a:pt x="2608" y="1"/>
                  </a:moveTo>
                  <a:cubicBezTo>
                    <a:pt x="1173" y="1"/>
                    <a:pt x="0" y="1174"/>
                    <a:pt x="0" y="2633"/>
                  </a:cubicBezTo>
                  <a:cubicBezTo>
                    <a:pt x="0" y="4067"/>
                    <a:pt x="1173" y="5241"/>
                    <a:pt x="2608" y="5241"/>
                  </a:cubicBezTo>
                  <a:lnTo>
                    <a:pt x="9509" y="5241"/>
                  </a:lnTo>
                  <a:cubicBezTo>
                    <a:pt x="10948" y="5241"/>
                    <a:pt x="12141" y="4067"/>
                    <a:pt x="12141" y="2633"/>
                  </a:cubicBezTo>
                  <a:cubicBezTo>
                    <a:pt x="12141" y="1174"/>
                    <a:pt x="10948" y="1"/>
                    <a:pt x="9509" y="1"/>
                  </a:cubicBezTo>
                  <a:lnTo>
                    <a:pt x="4930" y="1"/>
                  </a:lnTo>
                  <a:cubicBezTo>
                    <a:pt x="4683" y="1"/>
                    <a:pt x="4476" y="208"/>
                    <a:pt x="4476" y="474"/>
                  </a:cubicBezTo>
                  <a:cubicBezTo>
                    <a:pt x="4476" y="720"/>
                    <a:pt x="4683" y="927"/>
                    <a:pt x="4930" y="927"/>
                  </a:cubicBezTo>
                  <a:lnTo>
                    <a:pt x="9509" y="927"/>
                  </a:lnTo>
                  <a:cubicBezTo>
                    <a:pt x="10455" y="927"/>
                    <a:pt x="11215" y="1687"/>
                    <a:pt x="11215" y="2633"/>
                  </a:cubicBezTo>
                  <a:cubicBezTo>
                    <a:pt x="11215" y="3555"/>
                    <a:pt x="10455" y="4314"/>
                    <a:pt x="9509" y="4314"/>
                  </a:cubicBezTo>
                  <a:lnTo>
                    <a:pt x="2608" y="4314"/>
                  </a:lnTo>
                  <a:cubicBezTo>
                    <a:pt x="1686" y="4314"/>
                    <a:pt x="927" y="3555"/>
                    <a:pt x="927" y="2633"/>
                  </a:cubicBezTo>
                  <a:cubicBezTo>
                    <a:pt x="927" y="1687"/>
                    <a:pt x="1686" y="927"/>
                    <a:pt x="2608" y="927"/>
                  </a:cubicBezTo>
                  <a:lnTo>
                    <a:pt x="3081" y="927"/>
                  </a:lnTo>
                  <a:cubicBezTo>
                    <a:pt x="3347" y="927"/>
                    <a:pt x="3554" y="720"/>
                    <a:pt x="3554" y="474"/>
                  </a:cubicBezTo>
                  <a:cubicBezTo>
                    <a:pt x="3554" y="208"/>
                    <a:pt x="3347" y="1"/>
                    <a:pt x="308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19"/>
          <p:cNvGrpSpPr/>
          <p:nvPr/>
        </p:nvGrpSpPr>
        <p:grpSpPr>
          <a:xfrm>
            <a:off x="7873387" y="1314142"/>
            <a:ext cx="270549" cy="422012"/>
            <a:chOff x="4642626" y="2263533"/>
            <a:chExt cx="406779" cy="634510"/>
          </a:xfrm>
        </p:grpSpPr>
        <p:sp>
          <p:nvSpPr>
            <p:cNvPr id="333" name="Google Shape;333;p19"/>
            <p:cNvSpPr/>
            <p:nvPr/>
          </p:nvSpPr>
          <p:spPr>
            <a:xfrm>
              <a:off x="4747002" y="2629882"/>
              <a:ext cx="199264" cy="66834"/>
            </a:xfrm>
            <a:custGeom>
              <a:avLst/>
              <a:gdLst/>
              <a:ahLst/>
              <a:cxnLst/>
              <a:rect l="l" t="t" r="r" b="b"/>
              <a:pathLst>
                <a:path w="483" h="162" extrusionOk="0">
                  <a:moveTo>
                    <a:pt x="459" y="0"/>
                  </a:moveTo>
                  <a:cubicBezTo>
                    <a:pt x="386" y="0"/>
                    <a:pt x="386" y="0"/>
                    <a:pt x="386" y="0"/>
                  </a:cubicBezTo>
                  <a:cubicBezTo>
                    <a:pt x="332" y="0"/>
                    <a:pt x="288" y="41"/>
                    <a:pt x="283" y="94"/>
                  </a:cubicBezTo>
                  <a:cubicBezTo>
                    <a:pt x="201" y="94"/>
                    <a:pt x="201" y="94"/>
                    <a:pt x="201" y="94"/>
                  </a:cubicBezTo>
                  <a:cubicBezTo>
                    <a:pt x="195" y="41"/>
                    <a:pt x="151" y="0"/>
                    <a:pt x="97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116"/>
                    <a:pt x="47" y="162"/>
                    <a:pt x="104" y="162"/>
                  </a:cubicBezTo>
                  <a:cubicBezTo>
                    <a:pt x="379" y="162"/>
                    <a:pt x="379" y="162"/>
                    <a:pt x="379" y="162"/>
                  </a:cubicBezTo>
                  <a:cubicBezTo>
                    <a:pt x="436" y="162"/>
                    <a:pt x="483" y="116"/>
                    <a:pt x="483" y="58"/>
                  </a:cubicBezTo>
                  <a:cubicBezTo>
                    <a:pt x="483" y="25"/>
                    <a:pt x="483" y="25"/>
                    <a:pt x="483" y="25"/>
                  </a:cubicBezTo>
                  <a:cubicBezTo>
                    <a:pt x="483" y="11"/>
                    <a:pt x="472" y="0"/>
                    <a:pt x="459" y="0"/>
                  </a:cubicBezTo>
                  <a:close/>
                  <a:moveTo>
                    <a:pt x="459" y="0"/>
                  </a:moveTo>
                  <a:cubicBezTo>
                    <a:pt x="459" y="0"/>
                    <a:pt x="459" y="0"/>
                    <a:pt x="45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9"/>
            <p:cNvSpPr/>
            <p:nvPr/>
          </p:nvSpPr>
          <p:spPr>
            <a:xfrm>
              <a:off x="4828275" y="2517667"/>
              <a:ext cx="34800" cy="2148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4828275" y="2517667"/>
              <a:ext cx="34655" cy="214941"/>
            </a:xfrm>
            <a:custGeom>
              <a:avLst/>
              <a:gdLst/>
              <a:ahLst/>
              <a:cxnLst/>
              <a:rect l="l" t="t" r="r" b="b"/>
              <a:pathLst>
                <a:path w="84" h="521" extrusionOk="0">
                  <a:moveTo>
                    <a:pt x="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42" y="521"/>
                    <a:pt x="42" y="521"/>
                    <a:pt x="42" y="521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57" y="149"/>
                    <a:pt x="71" y="149"/>
                    <a:pt x="84" y="147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42" y="0"/>
                  </a:lnTo>
                  <a:close/>
                  <a:moveTo>
                    <a:pt x="42" y="0"/>
                  </a:moveTo>
                  <a:cubicBezTo>
                    <a:pt x="42" y="0"/>
                    <a:pt x="42" y="0"/>
                    <a:pt x="42" y="0"/>
                  </a:cubicBezTo>
                </a:path>
              </a:pathLst>
            </a:custGeom>
            <a:solidFill>
              <a:srgbClr val="F7C8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4737101" y="2742097"/>
              <a:ext cx="220200" cy="146400"/>
            </a:xfrm>
            <a:prstGeom prst="rect">
              <a:avLst/>
            </a:pr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4671504" y="2330367"/>
              <a:ext cx="349022" cy="222780"/>
            </a:xfrm>
            <a:custGeom>
              <a:avLst/>
              <a:gdLst/>
              <a:ahLst/>
              <a:cxnLst/>
              <a:rect l="l" t="t" r="r" b="b"/>
              <a:pathLst>
                <a:path w="846" h="540" extrusionOk="0">
                  <a:moveTo>
                    <a:pt x="846" y="0"/>
                  </a:moveTo>
                  <a:cubicBezTo>
                    <a:pt x="846" y="117"/>
                    <a:pt x="846" y="117"/>
                    <a:pt x="846" y="117"/>
                  </a:cubicBezTo>
                  <a:cubicBezTo>
                    <a:pt x="846" y="234"/>
                    <a:pt x="799" y="340"/>
                    <a:pt x="722" y="416"/>
                  </a:cubicBezTo>
                  <a:cubicBezTo>
                    <a:pt x="646" y="493"/>
                    <a:pt x="540" y="540"/>
                    <a:pt x="423" y="540"/>
                  </a:cubicBezTo>
                  <a:cubicBezTo>
                    <a:pt x="189" y="540"/>
                    <a:pt x="0" y="351"/>
                    <a:pt x="0" y="1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98" y="263"/>
                    <a:pt x="398" y="263"/>
                    <a:pt x="398" y="263"/>
                  </a:cubicBezTo>
                  <a:cubicBezTo>
                    <a:pt x="406" y="268"/>
                    <a:pt x="414" y="270"/>
                    <a:pt x="423" y="270"/>
                  </a:cubicBezTo>
                  <a:cubicBezTo>
                    <a:pt x="432" y="270"/>
                    <a:pt x="440" y="268"/>
                    <a:pt x="448" y="263"/>
                  </a:cubicBezTo>
                  <a:lnTo>
                    <a:pt x="846" y="0"/>
                  </a:lnTo>
                  <a:close/>
                  <a:moveTo>
                    <a:pt x="846" y="0"/>
                  </a:moveTo>
                  <a:cubicBezTo>
                    <a:pt x="846" y="0"/>
                    <a:pt x="846" y="0"/>
                    <a:pt x="846" y="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4678518" y="2419479"/>
              <a:ext cx="90762" cy="105202"/>
            </a:xfrm>
            <a:custGeom>
              <a:avLst/>
              <a:gdLst/>
              <a:ahLst/>
              <a:cxnLst/>
              <a:rect l="l" t="t" r="r" b="b"/>
              <a:pathLst>
                <a:path w="220" h="255" extrusionOk="0">
                  <a:moveTo>
                    <a:pt x="220" y="147"/>
                  </a:moveTo>
                  <a:cubicBezTo>
                    <a:pt x="220" y="190"/>
                    <a:pt x="202" y="228"/>
                    <a:pt x="174" y="255"/>
                  </a:cubicBezTo>
                  <a:cubicBezTo>
                    <a:pt x="91" y="200"/>
                    <a:pt x="28" y="117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2" y="7"/>
                    <a:pt x="46" y="0"/>
                    <a:pt x="73" y="0"/>
                  </a:cubicBezTo>
                  <a:cubicBezTo>
                    <a:pt x="154" y="0"/>
                    <a:pt x="220" y="66"/>
                    <a:pt x="220" y="147"/>
                  </a:cubicBezTo>
                  <a:close/>
                  <a:moveTo>
                    <a:pt x="220" y="147"/>
                  </a:moveTo>
                  <a:cubicBezTo>
                    <a:pt x="220" y="147"/>
                    <a:pt x="220" y="147"/>
                    <a:pt x="220" y="147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4925226" y="2419479"/>
              <a:ext cx="88699" cy="103964"/>
            </a:xfrm>
            <a:custGeom>
              <a:avLst/>
              <a:gdLst/>
              <a:ahLst/>
              <a:cxnLst/>
              <a:rect l="l" t="t" r="r" b="b"/>
              <a:pathLst>
                <a:path w="215" h="252" extrusionOk="0">
                  <a:moveTo>
                    <a:pt x="215" y="17"/>
                  </a:moveTo>
                  <a:cubicBezTo>
                    <a:pt x="195" y="87"/>
                    <a:pt x="157" y="150"/>
                    <a:pt x="107" y="200"/>
                  </a:cubicBezTo>
                  <a:cubicBezTo>
                    <a:pt x="88" y="220"/>
                    <a:pt x="67" y="237"/>
                    <a:pt x="44" y="252"/>
                  </a:cubicBezTo>
                  <a:cubicBezTo>
                    <a:pt x="17" y="226"/>
                    <a:pt x="0" y="188"/>
                    <a:pt x="0" y="147"/>
                  </a:cubicBezTo>
                  <a:cubicBezTo>
                    <a:pt x="0" y="66"/>
                    <a:pt x="66" y="0"/>
                    <a:pt x="147" y="0"/>
                  </a:cubicBezTo>
                  <a:cubicBezTo>
                    <a:pt x="172" y="0"/>
                    <a:pt x="195" y="6"/>
                    <a:pt x="215" y="17"/>
                  </a:cubicBezTo>
                  <a:close/>
                  <a:moveTo>
                    <a:pt x="215" y="17"/>
                  </a:moveTo>
                  <a:cubicBezTo>
                    <a:pt x="215" y="17"/>
                    <a:pt x="215" y="17"/>
                    <a:pt x="215" y="17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4818786" y="2468985"/>
              <a:ext cx="56933" cy="56933"/>
            </a:xfrm>
            <a:custGeom>
              <a:avLst/>
              <a:gdLst/>
              <a:ahLst/>
              <a:cxnLst/>
              <a:rect l="l" t="t" r="r" b="b"/>
              <a:pathLst>
                <a:path w="138" h="138" extrusionOk="0">
                  <a:moveTo>
                    <a:pt x="138" y="69"/>
                  </a:moveTo>
                  <a:cubicBezTo>
                    <a:pt x="138" y="107"/>
                    <a:pt x="107" y="138"/>
                    <a:pt x="69" y="138"/>
                  </a:cubicBezTo>
                  <a:cubicBezTo>
                    <a:pt x="31" y="138"/>
                    <a:pt x="0" y="107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7" y="0"/>
                    <a:pt x="138" y="31"/>
                    <a:pt x="138" y="69"/>
                  </a:cubicBezTo>
                  <a:close/>
                  <a:moveTo>
                    <a:pt x="138" y="69"/>
                  </a:moveTo>
                  <a:cubicBezTo>
                    <a:pt x="138" y="69"/>
                    <a:pt x="138" y="69"/>
                    <a:pt x="138" y="6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4962356" y="2274672"/>
              <a:ext cx="46619" cy="51569"/>
            </a:xfrm>
            <a:custGeom>
              <a:avLst/>
              <a:gdLst/>
              <a:ahLst/>
              <a:cxnLst/>
              <a:rect l="l" t="t" r="r" b="b"/>
              <a:pathLst>
                <a:path w="113" h="125" extrusionOk="0">
                  <a:moveTo>
                    <a:pt x="109" y="48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8" y="125"/>
                    <a:pt x="8" y="125"/>
                    <a:pt x="8" y="125"/>
                  </a:cubicBezTo>
                  <a:cubicBezTo>
                    <a:pt x="113" y="56"/>
                    <a:pt x="113" y="56"/>
                    <a:pt x="113" y="56"/>
                  </a:cubicBezTo>
                  <a:lnTo>
                    <a:pt x="109" y="48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4919037" y="2303138"/>
              <a:ext cx="46206" cy="51157"/>
            </a:xfrm>
            <a:custGeom>
              <a:avLst/>
              <a:gdLst/>
              <a:ahLst/>
              <a:cxnLst/>
              <a:rect l="l" t="t" r="r" b="b"/>
              <a:pathLst>
                <a:path w="112" h="124" extrusionOk="0">
                  <a:moveTo>
                    <a:pt x="109" y="49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12" y="124"/>
                    <a:pt x="12" y="124"/>
                    <a:pt x="12" y="124"/>
                  </a:cubicBezTo>
                  <a:cubicBezTo>
                    <a:pt x="112" y="54"/>
                    <a:pt x="112" y="54"/>
                    <a:pt x="112" y="54"/>
                  </a:cubicBezTo>
                  <a:lnTo>
                    <a:pt x="109" y="49"/>
                  </a:lnTo>
                  <a:close/>
                  <a:moveTo>
                    <a:pt x="109" y="49"/>
                  </a:moveTo>
                  <a:cubicBezTo>
                    <a:pt x="109" y="49"/>
                    <a:pt x="109" y="49"/>
                    <a:pt x="109" y="49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4875719" y="2331604"/>
              <a:ext cx="44968" cy="50332"/>
            </a:xfrm>
            <a:custGeom>
              <a:avLst/>
              <a:gdLst/>
              <a:ahLst/>
              <a:cxnLst/>
              <a:rect l="l" t="t" r="r" b="b"/>
              <a:pathLst>
                <a:path w="109" h="122" extrusionOk="0">
                  <a:moveTo>
                    <a:pt x="11" y="2"/>
                  </a:moveTo>
                  <a:cubicBezTo>
                    <a:pt x="6" y="0"/>
                    <a:pt x="0" y="4"/>
                    <a:pt x="1" y="9"/>
                  </a:cubicBezTo>
                  <a:cubicBezTo>
                    <a:pt x="7" y="117"/>
                    <a:pt x="7" y="117"/>
                    <a:pt x="7" y="11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107" y="58"/>
                    <a:pt x="107" y="58"/>
                    <a:pt x="107" y="58"/>
                  </a:cubicBezTo>
                  <a:cubicBezTo>
                    <a:pt x="109" y="49"/>
                    <a:pt x="109" y="49"/>
                    <a:pt x="109" y="49"/>
                  </a:cubicBezTo>
                  <a:lnTo>
                    <a:pt x="11" y="2"/>
                  </a:lnTo>
                  <a:close/>
                  <a:moveTo>
                    <a:pt x="11" y="2"/>
                  </a:moveTo>
                  <a:cubicBezTo>
                    <a:pt x="11" y="2"/>
                    <a:pt x="11" y="2"/>
                    <a:pt x="11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4962356" y="2274672"/>
              <a:ext cx="15677" cy="51569"/>
            </a:xfrm>
            <a:custGeom>
              <a:avLst/>
              <a:gdLst/>
              <a:ahLst/>
              <a:cxnLst/>
              <a:rect l="l" t="t" r="r" b="b"/>
              <a:pathLst>
                <a:path w="38" h="125" extrusionOk="0">
                  <a:moveTo>
                    <a:pt x="33" y="1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8" y="125"/>
                    <a:pt x="8" y="125"/>
                    <a:pt x="8" y="125"/>
                  </a:cubicBezTo>
                  <a:cubicBezTo>
                    <a:pt x="38" y="105"/>
                    <a:pt x="38" y="105"/>
                    <a:pt x="38" y="105"/>
                  </a:cubicBezTo>
                  <a:lnTo>
                    <a:pt x="33" y="13"/>
                  </a:lnTo>
                  <a:close/>
                  <a:moveTo>
                    <a:pt x="33" y="13"/>
                  </a:moveTo>
                  <a:cubicBezTo>
                    <a:pt x="33" y="13"/>
                    <a:pt x="33" y="13"/>
                    <a:pt x="33" y="13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9"/>
            <p:cNvSpPr/>
            <p:nvPr/>
          </p:nvSpPr>
          <p:spPr>
            <a:xfrm>
              <a:off x="4919037" y="2303138"/>
              <a:ext cx="15677" cy="51157"/>
            </a:xfrm>
            <a:custGeom>
              <a:avLst/>
              <a:gdLst/>
              <a:ahLst/>
              <a:cxnLst/>
              <a:rect l="l" t="t" r="r" b="b"/>
              <a:pathLst>
                <a:path w="38" h="124" extrusionOk="0">
                  <a:moveTo>
                    <a:pt x="33" y="1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12" y="124"/>
                    <a:pt x="12" y="124"/>
                    <a:pt x="12" y="124"/>
                  </a:cubicBezTo>
                  <a:cubicBezTo>
                    <a:pt x="38" y="105"/>
                    <a:pt x="38" y="105"/>
                    <a:pt x="38" y="105"/>
                  </a:cubicBezTo>
                  <a:lnTo>
                    <a:pt x="33" y="13"/>
                  </a:lnTo>
                  <a:close/>
                  <a:moveTo>
                    <a:pt x="33" y="13"/>
                  </a:moveTo>
                  <a:cubicBezTo>
                    <a:pt x="33" y="13"/>
                    <a:pt x="33" y="13"/>
                    <a:pt x="33" y="13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4875719" y="2331604"/>
              <a:ext cx="15677" cy="50332"/>
            </a:xfrm>
            <a:custGeom>
              <a:avLst/>
              <a:gdLst/>
              <a:ahLst/>
              <a:cxnLst/>
              <a:rect l="l" t="t" r="r" b="b"/>
              <a:pathLst>
                <a:path w="38" h="122" extrusionOk="0">
                  <a:moveTo>
                    <a:pt x="33" y="1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7"/>
                    <a:pt x="7" y="117"/>
                    <a:pt x="7" y="11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38" y="103"/>
                    <a:pt x="38" y="103"/>
                    <a:pt x="38" y="103"/>
                  </a:cubicBezTo>
                  <a:lnTo>
                    <a:pt x="33" y="13"/>
                  </a:lnTo>
                  <a:close/>
                  <a:moveTo>
                    <a:pt x="33" y="13"/>
                  </a:moveTo>
                  <a:cubicBezTo>
                    <a:pt x="33" y="13"/>
                    <a:pt x="33" y="13"/>
                    <a:pt x="33" y="13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4769280" y="2331604"/>
              <a:ext cx="49094" cy="51157"/>
            </a:xfrm>
            <a:custGeom>
              <a:avLst/>
              <a:gdLst/>
              <a:ahLst/>
              <a:cxnLst/>
              <a:rect l="l" t="t" r="r" b="b"/>
              <a:pathLst>
                <a:path w="119" h="124" extrusionOk="0">
                  <a:moveTo>
                    <a:pt x="108" y="2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111" y="124"/>
                    <a:pt x="111" y="124"/>
                    <a:pt x="111" y="124"/>
                  </a:cubicBezTo>
                  <a:cubicBezTo>
                    <a:pt x="113" y="120"/>
                    <a:pt x="113" y="120"/>
                    <a:pt x="113" y="120"/>
                  </a:cubicBezTo>
                  <a:cubicBezTo>
                    <a:pt x="113" y="120"/>
                    <a:pt x="113" y="120"/>
                    <a:pt x="113" y="120"/>
                  </a:cubicBezTo>
                  <a:cubicBezTo>
                    <a:pt x="119" y="9"/>
                    <a:pt x="119" y="9"/>
                    <a:pt x="119" y="9"/>
                  </a:cubicBezTo>
                  <a:cubicBezTo>
                    <a:pt x="119" y="4"/>
                    <a:pt x="113" y="0"/>
                    <a:pt x="108" y="2"/>
                  </a:cubicBezTo>
                  <a:close/>
                  <a:moveTo>
                    <a:pt x="108" y="2"/>
                  </a:moveTo>
                  <a:cubicBezTo>
                    <a:pt x="108" y="2"/>
                    <a:pt x="108" y="2"/>
                    <a:pt x="108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4724311" y="2303138"/>
              <a:ext cx="50744" cy="52394"/>
            </a:xfrm>
            <a:custGeom>
              <a:avLst/>
              <a:gdLst/>
              <a:ahLst/>
              <a:cxnLst/>
              <a:rect l="l" t="t" r="r" b="b"/>
              <a:pathLst>
                <a:path w="123" h="127" extrusionOk="0">
                  <a:moveTo>
                    <a:pt x="112" y="2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113" y="127"/>
                    <a:pt x="113" y="127"/>
                    <a:pt x="113" y="127"/>
                  </a:cubicBezTo>
                  <a:cubicBezTo>
                    <a:pt x="117" y="120"/>
                    <a:pt x="117" y="120"/>
                    <a:pt x="117" y="120"/>
                  </a:cubicBezTo>
                  <a:cubicBezTo>
                    <a:pt x="117" y="119"/>
                    <a:pt x="117" y="119"/>
                    <a:pt x="117" y="119"/>
                  </a:cubicBezTo>
                  <a:cubicBezTo>
                    <a:pt x="123" y="9"/>
                    <a:pt x="123" y="9"/>
                    <a:pt x="123" y="9"/>
                  </a:cubicBezTo>
                  <a:cubicBezTo>
                    <a:pt x="123" y="4"/>
                    <a:pt x="117" y="0"/>
                    <a:pt x="112" y="2"/>
                  </a:cubicBezTo>
                  <a:close/>
                  <a:moveTo>
                    <a:pt x="112" y="2"/>
                  </a:moveTo>
                  <a:cubicBezTo>
                    <a:pt x="112" y="2"/>
                    <a:pt x="112" y="2"/>
                    <a:pt x="112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4681406" y="2274672"/>
              <a:ext cx="50332" cy="53632"/>
            </a:xfrm>
            <a:custGeom>
              <a:avLst/>
              <a:gdLst/>
              <a:ahLst/>
              <a:cxnLst/>
              <a:rect l="l" t="t" r="r" b="b"/>
              <a:pathLst>
                <a:path w="122" h="130" extrusionOk="0">
                  <a:moveTo>
                    <a:pt x="111" y="2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09" y="130"/>
                    <a:pt x="109" y="130"/>
                    <a:pt x="109" y="130"/>
                  </a:cubicBezTo>
                  <a:cubicBezTo>
                    <a:pt x="116" y="120"/>
                    <a:pt x="116" y="120"/>
                    <a:pt x="116" y="120"/>
                  </a:cubicBezTo>
                  <a:cubicBezTo>
                    <a:pt x="116" y="119"/>
                    <a:pt x="116" y="119"/>
                    <a:pt x="116" y="119"/>
                  </a:cubicBezTo>
                  <a:cubicBezTo>
                    <a:pt x="122" y="9"/>
                    <a:pt x="122" y="9"/>
                    <a:pt x="122" y="9"/>
                  </a:cubicBezTo>
                  <a:cubicBezTo>
                    <a:pt x="122" y="4"/>
                    <a:pt x="116" y="0"/>
                    <a:pt x="111" y="2"/>
                  </a:cubicBezTo>
                  <a:close/>
                  <a:moveTo>
                    <a:pt x="111" y="2"/>
                  </a:moveTo>
                  <a:cubicBezTo>
                    <a:pt x="111" y="2"/>
                    <a:pt x="111" y="2"/>
                    <a:pt x="111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4769280" y="2331604"/>
              <a:ext cx="49094" cy="34655"/>
            </a:xfrm>
            <a:custGeom>
              <a:avLst/>
              <a:gdLst/>
              <a:ahLst/>
              <a:cxnLst/>
              <a:rect l="l" t="t" r="r" b="b"/>
              <a:pathLst>
                <a:path w="119" h="84" extrusionOk="0">
                  <a:moveTo>
                    <a:pt x="117" y="50"/>
                  </a:moveTo>
                  <a:cubicBezTo>
                    <a:pt x="119" y="9"/>
                    <a:pt x="119" y="9"/>
                    <a:pt x="119" y="9"/>
                  </a:cubicBezTo>
                  <a:cubicBezTo>
                    <a:pt x="119" y="4"/>
                    <a:pt x="113" y="0"/>
                    <a:pt x="108" y="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44" y="84"/>
                    <a:pt x="44" y="84"/>
                    <a:pt x="44" y="84"/>
                  </a:cubicBezTo>
                  <a:lnTo>
                    <a:pt x="117" y="50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4724311" y="2303138"/>
              <a:ext cx="50744" cy="35480"/>
            </a:xfrm>
            <a:custGeom>
              <a:avLst/>
              <a:gdLst/>
              <a:ahLst/>
              <a:cxnLst/>
              <a:rect l="l" t="t" r="r" b="b"/>
              <a:pathLst>
                <a:path w="123" h="86" extrusionOk="0">
                  <a:moveTo>
                    <a:pt x="43" y="86"/>
                  </a:moveTo>
                  <a:cubicBezTo>
                    <a:pt x="121" y="50"/>
                    <a:pt x="121" y="50"/>
                    <a:pt x="121" y="50"/>
                  </a:cubicBezTo>
                  <a:cubicBezTo>
                    <a:pt x="123" y="9"/>
                    <a:pt x="123" y="9"/>
                    <a:pt x="123" y="9"/>
                  </a:cubicBezTo>
                  <a:cubicBezTo>
                    <a:pt x="123" y="4"/>
                    <a:pt x="117" y="0"/>
                    <a:pt x="112" y="2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43" y="86"/>
                    <a:pt x="43" y="86"/>
                    <a:pt x="43" y="86"/>
                  </a:cubicBezTo>
                  <a:close/>
                  <a:moveTo>
                    <a:pt x="43" y="86"/>
                  </a:moveTo>
                  <a:cubicBezTo>
                    <a:pt x="43" y="86"/>
                    <a:pt x="43" y="86"/>
                    <a:pt x="43" y="86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9"/>
            <p:cNvSpPr/>
            <p:nvPr/>
          </p:nvSpPr>
          <p:spPr>
            <a:xfrm>
              <a:off x="4681406" y="2274672"/>
              <a:ext cx="50332" cy="35480"/>
            </a:xfrm>
            <a:custGeom>
              <a:avLst/>
              <a:gdLst/>
              <a:ahLst/>
              <a:cxnLst/>
              <a:rect l="l" t="t" r="r" b="b"/>
              <a:pathLst>
                <a:path w="122" h="86" extrusionOk="0">
                  <a:moveTo>
                    <a:pt x="120" y="50"/>
                  </a:moveTo>
                  <a:cubicBezTo>
                    <a:pt x="122" y="9"/>
                    <a:pt x="122" y="9"/>
                    <a:pt x="122" y="9"/>
                  </a:cubicBezTo>
                  <a:cubicBezTo>
                    <a:pt x="122" y="4"/>
                    <a:pt x="116" y="0"/>
                    <a:pt x="111" y="2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41" y="86"/>
                    <a:pt x="41" y="86"/>
                    <a:pt x="41" y="86"/>
                  </a:cubicBezTo>
                  <a:lnTo>
                    <a:pt x="120" y="50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9"/>
            <p:cNvSpPr/>
            <p:nvPr/>
          </p:nvSpPr>
          <p:spPr>
            <a:xfrm>
              <a:off x="4964006" y="2322528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FECF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9"/>
            <p:cNvSpPr/>
            <p:nvPr/>
          </p:nvSpPr>
          <p:spPr>
            <a:xfrm>
              <a:off x="4964006" y="2322528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moveTo>
                    <a:pt x="6" y="0"/>
                  </a:moveTo>
                  <a:lnTo>
                    <a:pt x="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9"/>
            <p:cNvSpPr/>
            <p:nvPr/>
          </p:nvSpPr>
          <p:spPr>
            <a:xfrm>
              <a:off x="4920688" y="2350995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FECF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9"/>
            <p:cNvSpPr/>
            <p:nvPr/>
          </p:nvSpPr>
          <p:spPr>
            <a:xfrm>
              <a:off x="4920688" y="2350995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moveTo>
                    <a:pt x="6" y="0"/>
                  </a:moveTo>
                  <a:lnTo>
                    <a:pt x="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9"/>
            <p:cNvSpPr/>
            <p:nvPr/>
          </p:nvSpPr>
          <p:spPr>
            <a:xfrm>
              <a:off x="4650464" y="2287049"/>
              <a:ext cx="391102" cy="154708"/>
            </a:xfrm>
            <a:custGeom>
              <a:avLst/>
              <a:gdLst/>
              <a:ahLst/>
              <a:cxnLst/>
              <a:rect l="l" t="t" r="r" b="b"/>
              <a:pathLst>
                <a:path w="948" h="375" extrusionOk="0">
                  <a:moveTo>
                    <a:pt x="935" y="26"/>
                  </a:moveTo>
                  <a:cubicBezTo>
                    <a:pt x="948" y="47"/>
                    <a:pt x="943" y="75"/>
                    <a:pt x="922" y="89"/>
                  </a:cubicBezTo>
                  <a:cubicBezTo>
                    <a:pt x="499" y="368"/>
                    <a:pt x="499" y="368"/>
                    <a:pt x="499" y="368"/>
                  </a:cubicBezTo>
                  <a:cubicBezTo>
                    <a:pt x="491" y="373"/>
                    <a:pt x="483" y="375"/>
                    <a:pt x="474" y="375"/>
                  </a:cubicBezTo>
                  <a:cubicBezTo>
                    <a:pt x="465" y="375"/>
                    <a:pt x="457" y="373"/>
                    <a:pt x="449" y="368"/>
                  </a:cubicBezTo>
                  <a:cubicBezTo>
                    <a:pt x="26" y="89"/>
                    <a:pt x="26" y="89"/>
                    <a:pt x="26" y="89"/>
                  </a:cubicBezTo>
                  <a:cubicBezTo>
                    <a:pt x="6" y="75"/>
                    <a:pt x="0" y="47"/>
                    <a:pt x="14" y="26"/>
                  </a:cubicBezTo>
                  <a:cubicBezTo>
                    <a:pt x="27" y="6"/>
                    <a:pt x="55" y="0"/>
                    <a:pt x="76" y="14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91" y="90"/>
                    <a:pt x="191" y="90"/>
                    <a:pt x="191" y="90"/>
                  </a:cubicBezTo>
                  <a:cubicBezTo>
                    <a:pt x="296" y="159"/>
                    <a:pt x="296" y="159"/>
                    <a:pt x="296" y="159"/>
                  </a:cubicBezTo>
                  <a:cubicBezTo>
                    <a:pt x="401" y="228"/>
                    <a:pt x="401" y="228"/>
                    <a:pt x="401" y="228"/>
                  </a:cubicBezTo>
                  <a:cubicBezTo>
                    <a:pt x="474" y="276"/>
                    <a:pt x="474" y="276"/>
                    <a:pt x="474" y="276"/>
                  </a:cubicBezTo>
                  <a:cubicBezTo>
                    <a:pt x="553" y="225"/>
                    <a:pt x="553" y="225"/>
                    <a:pt x="553" y="225"/>
                  </a:cubicBezTo>
                  <a:cubicBezTo>
                    <a:pt x="655" y="157"/>
                    <a:pt x="655" y="157"/>
                    <a:pt x="655" y="157"/>
                  </a:cubicBezTo>
                  <a:cubicBezTo>
                    <a:pt x="658" y="158"/>
                    <a:pt x="658" y="158"/>
                    <a:pt x="658" y="158"/>
                  </a:cubicBezTo>
                  <a:cubicBezTo>
                    <a:pt x="658" y="155"/>
                    <a:pt x="658" y="155"/>
                    <a:pt x="658" y="155"/>
                  </a:cubicBezTo>
                  <a:cubicBezTo>
                    <a:pt x="760" y="88"/>
                    <a:pt x="760" y="88"/>
                    <a:pt x="760" y="88"/>
                  </a:cubicBezTo>
                  <a:cubicBezTo>
                    <a:pt x="763" y="89"/>
                    <a:pt x="763" y="89"/>
                    <a:pt x="763" y="89"/>
                  </a:cubicBezTo>
                  <a:cubicBezTo>
                    <a:pt x="763" y="86"/>
                    <a:pt x="763" y="86"/>
                    <a:pt x="763" y="86"/>
                  </a:cubicBezTo>
                  <a:cubicBezTo>
                    <a:pt x="865" y="18"/>
                    <a:pt x="865" y="18"/>
                    <a:pt x="865" y="18"/>
                  </a:cubicBezTo>
                  <a:cubicBezTo>
                    <a:pt x="872" y="14"/>
                    <a:pt x="872" y="14"/>
                    <a:pt x="872" y="14"/>
                  </a:cubicBezTo>
                  <a:cubicBezTo>
                    <a:pt x="893" y="0"/>
                    <a:pt x="921" y="6"/>
                    <a:pt x="935" y="26"/>
                  </a:cubicBezTo>
                  <a:close/>
                  <a:moveTo>
                    <a:pt x="935" y="26"/>
                  </a:moveTo>
                  <a:cubicBezTo>
                    <a:pt x="935" y="26"/>
                    <a:pt x="935" y="26"/>
                    <a:pt x="935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9"/>
            <p:cNvSpPr/>
            <p:nvPr/>
          </p:nvSpPr>
          <p:spPr>
            <a:xfrm>
              <a:off x="4713585" y="2696716"/>
              <a:ext cx="267336" cy="69309"/>
            </a:xfrm>
            <a:custGeom>
              <a:avLst/>
              <a:gdLst/>
              <a:ahLst/>
              <a:cxnLst/>
              <a:rect l="l" t="t" r="r" b="b"/>
              <a:pathLst>
                <a:path w="648" h="168" extrusionOk="0">
                  <a:moveTo>
                    <a:pt x="648" y="41"/>
                  </a:moveTo>
                  <a:cubicBezTo>
                    <a:pt x="648" y="128"/>
                    <a:pt x="648" y="128"/>
                    <a:pt x="648" y="128"/>
                  </a:cubicBezTo>
                  <a:cubicBezTo>
                    <a:pt x="648" y="150"/>
                    <a:pt x="630" y="168"/>
                    <a:pt x="607" y="168"/>
                  </a:cubicBezTo>
                  <a:cubicBezTo>
                    <a:pt x="41" y="168"/>
                    <a:pt x="41" y="168"/>
                    <a:pt x="41" y="168"/>
                  </a:cubicBezTo>
                  <a:cubicBezTo>
                    <a:pt x="18" y="168"/>
                    <a:pt x="0" y="150"/>
                    <a:pt x="0" y="128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18" y="0"/>
                    <a:pt x="41" y="0"/>
                  </a:cubicBezTo>
                  <a:cubicBezTo>
                    <a:pt x="607" y="0"/>
                    <a:pt x="607" y="0"/>
                    <a:pt x="607" y="0"/>
                  </a:cubicBezTo>
                  <a:cubicBezTo>
                    <a:pt x="630" y="0"/>
                    <a:pt x="648" y="18"/>
                    <a:pt x="648" y="41"/>
                  </a:cubicBezTo>
                  <a:close/>
                  <a:moveTo>
                    <a:pt x="648" y="41"/>
                  </a:moveTo>
                  <a:cubicBezTo>
                    <a:pt x="648" y="41"/>
                    <a:pt x="648" y="41"/>
                    <a:pt x="648" y="41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9"/>
            <p:cNvSpPr/>
            <p:nvPr/>
          </p:nvSpPr>
          <p:spPr>
            <a:xfrm>
              <a:off x="4642626" y="2263533"/>
              <a:ext cx="406779" cy="634510"/>
            </a:xfrm>
            <a:custGeom>
              <a:avLst/>
              <a:gdLst/>
              <a:ahLst/>
              <a:cxnLst/>
              <a:rect l="l" t="t" r="r" b="b"/>
              <a:pathLst>
                <a:path w="986" h="1538" extrusionOk="0">
                  <a:moveTo>
                    <a:pt x="972" y="71"/>
                  </a:moveTo>
                  <a:cubicBezTo>
                    <a:pt x="953" y="41"/>
                    <a:pt x="913" y="32"/>
                    <a:pt x="882" y="50"/>
                  </a:cubicBezTo>
                  <a:cubicBezTo>
                    <a:pt x="785" y="4"/>
                    <a:pt x="785" y="4"/>
                    <a:pt x="785" y="4"/>
                  </a:cubicBezTo>
                  <a:cubicBezTo>
                    <a:pt x="778" y="0"/>
                    <a:pt x="769" y="1"/>
                    <a:pt x="763" y="6"/>
                  </a:cubicBezTo>
                  <a:cubicBezTo>
                    <a:pt x="756" y="10"/>
                    <a:pt x="752" y="18"/>
                    <a:pt x="753" y="25"/>
                  </a:cubicBezTo>
                  <a:cubicBezTo>
                    <a:pt x="757" y="109"/>
                    <a:pt x="757" y="109"/>
                    <a:pt x="757" y="109"/>
                  </a:cubicBezTo>
                  <a:cubicBezTo>
                    <a:pt x="680" y="73"/>
                    <a:pt x="680" y="73"/>
                    <a:pt x="680" y="73"/>
                  </a:cubicBezTo>
                  <a:cubicBezTo>
                    <a:pt x="673" y="69"/>
                    <a:pt x="664" y="70"/>
                    <a:pt x="658" y="75"/>
                  </a:cubicBezTo>
                  <a:cubicBezTo>
                    <a:pt x="651" y="79"/>
                    <a:pt x="647" y="87"/>
                    <a:pt x="648" y="94"/>
                  </a:cubicBezTo>
                  <a:cubicBezTo>
                    <a:pt x="652" y="178"/>
                    <a:pt x="652" y="178"/>
                    <a:pt x="652" y="178"/>
                  </a:cubicBezTo>
                  <a:cubicBezTo>
                    <a:pt x="575" y="142"/>
                    <a:pt x="575" y="142"/>
                    <a:pt x="575" y="142"/>
                  </a:cubicBezTo>
                  <a:cubicBezTo>
                    <a:pt x="568" y="138"/>
                    <a:pt x="559" y="139"/>
                    <a:pt x="553" y="144"/>
                  </a:cubicBezTo>
                  <a:cubicBezTo>
                    <a:pt x="546" y="148"/>
                    <a:pt x="542" y="156"/>
                    <a:pt x="543" y="163"/>
                  </a:cubicBezTo>
                  <a:cubicBezTo>
                    <a:pt x="548" y="270"/>
                    <a:pt x="548" y="270"/>
                    <a:pt x="548" y="270"/>
                  </a:cubicBezTo>
                  <a:cubicBezTo>
                    <a:pt x="493" y="306"/>
                    <a:pt x="493" y="306"/>
                    <a:pt x="493" y="306"/>
                  </a:cubicBezTo>
                  <a:cubicBezTo>
                    <a:pt x="444" y="274"/>
                    <a:pt x="444" y="274"/>
                    <a:pt x="444" y="274"/>
                  </a:cubicBezTo>
                  <a:cubicBezTo>
                    <a:pt x="450" y="163"/>
                    <a:pt x="450" y="163"/>
                    <a:pt x="450" y="163"/>
                  </a:cubicBezTo>
                  <a:cubicBezTo>
                    <a:pt x="450" y="156"/>
                    <a:pt x="446" y="148"/>
                    <a:pt x="440" y="144"/>
                  </a:cubicBezTo>
                  <a:cubicBezTo>
                    <a:pt x="433" y="139"/>
                    <a:pt x="425" y="138"/>
                    <a:pt x="418" y="142"/>
                  </a:cubicBezTo>
                  <a:cubicBezTo>
                    <a:pt x="340" y="178"/>
                    <a:pt x="340" y="178"/>
                    <a:pt x="340" y="178"/>
                  </a:cubicBezTo>
                  <a:cubicBezTo>
                    <a:pt x="345" y="94"/>
                    <a:pt x="345" y="94"/>
                    <a:pt x="345" y="94"/>
                  </a:cubicBezTo>
                  <a:cubicBezTo>
                    <a:pt x="345" y="87"/>
                    <a:pt x="341" y="79"/>
                    <a:pt x="335" y="75"/>
                  </a:cubicBezTo>
                  <a:cubicBezTo>
                    <a:pt x="328" y="70"/>
                    <a:pt x="320" y="69"/>
                    <a:pt x="313" y="73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40" y="25"/>
                    <a:pt x="240" y="25"/>
                    <a:pt x="240" y="25"/>
                  </a:cubicBezTo>
                  <a:cubicBezTo>
                    <a:pt x="240" y="18"/>
                    <a:pt x="236" y="10"/>
                    <a:pt x="230" y="6"/>
                  </a:cubicBezTo>
                  <a:cubicBezTo>
                    <a:pt x="223" y="1"/>
                    <a:pt x="215" y="1"/>
                    <a:pt x="208" y="4"/>
                  </a:cubicBezTo>
                  <a:cubicBezTo>
                    <a:pt x="107" y="51"/>
                    <a:pt x="107" y="51"/>
                    <a:pt x="107" y="51"/>
                  </a:cubicBezTo>
                  <a:cubicBezTo>
                    <a:pt x="92" y="42"/>
                    <a:pt x="74" y="39"/>
                    <a:pt x="57" y="42"/>
                  </a:cubicBezTo>
                  <a:cubicBezTo>
                    <a:pt x="39" y="46"/>
                    <a:pt x="24" y="56"/>
                    <a:pt x="14" y="71"/>
                  </a:cubicBezTo>
                  <a:cubicBezTo>
                    <a:pt x="4" y="86"/>
                    <a:pt x="0" y="104"/>
                    <a:pt x="4" y="122"/>
                  </a:cubicBezTo>
                  <a:cubicBezTo>
                    <a:pt x="8" y="139"/>
                    <a:pt x="18" y="155"/>
                    <a:pt x="33" y="165"/>
                  </a:cubicBezTo>
                  <a:cubicBezTo>
                    <a:pt x="48" y="174"/>
                    <a:pt x="48" y="174"/>
                    <a:pt x="48" y="174"/>
                  </a:cubicBezTo>
                  <a:cubicBezTo>
                    <a:pt x="48" y="279"/>
                    <a:pt x="48" y="279"/>
                    <a:pt x="48" y="279"/>
                  </a:cubicBezTo>
                  <a:cubicBezTo>
                    <a:pt x="48" y="504"/>
                    <a:pt x="215" y="690"/>
                    <a:pt x="432" y="720"/>
                  </a:cubicBezTo>
                  <a:cubicBezTo>
                    <a:pt x="432" y="896"/>
                    <a:pt x="432" y="896"/>
                    <a:pt x="432" y="896"/>
                  </a:cubicBezTo>
                  <a:cubicBezTo>
                    <a:pt x="410" y="877"/>
                    <a:pt x="381" y="866"/>
                    <a:pt x="350" y="866"/>
                  </a:cubicBezTo>
                  <a:cubicBezTo>
                    <a:pt x="253" y="866"/>
                    <a:pt x="253" y="866"/>
                    <a:pt x="253" y="866"/>
                  </a:cubicBezTo>
                  <a:cubicBezTo>
                    <a:pt x="241" y="866"/>
                    <a:pt x="231" y="876"/>
                    <a:pt x="231" y="888"/>
                  </a:cubicBezTo>
                  <a:cubicBezTo>
                    <a:pt x="231" y="946"/>
                    <a:pt x="231" y="946"/>
                    <a:pt x="231" y="946"/>
                  </a:cubicBezTo>
                  <a:cubicBezTo>
                    <a:pt x="231" y="977"/>
                    <a:pt x="242" y="1006"/>
                    <a:pt x="261" y="1028"/>
                  </a:cubicBezTo>
                  <a:cubicBezTo>
                    <a:pt x="213" y="1028"/>
                    <a:pt x="213" y="1028"/>
                    <a:pt x="213" y="1028"/>
                  </a:cubicBezTo>
                  <a:cubicBezTo>
                    <a:pt x="178" y="1028"/>
                    <a:pt x="150" y="1056"/>
                    <a:pt x="150" y="1091"/>
                  </a:cubicBezTo>
                  <a:cubicBezTo>
                    <a:pt x="150" y="1178"/>
                    <a:pt x="150" y="1178"/>
                    <a:pt x="150" y="1178"/>
                  </a:cubicBezTo>
                  <a:cubicBezTo>
                    <a:pt x="150" y="1210"/>
                    <a:pt x="175" y="1237"/>
                    <a:pt x="207" y="1240"/>
                  </a:cubicBezTo>
                  <a:cubicBezTo>
                    <a:pt x="207" y="1493"/>
                    <a:pt x="207" y="1493"/>
                    <a:pt x="207" y="1493"/>
                  </a:cubicBezTo>
                  <a:cubicBezTo>
                    <a:pt x="108" y="1493"/>
                    <a:pt x="108" y="1493"/>
                    <a:pt x="108" y="1493"/>
                  </a:cubicBezTo>
                  <a:cubicBezTo>
                    <a:pt x="95" y="1493"/>
                    <a:pt x="85" y="1503"/>
                    <a:pt x="85" y="1515"/>
                  </a:cubicBezTo>
                  <a:cubicBezTo>
                    <a:pt x="85" y="1528"/>
                    <a:pt x="95" y="1538"/>
                    <a:pt x="108" y="1538"/>
                  </a:cubicBezTo>
                  <a:cubicBezTo>
                    <a:pt x="882" y="1538"/>
                    <a:pt x="882" y="1538"/>
                    <a:pt x="882" y="1538"/>
                  </a:cubicBezTo>
                  <a:cubicBezTo>
                    <a:pt x="894" y="1538"/>
                    <a:pt x="904" y="1528"/>
                    <a:pt x="904" y="1515"/>
                  </a:cubicBezTo>
                  <a:cubicBezTo>
                    <a:pt x="904" y="1503"/>
                    <a:pt x="894" y="1493"/>
                    <a:pt x="882" y="1493"/>
                  </a:cubicBezTo>
                  <a:cubicBezTo>
                    <a:pt x="786" y="1493"/>
                    <a:pt x="786" y="1493"/>
                    <a:pt x="786" y="1493"/>
                  </a:cubicBezTo>
                  <a:cubicBezTo>
                    <a:pt x="786" y="1240"/>
                    <a:pt x="786" y="1240"/>
                    <a:pt x="786" y="1240"/>
                  </a:cubicBezTo>
                  <a:cubicBezTo>
                    <a:pt x="818" y="1237"/>
                    <a:pt x="843" y="1210"/>
                    <a:pt x="843" y="1178"/>
                  </a:cubicBezTo>
                  <a:cubicBezTo>
                    <a:pt x="843" y="1091"/>
                    <a:pt x="843" y="1091"/>
                    <a:pt x="843" y="1091"/>
                  </a:cubicBezTo>
                  <a:cubicBezTo>
                    <a:pt x="843" y="1056"/>
                    <a:pt x="814" y="1028"/>
                    <a:pt x="779" y="1028"/>
                  </a:cubicBezTo>
                  <a:cubicBezTo>
                    <a:pt x="732" y="1028"/>
                    <a:pt x="732" y="1028"/>
                    <a:pt x="732" y="1028"/>
                  </a:cubicBezTo>
                  <a:cubicBezTo>
                    <a:pt x="750" y="1006"/>
                    <a:pt x="762" y="977"/>
                    <a:pt x="762" y="946"/>
                  </a:cubicBezTo>
                  <a:cubicBezTo>
                    <a:pt x="762" y="888"/>
                    <a:pt x="762" y="888"/>
                    <a:pt x="762" y="888"/>
                  </a:cubicBezTo>
                  <a:cubicBezTo>
                    <a:pt x="762" y="876"/>
                    <a:pt x="752" y="866"/>
                    <a:pt x="739" y="866"/>
                  </a:cubicBezTo>
                  <a:cubicBezTo>
                    <a:pt x="642" y="866"/>
                    <a:pt x="642" y="866"/>
                    <a:pt x="642" y="866"/>
                  </a:cubicBezTo>
                  <a:cubicBezTo>
                    <a:pt x="611" y="866"/>
                    <a:pt x="583" y="877"/>
                    <a:pt x="561" y="896"/>
                  </a:cubicBezTo>
                  <a:cubicBezTo>
                    <a:pt x="561" y="863"/>
                    <a:pt x="561" y="863"/>
                    <a:pt x="561" y="863"/>
                  </a:cubicBezTo>
                  <a:cubicBezTo>
                    <a:pt x="561" y="850"/>
                    <a:pt x="551" y="840"/>
                    <a:pt x="538" y="840"/>
                  </a:cubicBezTo>
                  <a:cubicBezTo>
                    <a:pt x="526" y="840"/>
                    <a:pt x="516" y="850"/>
                    <a:pt x="516" y="863"/>
                  </a:cubicBezTo>
                  <a:cubicBezTo>
                    <a:pt x="516" y="1028"/>
                    <a:pt x="516" y="1028"/>
                    <a:pt x="516" y="1028"/>
                  </a:cubicBezTo>
                  <a:cubicBezTo>
                    <a:pt x="477" y="1028"/>
                    <a:pt x="477" y="1028"/>
                    <a:pt x="477" y="1028"/>
                  </a:cubicBezTo>
                  <a:cubicBezTo>
                    <a:pt x="477" y="724"/>
                    <a:pt x="477" y="724"/>
                    <a:pt x="477" y="724"/>
                  </a:cubicBezTo>
                  <a:cubicBezTo>
                    <a:pt x="482" y="725"/>
                    <a:pt x="488" y="725"/>
                    <a:pt x="493" y="725"/>
                  </a:cubicBezTo>
                  <a:cubicBezTo>
                    <a:pt x="501" y="725"/>
                    <a:pt x="508" y="725"/>
                    <a:pt x="516" y="724"/>
                  </a:cubicBezTo>
                  <a:cubicBezTo>
                    <a:pt x="516" y="773"/>
                    <a:pt x="516" y="773"/>
                    <a:pt x="516" y="773"/>
                  </a:cubicBezTo>
                  <a:cubicBezTo>
                    <a:pt x="516" y="785"/>
                    <a:pt x="526" y="795"/>
                    <a:pt x="538" y="795"/>
                  </a:cubicBezTo>
                  <a:cubicBezTo>
                    <a:pt x="551" y="795"/>
                    <a:pt x="561" y="785"/>
                    <a:pt x="561" y="773"/>
                  </a:cubicBezTo>
                  <a:cubicBezTo>
                    <a:pt x="561" y="720"/>
                    <a:pt x="561" y="720"/>
                    <a:pt x="561" y="720"/>
                  </a:cubicBezTo>
                  <a:cubicBezTo>
                    <a:pt x="774" y="687"/>
                    <a:pt x="939" y="502"/>
                    <a:pt x="939" y="279"/>
                  </a:cubicBezTo>
                  <a:cubicBezTo>
                    <a:pt x="939" y="174"/>
                    <a:pt x="939" y="174"/>
                    <a:pt x="939" y="174"/>
                  </a:cubicBezTo>
                  <a:cubicBezTo>
                    <a:pt x="953" y="165"/>
                    <a:pt x="953" y="165"/>
                    <a:pt x="953" y="165"/>
                  </a:cubicBezTo>
                  <a:cubicBezTo>
                    <a:pt x="968" y="155"/>
                    <a:pt x="979" y="139"/>
                    <a:pt x="982" y="122"/>
                  </a:cubicBezTo>
                  <a:cubicBezTo>
                    <a:pt x="986" y="104"/>
                    <a:pt x="982" y="86"/>
                    <a:pt x="972" y="71"/>
                  </a:cubicBezTo>
                  <a:close/>
                  <a:moveTo>
                    <a:pt x="252" y="1493"/>
                  </a:moveTo>
                  <a:cubicBezTo>
                    <a:pt x="252" y="1241"/>
                    <a:pt x="252" y="1241"/>
                    <a:pt x="252" y="1241"/>
                  </a:cubicBezTo>
                  <a:cubicBezTo>
                    <a:pt x="741" y="1241"/>
                    <a:pt x="741" y="1241"/>
                    <a:pt x="741" y="1241"/>
                  </a:cubicBezTo>
                  <a:cubicBezTo>
                    <a:pt x="741" y="1493"/>
                    <a:pt x="741" y="1493"/>
                    <a:pt x="741" y="1493"/>
                  </a:cubicBezTo>
                  <a:lnTo>
                    <a:pt x="252" y="1493"/>
                  </a:lnTo>
                  <a:close/>
                  <a:moveTo>
                    <a:pt x="798" y="1091"/>
                  </a:moveTo>
                  <a:cubicBezTo>
                    <a:pt x="798" y="1178"/>
                    <a:pt x="798" y="1178"/>
                    <a:pt x="798" y="1178"/>
                  </a:cubicBezTo>
                  <a:cubicBezTo>
                    <a:pt x="798" y="1188"/>
                    <a:pt x="789" y="1196"/>
                    <a:pt x="779" y="1196"/>
                  </a:cubicBezTo>
                  <a:cubicBezTo>
                    <a:pt x="213" y="1196"/>
                    <a:pt x="213" y="1196"/>
                    <a:pt x="213" y="1196"/>
                  </a:cubicBezTo>
                  <a:cubicBezTo>
                    <a:pt x="203" y="1196"/>
                    <a:pt x="195" y="1188"/>
                    <a:pt x="195" y="1178"/>
                  </a:cubicBezTo>
                  <a:cubicBezTo>
                    <a:pt x="195" y="1091"/>
                    <a:pt x="195" y="1091"/>
                    <a:pt x="195" y="1091"/>
                  </a:cubicBezTo>
                  <a:cubicBezTo>
                    <a:pt x="195" y="1081"/>
                    <a:pt x="203" y="1073"/>
                    <a:pt x="213" y="1073"/>
                  </a:cubicBezTo>
                  <a:cubicBezTo>
                    <a:pt x="779" y="1073"/>
                    <a:pt x="779" y="1073"/>
                    <a:pt x="779" y="1073"/>
                  </a:cubicBezTo>
                  <a:cubicBezTo>
                    <a:pt x="789" y="1073"/>
                    <a:pt x="798" y="1081"/>
                    <a:pt x="798" y="1091"/>
                  </a:cubicBezTo>
                  <a:close/>
                  <a:moveTo>
                    <a:pt x="561" y="993"/>
                  </a:moveTo>
                  <a:cubicBezTo>
                    <a:pt x="561" y="947"/>
                    <a:pt x="597" y="911"/>
                    <a:pt x="642" y="911"/>
                  </a:cubicBezTo>
                  <a:cubicBezTo>
                    <a:pt x="717" y="911"/>
                    <a:pt x="717" y="911"/>
                    <a:pt x="717" y="911"/>
                  </a:cubicBezTo>
                  <a:cubicBezTo>
                    <a:pt x="717" y="946"/>
                    <a:pt x="717" y="946"/>
                    <a:pt x="717" y="946"/>
                  </a:cubicBezTo>
                  <a:cubicBezTo>
                    <a:pt x="717" y="991"/>
                    <a:pt x="680" y="1028"/>
                    <a:pt x="635" y="1028"/>
                  </a:cubicBezTo>
                  <a:cubicBezTo>
                    <a:pt x="561" y="1028"/>
                    <a:pt x="561" y="1028"/>
                    <a:pt x="561" y="1028"/>
                  </a:cubicBezTo>
                  <a:lnTo>
                    <a:pt x="561" y="993"/>
                  </a:lnTo>
                  <a:close/>
                  <a:moveTo>
                    <a:pt x="357" y="1028"/>
                  </a:moveTo>
                  <a:cubicBezTo>
                    <a:pt x="312" y="1028"/>
                    <a:pt x="276" y="991"/>
                    <a:pt x="276" y="946"/>
                  </a:cubicBezTo>
                  <a:cubicBezTo>
                    <a:pt x="276" y="911"/>
                    <a:pt x="276" y="911"/>
                    <a:pt x="276" y="911"/>
                  </a:cubicBezTo>
                  <a:cubicBezTo>
                    <a:pt x="350" y="911"/>
                    <a:pt x="350" y="911"/>
                    <a:pt x="350" y="911"/>
                  </a:cubicBezTo>
                  <a:cubicBezTo>
                    <a:pt x="395" y="911"/>
                    <a:pt x="432" y="947"/>
                    <a:pt x="432" y="993"/>
                  </a:cubicBezTo>
                  <a:cubicBezTo>
                    <a:pt x="432" y="1028"/>
                    <a:pt x="432" y="1028"/>
                    <a:pt x="432" y="1028"/>
                  </a:cubicBezTo>
                  <a:lnTo>
                    <a:pt x="357" y="1028"/>
                  </a:lnTo>
                  <a:close/>
                  <a:moveTo>
                    <a:pt x="838" y="79"/>
                  </a:moveTo>
                  <a:cubicBezTo>
                    <a:pt x="802" y="103"/>
                    <a:pt x="802" y="103"/>
                    <a:pt x="802" y="103"/>
                  </a:cubicBezTo>
                  <a:cubicBezTo>
                    <a:pt x="800" y="61"/>
                    <a:pt x="800" y="61"/>
                    <a:pt x="800" y="61"/>
                  </a:cubicBezTo>
                  <a:lnTo>
                    <a:pt x="838" y="79"/>
                  </a:lnTo>
                  <a:close/>
                  <a:moveTo>
                    <a:pt x="733" y="148"/>
                  </a:moveTo>
                  <a:cubicBezTo>
                    <a:pt x="697" y="172"/>
                    <a:pt x="697" y="172"/>
                    <a:pt x="697" y="172"/>
                  </a:cubicBezTo>
                  <a:cubicBezTo>
                    <a:pt x="695" y="130"/>
                    <a:pt x="695" y="130"/>
                    <a:pt x="695" y="130"/>
                  </a:cubicBezTo>
                  <a:lnTo>
                    <a:pt x="733" y="148"/>
                  </a:lnTo>
                  <a:close/>
                  <a:moveTo>
                    <a:pt x="590" y="199"/>
                  </a:moveTo>
                  <a:cubicBezTo>
                    <a:pt x="629" y="217"/>
                    <a:pt x="629" y="217"/>
                    <a:pt x="629" y="217"/>
                  </a:cubicBezTo>
                  <a:cubicBezTo>
                    <a:pt x="592" y="241"/>
                    <a:pt x="592" y="241"/>
                    <a:pt x="592" y="241"/>
                  </a:cubicBezTo>
                  <a:lnTo>
                    <a:pt x="590" y="199"/>
                  </a:lnTo>
                  <a:close/>
                  <a:moveTo>
                    <a:pt x="400" y="245"/>
                  </a:moveTo>
                  <a:cubicBezTo>
                    <a:pt x="360" y="219"/>
                    <a:pt x="360" y="219"/>
                    <a:pt x="360" y="219"/>
                  </a:cubicBezTo>
                  <a:cubicBezTo>
                    <a:pt x="403" y="199"/>
                    <a:pt x="403" y="199"/>
                    <a:pt x="403" y="199"/>
                  </a:cubicBezTo>
                  <a:lnTo>
                    <a:pt x="400" y="245"/>
                  </a:lnTo>
                  <a:close/>
                  <a:moveTo>
                    <a:pt x="295" y="176"/>
                  </a:moveTo>
                  <a:cubicBezTo>
                    <a:pt x="255" y="150"/>
                    <a:pt x="255" y="150"/>
                    <a:pt x="255" y="150"/>
                  </a:cubicBezTo>
                  <a:cubicBezTo>
                    <a:pt x="298" y="130"/>
                    <a:pt x="298" y="130"/>
                    <a:pt x="298" y="130"/>
                  </a:cubicBezTo>
                  <a:lnTo>
                    <a:pt x="295" y="176"/>
                  </a:lnTo>
                  <a:close/>
                  <a:moveTo>
                    <a:pt x="190" y="107"/>
                  </a:moveTo>
                  <a:cubicBezTo>
                    <a:pt x="151" y="80"/>
                    <a:pt x="151" y="80"/>
                    <a:pt x="151" y="80"/>
                  </a:cubicBezTo>
                  <a:cubicBezTo>
                    <a:pt x="193" y="61"/>
                    <a:pt x="193" y="61"/>
                    <a:pt x="193" y="61"/>
                  </a:cubicBezTo>
                  <a:lnTo>
                    <a:pt x="190" y="107"/>
                  </a:lnTo>
                  <a:close/>
                  <a:moveTo>
                    <a:pt x="114" y="409"/>
                  </a:moveTo>
                  <a:cubicBezTo>
                    <a:pt x="129" y="404"/>
                    <a:pt x="144" y="401"/>
                    <a:pt x="160" y="401"/>
                  </a:cubicBezTo>
                  <a:cubicBezTo>
                    <a:pt x="229" y="401"/>
                    <a:pt x="285" y="457"/>
                    <a:pt x="285" y="525"/>
                  </a:cubicBezTo>
                  <a:cubicBezTo>
                    <a:pt x="285" y="554"/>
                    <a:pt x="275" y="581"/>
                    <a:pt x="257" y="603"/>
                  </a:cubicBezTo>
                  <a:cubicBezTo>
                    <a:pt x="192" y="555"/>
                    <a:pt x="141" y="488"/>
                    <a:pt x="114" y="409"/>
                  </a:cubicBezTo>
                  <a:close/>
                  <a:moveTo>
                    <a:pt x="733" y="600"/>
                  </a:moveTo>
                  <a:cubicBezTo>
                    <a:pt x="716" y="579"/>
                    <a:pt x="708" y="553"/>
                    <a:pt x="708" y="525"/>
                  </a:cubicBezTo>
                  <a:cubicBezTo>
                    <a:pt x="708" y="457"/>
                    <a:pt x="763" y="401"/>
                    <a:pt x="832" y="401"/>
                  </a:cubicBezTo>
                  <a:cubicBezTo>
                    <a:pt x="846" y="401"/>
                    <a:pt x="860" y="403"/>
                    <a:pt x="873" y="408"/>
                  </a:cubicBezTo>
                  <a:cubicBezTo>
                    <a:pt x="846" y="485"/>
                    <a:pt x="797" y="552"/>
                    <a:pt x="733" y="600"/>
                  </a:cubicBezTo>
                  <a:close/>
                  <a:moveTo>
                    <a:pt x="938" y="113"/>
                  </a:moveTo>
                  <a:cubicBezTo>
                    <a:pt x="937" y="119"/>
                    <a:pt x="934" y="124"/>
                    <a:pt x="928" y="127"/>
                  </a:cubicBezTo>
                  <a:cubicBezTo>
                    <a:pt x="904" y="143"/>
                    <a:pt x="904" y="143"/>
                    <a:pt x="904" y="143"/>
                  </a:cubicBezTo>
                  <a:cubicBezTo>
                    <a:pt x="904" y="143"/>
                    <a:pt x="904" y="143"/>
                    <a:pt x="904" y="143"/>
                  </a:cubicBezTo>
                  <a:cubicBezTo>
                    <a:pt x="505" y="406"/>
                    <a:pt x="505" y="406"/>
                    <a:pt x="505" y="406"/>
                  </a:cubicBezTo>
                  <a:cubicBezTo>
                    <a:pt x="498" y="411"/>
                    <a:pt x="488" y="411"/>
                    <a:pt x="481" y="406"/>
                  </a:cubicBezTo>
                  <a:cubicBezTo>
                    <a:pt x="286" y="278"/>
                    <a:pt x="286" y="278"/>
                    <a:pt x="286" y="278"/>
                  </a:cubicBezTo>
                  <a:cubicBezTo>
                    <a:pt x="276" y="271"/>
                    <a:pt x="262" y="274"/>
                    <a:pt x="255" y="284"/>
                  </a:cubicBezTo>
                  <a:cubicBezTo>
                    <a:pt x="248" y="294"/>
                    <a:pt x="251" y="308"/>
                    <a:pt x="261" y="315"/>
                  </a:cubicBezTo>
                  <a:cubicBezTo>
                    <a:pt x="456" y="444"/>
                    <a:pt x="456" y="444"/>
                    <a:pt x="456" y="444"/>
                  </a:cubicBezTo>
                  <a:cubicBezTo>
                    <a:pt x="467" y="451"/>
                    <a:pt x="480" y="455"/>
                    <a:pt x="493" y="455"/>
                  </a:cubicBezTo>
                  <a:cubicBezTo>
                    <a:pt x="506" y="455"/>
                    <a:pt x="519" y="451"/>
                    <a:pt x="530" y="444"/>
                  </a:cubicBezTo>
                  <a:cubicBezTo>
                    <a:pt x="894" y="204"/>
                    <a:pt x="894" y="204"/>
                    <a:pt x="894" y="204"/>
                  </a:cubicBezTo>
                  <a:cubicBezTo>
                    <a:pt x="894" y="279"/>
                    <a:pt x="894" y="279"/>
                    <a:pt x="894" y="279"/>
                  </a:cubicBezTo>
                  <a:cubicBezTo>
                    <a:pt x="894" y="308"/>
                    <a:pt x="890" y="337"/>
                    <a:pt x="885" y="364"/>
                  </a:cubicBezTo>
                  <a:cubicBezTo>
                    <a:pt x="868" y="359"/>
                    <a:pt x="850" y="356"/>
                    <a:pt x="832" y="356"/>
                  </a:cubicBezTo>
                  <a:cubicBezTo>
                    <a:pt x="739" y="356"/>
                    <a:pt x="663" y="432"/>
                    <a:pt x="663" y="525"/>
                  </a:cubicBezTo>
                  <a:cubicBezTo>
                    <a:pt x="663" y="562"/>
                    <a:pt x="674" y="596"/>
                    <a:pt x="695" y="625"/>
                  </a:cubicBezTo>
                  <a:cubicBezTo>
                    <a:pt x="636" y="660"/>
                    <a:pt x="567" y="680"/>
                    <a:pt x="493" y="680"/>
                  </a:cubicBezTo>
                  <a:cubicBezTo>
                    <a:pt x="421" y="680"/>
                    <a:pt x="354" y="661"/>
                    <a:pt x="295" y="627"/>
                  </a:cubicBezTo>
                  <a:cubicBezTo>
                    <a:pt x="317" y="598"/>
                    <a:pt x="330" y="562"/>
                    <a:pt x="330" y="525"/>
                  </a:cubicBezTo>
                  <a:cubicBezTo>
                    <a:pt x="330" y="432"/>
                    <a:pt x="254" y="356"/>
                    <a:pt x="160" y="356"/>
                  </a:cubicBezTo>
                  <a:cubicBezTo>
                    <a:pt x="140" y="356"/>
                    <a:pt x="121" y="359"/>
                    <a:pt x="102" y="366"/>
                  </a:cubicBezTo>
                  <a:cubicBezTo>
                    <a:pt x="96" y="338"/>
                    <a:pt x="93" y="309"/>
                    <a:pt x="93" y="279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186" y="266"/>
                    <a:pt x="186" y="266"/>
                    <a:pt x="186" y="266"/>
                  </a:cubicBezTo>
                  <a:cubicBezTo>
                    <a:pt x="197" y="272"/>
                    <a:pt x="210" y="270"/>
                    <a:pt x="217" y="259"/>
                  </a:cubicBezTo>
                  <a:cubicBezTo>
                    <a:pt x="224" y="249"/>
                    <a:pt x="221" y="235"/>
                    <a:pt x="211" y="228"/>
                  </a:cubicBezTo>
                  <a:cubicBezTo>
                    <a:pt x="58" y="127"/>
                    <a:pt x="58" y="127"/>
                    <a:pt x="58" y="127"/>
                  </a:cubicBezTo>
                  <a:cubicBezTo>
                    <a:pt x="58" y="127"/>
                    <a:pt x="58" y="127"/>
                    <a:pt x="58" y="127"/>
                  </a:cubicBezTo>
                  <a:cubicBezTo>
                    <a:pt x="53" y="124"/>
                    <a:pt x="49" y="119"/>
                    <a:pt x="48" y="113"/>
                  </a:cubicBezTo>
                  <a:cubicBezTo>
                    <a:pt x="47" y="107"/>
                    <a:pt x="48" y="101"/>
                    <a:pt x="51" y="96"/>
                  </a:cubicBezTo>
                  <a:cubicBezTo>
                    <a:pt x="55" y="91"/>
                    <a:pt x="60" y="87"/>
                    <a:pt x="66" y="86"/>
                  </a:cubicBezTo>
                  <a:cubicBezTo>
                    <a:pt x="71" y="85"/>
                    <a:pt x="77" y="86"/>
                    <a:pt x="82" y="89"/>
                  </a:cubicBezTo>
                  <a:cubicBezTo>
                    <a:pt x="481" y="352"/>
                    <a:pt x="481" y="352"/>
                    <a:pt x="481" y="352"/>
                  </a:cubicBezTo>
                  <a:cubicBezTo>
                    <a:pt x="488" y="357"/>
                    <a:pt x="498" y="357"/>
                    <a:pt x="505" y="352"/>
                  </a:cubicBezTo>
                  <a:cubicBezTo>
                    <a:pt x="904" y="89"/>
                    <a:pt x="904" y="89"/>
                    <a:pt x="904" y="89"/>
                  </a:cubicBezTo>
                  <a:cubicBezTo>
                    <a:pt x="914" y="83"/>
                    <a:pt x="928" y="85"/>
                    <a:pt x="935" y="96"/>
                  </a:cubicBezTo>
                  <a:cubicBezTo>
                    <a:pt x="938" y="101"/>
                    <a:pt x="939" y="107"/>
                    <a:pt x="938" y="113"/>
                  </a:cubicBezTo>
                  <a:close/>
                  <a:moveTo>
                    <a:pt x="938" y="113"/>
                  </a:moveTo>
                  <a:cubicBezTo>
                    <a:pt x="938" y="113"/>
                    <a:pt x="938" y="113"/>
                    <a:pt x="938" y="11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9"/>
            <p:cNvSpPr/>
            <p:nvPr/>
          </p:nvSpPr>
          <p:spPr>
            <a:xfrm>
              <a:off x="4809710" y="2459909"/>
              <a:ext cx="75498" cy="75498"/>
            </a:xfrm>
            <a:custGeom>
              <a:avLst/>
              <a:gdLst/>
              <a:ahLst/>
              <a:cxnLst/>
              <a:rect l="l" t="t" r="r" b="b"/>
              <a:pathLst>
                <a:path w="183" h="183" extrusionOk="0">
                  <a:moveTo>
                    <a:pt x="91" y="183"/>
                  </a:moveTo>
                  <a:cubicBezTo>
                    <a:pt x="142" y="183"/>
                    <a:pt x="183" y="142"/>
                    <a:pt x="183" y="91"/>
                  </a:cubicBezTo>
                  <a:cubicBezTo>
                    <a:pt x="183" y="41"/>
                    <a:pt x="142" y="0"/>
                    <a:pt x="91" y="0"/>
                  </a:cubicBezTo>
                  <a:cubicBezTo>
                    <a:pt x="41" y="0"/>
                    <a:pt x="0" y="41"/>
                    <a:pt x="0" y="91"/>
                  </a:cubicBezTo>
                  <a:cubicBezTo>
                    <a:pt x="0" y="142"/>
                    <a:pt x="41" y="183"/>
                    <a:pt x="91" y="183"/>
                  </a:cubicBezTo>
                  <a:close/>
                  <a:moveTo>
                    <a:pt x="91" y="45"/>
                  </a:moveTo>
                  <a:cubicBezTo>
                    <a:pt x="117" y="45"/>
                    <a:pt x="138" y="66"/>
                    <a:pt x="138" y="91"/>
                  </a:cubicBezTo>
                  <a:cubicBezTo>
                    <a:pt x="138" y="117"/>
                    <a:pt x="117" y="138"/>
                    <a:pt x="91" y="138"/>
                  </a:cubicBezTo>
                  <a:cubicBezTo>
                    <a:pt x="65" y="138"/>
                    <a:pt x="45" y="117"/>
                    <a:pt x="45" y="91"/>
                  </a:cubicBezTo>
                  <a:cubicBezTo>
                    <a:pt x="45" y="66"/>
                    <a:pt x="65" y="45"/>
                    <a:pt x="91" y="45"/>
                  </a:cubicBezTo>
                  <a:close/>
                  <a:moveTo>
                    <a:pt x="91" y="45"/>
                  </a:moveTo>
                  <a:cubicBezTo>
                    <a:pt x="91" y="45"/>
                    <a:pt x="91" y="45"/>
                    <a:pt x="91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0FB51CB-CFAE-97A7-1E3E-7AFA2C49B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BC1969E-60BF-B619-9F43-70A7707A7CAE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719988" y="2549499"/>
            <a:ext cx="2485800" cy="6984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719988" y="2549499"/>
            <a:ext cx="750300" cy="6984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0"/>
          <p:cNvSpPr/>
          <p:nvPr/>
        </p:nvSpPr>
        <p:spPr>
          <a:xfrm>
            <a:off x="719988" y="3652550"/>
            <a:ext cx="2485800" cy="6984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0"/>
          <p:cNvSpPr/>
          <p:nvPr/>
        </p:nvSpPr>
        <p:spPr>
          <a:xfrm>
            <a:off x="719988" y="3647500"/>
            <a:ext cx="1914000" cy="6984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0"/>
          <p:cNvSpPr/>
          <p:nvPr/>
        </p:nvSpPr>
        <p:spPr>
          <a:xfrm>
            <a:off x="719988" y="1451488"/>
            <a:ext cx="2485800" cy="6984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0"/>
          <p:cNvSpPr/>
          <p:nvPr/>
        </p:nvSpPr>
        <p:spPr>
          <a:xfrm>
            <a:off x="719988" y="1446450"/>
            <a:ext cx="1277700" cy="6984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2" name="Google Shape;372;p20"/>
          <p:cNvGrpSpPr/>
          <p:nvPr/>
        </p:nvGrpSpPr>
        <p:grpSpPr>
          <a:xfrm>
            <a:off x="3489475" y="1446450"/>
            <a:ext cx="4933975" cy="622200"/>
            <a:chOff x="3489475" y="1446450"/>
            <a:chExt cx="4933975" cy="622200"/>
          </a:xfrm>
        </p:grpSpPr>
        <p:sp>
          <p:nvSpPr>
            <p:cNvPr id="373" name="Google Shape;373;p20"/>
            <p:cNvSpPr/>
            <p:nvPr/>
          </p:nvSpPr>
          <p:spPr>
            <a:xfrm>
              <a:off x="3489475" y="1572075"/>
              <a:ext cx="1098900" cy="4572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50%</a:t>
              </a:r>
              <a:endParaRPr sz="22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374" name="Google Shape;374;p20"/>
            <p:cNvSpPr txBox="1"/>
            <p:nvPr/>
          </p:nvSpPr>
          <p:spPr>
            <a:xfrm flipH="1">
              <a:off x="5674052" y="1446450"/>
              <a:ext cx="27492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Mercury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375" name="Google Shape;375;p20"/>
            <p:cNvSpPr txBox="1"/>
            <p:nvPr/>
          </p:nvSpPr>
          <p:spPr>
            <a:xfrm flipH="1">
              <a:off x="5674250" y="1719450"/>
              <a:ext cx="27492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376" name="Google Shape;376;p20"/>
          <p:cNvGrpSpPr/>
          <p:nvPr/>
        </p:nvGrpSpPr>
        <p:grpSpPr>
          <a:xfrm>
            <a:off x="3489475" y="2549506"/>
            <a:ext cx="4933975" cy="622195"/>
            <a:chOff x="3489475" y="2549506"/>
            <a:chExt cx="4933975" cy="622195"/>
          </a:xfrm>
        </p:grpSpPr>
        <p:sp>
          <p:nvSpPr>
            <p:cNvPr id="377" name="Google Shape;377;p20"/>
            <p:cNvSpPr/>
            <p:nvPr/>
          </p:nvSpPr>
          <p:spPr>
            <a:xfrm>
              <a:off x="3489475" y="2672613"/>
              <a:ext cx="1098900" cy="4572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25%</a:t>
              </a:r>
              <a:endParaRPr sz="22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378" name="Google Shape;378;p20"/>
            <p:cNvSpPr txBox="1"/>
            <p:nvPr/>
          </p:nvSpPr>
          <p:spPr>
            <a:xfrm flipH="1">
              <a:off x="5674052" y="2549506"/>
              <a:ext cx="27492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Venus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379" name="Google Shape;379;p20"/>
            <p:cNvSpPr txBox="1"/>
            <p:nvPr/>
          </p:nvSpPr>
          <p:spPr>
            <a:xfrm flipH="1">
              <a:off x="5674250" y="2822501"/>
              <a:ext cx="27492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Venus has a beautiful name 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380" name="Google Shape;380;p20"/>
          <p:cNvGrpSpPr/>
          <p:nvPr/>
        </p:nvGrpSpPr>
        <p:grpSpPr>
          <a:xfrm>
            <a:off x="3489475" y="3652552"/>
            <a:ext cx="4933975" cy="622198"/>
            <a:chOff x="3489475" y="3652552"/>
            <a:chExt cx="4933975" cy="622198"/>
          </a:xfrm>
        </p:grpSpPr>
        <p:sp>
          <p:nvSpPr>
            <p:cNvPr id="381" name="Google Shape;381;p20"/>
            <p:cNvSpPr/>
            <p:nvPr/>
          </p:nvSpPr>
          <p:spPr>
            <a:xfrm>
              <a:off x="3489475" y="3773150"/>
              <a:ext cx="1098900" cy="4572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75%</a:t>
              </a:r>
              <a:endParaRPr sz="22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382" name="Google Shape;382;p20"/>
            <p:cNvSpPr txBox="1"/>
            <p:nvPr/>
          </p:nvSpPr>
          <p:spPr>
            <a:xfrm flipH="1">
              <a:off x="5674052" y="3652552"/>
              <a:ext cx="27492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Mars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383" name="Google Shape;383;p20"/>
            <p:cNvSpPr txBox="1"/>
            <p:nvPr/>
          </p:nvSpPr>
          <p:spPr>
            <a:xfrm flipH="1">
              <a:off x="5674250" y="3925550"/>
              <a:ext cx="27492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Mars is a very cold place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384" name="Google Shape;384;p20"/>
          <p:cNvSpPr/>
          <p:nvPr/>
        </p:nvSpPr>
        <p:spPr>
          <a:xfrm>
            <a:off x="4715850" y="1385361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0"/>
          <p:cNvSpPr/>
          <p:nvPr/>
        </p:nvSpPr>
        <p:spPr>
          <a:xfrm>
            <a:off x="4715850" y="2483361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4715850" y="3581361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7" name="Google Shape;387;p20"/>
          <p:cNvGrpSpPr/>
          <p:nvPr/>
        </p:nvGrpSpPr>
        <p:grpSpPr>
          <a:xfrm>
            <a:off x="4984979" y="1571946"/>
            <a:ext cx="292440" cy="421970"/>
            <a:chOff x="8382436" y="2774276"/>
            <a:chExt cx="439165" cy="633684"/>
          </a:xfrm>
        </p:grpSpPr>
        <p:sp>
          <p:nvSpPr>
            <p:cNvPr id="388" name="Google Shape;388;p20"/>
            <p:cNvSpPr/>
            <p:nvPr/>
          </p:nvSpPr>
          <p:spPr>
            <a:xfrm>
              <a:off x="8449064" y="2863800"/>
              <a:ext cx="327981" cy="253721"/>
            </a:xfrm>
            <a:custGeom>
              <a:avLst/>
              <a:gdLst/>
              <a:ahLst/>
              <a:cxnLst/>
              <a:rect l="l" t="t" r="r" b="b"/>
              <a:pathLst>
                <a:path w="795" h="615" extrusionOk="0">
                  <a:moveTo>
                    <a:pt x="736" y="14"/>
                  </a:moveTo>
                  <a:cubicBezTo>
                    <a:pt x="733" y="5"/>
                    <a:pt x="725" y="0"/>
                    <a:pt x="716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0" y="0"/>
                    <a:pt x="62" y="5"/>
                    <a:pt x="59" y="14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337" y="582"/>
                    <a:pt x="337" y="582"/>
                    <a:pt x="337" y="582"/>
                  </a:cubicBezTo>
                  <a:cubicBezTo>
                    <a:pt x="337" y="615"/>
                    <a:pt x="337" y="615"/>
                    <a:pt x="337" y="615"/>
                  </a:cubicBezTo>
                  <a:cubicBezTo>
                    <a:pt x="457" y="615"/>
                    <a:pt x="457" y="615"/>
                    <a:pt x="457" y="615"/>
                  </a:cubicBezTo>
                  <a:cubicBezTo>
                    <a:pt x="458" y="582"/>
                    <a:pt x="458" y="582"/>
                    <a:pt x="458" y="582"/>
                  </a:cubicBezTo>
                  <a:cubicBezTo>
                    <a:pt x="795" y="181"/>
                    <a:pt x="795" y="181"/>
                    <a:pt x="795" y="181"/>
                  </a:cubicBezTo>
                  <a:lnTo>
                    <a:pt x="736" y="14"/>
                  </a:lnTo>
                  <a:close/>
                  <a:moveTo>
                    <a:pt x="736" y="14"/>
                  </a:moveTo>
                  <a:cubicBezTo>
                    <a:pt x="736" y="14"/>
                    <a:pt x="736" y="14"/>
                    <a:pt x="736" y="14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20"/>
            <p:cNvSpPr/>
            <p:nvPr/>
          </p:nvSpPr>
          <p:spPr>
            <a:xfrm>
              <a:off x="8480418" y="3103907"/>
              <a:ext cx="265273" cy="295389"/>
            </a:xfrm>
            <a:custGeom>
              <a:avLst/>
              <a:gdLst/>
              <a:ahLst/>
              <a:cxnLst/>
              <a:rect l="l" t="t" r="r" b="b"/>
              <a:pathLst>
                <a:path w="643" h="716" extrusionOk="0">
                  <a:moveTo>
                    <a:pt x="471" y="109"/>
                  </a:moveTo>
                  <a:cubicBezTo>
                    <a:pt x="573" y="163"/>
                    <a:pt x="643" y="270"/>
                    <a:pt x="643" y="393"/>
                  </a:cubicBezTo>
                  <a:cubicBezTo>
                    <a:pt x="643" y="570"/>
                    <a:pt x="500" y="713"/>
                    <a:pt x="324" y="715"/>
                  </a:cubicBezTo>
                  <a:cubicBezTo>
                    <a:pt x="146" y="716"/>
                    <a:pt x="0" y="571"/>
                    <a:pt x="0" y="393"/>
                  </a:cubicBezTo>
                  <a:cubicBezTo>
                    <a:pt x="0" y="270"/>
                    <a:pt x="70" y="163"/>
                    <a:pt x="172" y="109"/>
                  </a:cubicBezTo>
                  <a:cubicBezTo>
                    <a:pt x="175" y="107"/>
                    <a:pt x="177" y="104"/>
                    <a:pt x="177" y="100"/>
                  </a:cubicBezTo>
                  <a:cubicBezTo>
                    <a:pt x="177" y="37"/>
                    <a:pt x="177" y="37"/>
                    <a:pt x="177" y="37"/>
                  </a:cubicBezTo>
                  <a:cubicBezTo>
                    <a:pt x="177" y="17"/>
                    <a:pt x="194" y="0"/>
                    <a:pt x="214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49" y="0"/>
                    <a:pt x="466" y="17"/>
                    <a:pt x="466" y="37"/>
                  </a:cubicBezTo>
                  <a:cubicBezTo>
                    <a:pt x="466" y="100"/>
                    <a:pt x="466" y="100"/>
                    <a:pt x="466" y="100"/>
                  </a:cubicBezTo>
                  <a:cubicBezTo>
                    <a:pt x="466" y="104"/>
                    <a:pt x="468" y="107"/>
                    <a:pt x="471" y="109"/>
                  </a:cubicBezTo>
                  <a:close/>
                  <a:moveTo>
                    <a:pt x="538" y="393"/>
                  </a:moveTo>
                  <a:cubicBezTo>
                    <a:pt x="538" y="274"/>
                    <a:pt x="441" y="177"/>
                    <a:pt x="321" y="177"/>
                  </a:cubicBezTo>
                  <a:cubicBezTo>
                    <a:pt x="202" y="177"/>
                    <a:pt x="105" y="274"/>
                    <a:pt x="105" y="393"/>
                  </a:cubicBezTo>
                  <a:cubicBezTo>
                    <a:pt x="105" y="513"/>
                    <a:pt x="202" y="610"/>
                    <a:pt x="321" y="610"/>
                  </a:cubicBezTo>
                  <a:cubicBezTo>
                    <a:pt x="441" y="610"/>
                    <a:pt x="538" y="513"/>
                    <a:pt x="538" y="393"/>
                  </a:cubicBezTo>
                  <a:close/>
                  <a:moveTo>
                    <a:pt x="538" y="393"/>
                  </a:moveTo>
                  <a:cubicBezTo>
                    <a:pt x="538" y="393"/>
                    <a:pt x="538" y="393"/>
                    <a:pt x="538" y="393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20"/>
            <p:cNvSpPr/>
            <p:nvPr/>
          </p:nvSpPr>
          <p:spPr>
            <a:xfrm>
              <a:off x="8553853" y="2938473"/>
              <a:ext cx="118403" cy="165435"/>
            </a:xfrm>
            <a:custGeom>
              <a:avLst/>
              <a:gdLst/>
              <a:ahLst/>
              <a:cxnLst/>
              <a:rect l="l" t="t" r="r" b="b"/>
              <a:pathLst>
                <a:path w="574" h="802" extrusionOk="0">
                  <a:moveTo>
                    <a:pt x="574" y="0"/>
                  </a:moveTo>
                  <a:lnTo>
                    <a:pt x="334" y="802"/>
                  </a:lnTo>
                  <a:lnTo>
                    <a:pt x="240" y="802"/>
                  </a:lnTo>
                  <a:lnTo>
                    <a:pt x="0" y="0"/>
                  </a:lnTo>
                  <a:lnTo>
                    <a:pt x="574" y="0"/>
                  </a:lnTo>
                  <a:moveTo>
                    <a:pt x="574" y="0"/>
                  </a:moveTo>
                  <a:lnTo>
                    <a:pt x="57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20"/>
            <p:cNvSpPr/>
            <p:nvPr/>
          </p:nvSpPr>
          <p:spPr>
            <a:xfrm>
              <a:off x="8701960" y="3259441"/>
              <a:ext cx="0" cy="1650"/>
            </a:xfrm>
            <a:custGeom>
              <a:avLst/>
              <a:gdLst/>
              <a:ahLst/>
              <a:cxnLst/>
              <a:rect l="l" t="t" r="r" b="b"/>
              <a:pathLst>
                <a:path w="120000" h="4" extrusionOk="0">
                  <a:moveTo>
                    <a:pt x="0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lose/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</a:path>
              </a:pathLst>
            </a:custGeom>
            <a:solidFill>
              <a:srgbClr val="F8D46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0"/>
            <p:cNvSpPr/>
            <p:nvPr/>
          </p:nvSpPr>
          <p:spPr>
            <a:xfrm>
              <a:off x="8701548" y="3254902"/>
              <a:ext cx="0" cy="2063"/>
            </a:xfrm>
            <a:custGeom>
              <a:avLst/>
              <a:gdLst/>
              <a:ahLst/>
              <a:cxnLst/>
              <a:rect l="l" t="t" r="r" b="b"/>
              <a:pathLst>
                <a:path w="120000" h="5" extrusionOk="0">
                  <a:moveTo>
                    <a:pt x="0" y="5"/>
                  </a:moveTo>
                  <a:cubicBezTo>
                    <a:pt x="0" y="3"/>
                    <a:pt x="0" y="2"/>
                    <a:pt x="0" y="0"/>
                  </a:cubicBezTo>
                  <a:cubicBezTo>
                    <a:pt x="0" y="2"/>
                    <a:pt x="0" y="3"/>
                    <a:pt x="0" y="5"/>
                  </a:cubicBezTo>
                  <a:close/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</a:path>
              </a:pathLst>
            </a:custGeom>
            <a:solidFill>
              <a:srgbClr val="F8D46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0"/>
            <p:cNvSpPr/>
            <p:nvPr/>
          </p:nvSpPr>
          <p:spPr>
            <a:xfrm>
              <a:off x="8647916" y="3183943"/>
              <a:ext cx="1650" cy="825"/>
            </a:xfrm>
            <a:custGeom>
              <a:avLst/>
              <a:gdLst/>
              <a:ahLst/>
              <a:cxnLst/>
              <a:rect l="l" t="t" r="r" b="b"/>
              <a:pathLst>
                <a:path w="4" h="2" extrusionOk="0">
                  <a:moveTo>
                    <a:pt x="4" y="2"/>
                  </a:moveTo>
                  <a:cubicBezTo>
                    <a:pt x="3" y="1"/>
                    <a:pt x="1" y="1"/>
                    <a:pt x="0" y="0"/>
                  </a:cubicBezTo>
                  <a:cubicBezTo>
                    <a:pt x="1" y="1"/>
                    <a:pt x="3" y="1"/>
                    <a:pt x="4" y="2"/>
                  </a:cubicBezTo>
                  <a:close/>
                  <a:moveTo>
                    <a:pt x="4" y="2"/>
                  </a:moveTo>
                  <a:cubicBezTo>
                    <a:pt x="4" y="2"/>
                    <a:pt x="4" y="2"/>
                    <a:pt x="4" y="2"/>
                  </a:cubicBezTo>
                </a:path>
              </a:pathLst>
            </a:custGeom>
            <a:solidFill>
              <a:srgbClr val="F8D46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0"/>
            <p:cNvSpPr/>
            <p:nvPr/>
          </p:nvSpPr>
          <p:spPr>
            <a:xfrm>
              <a:off x="8644203" y="3182705"/>
              <a:ext cx="1238" cy="413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3" y="1"/>
                  </a:moveTo>
                  <a:cubicBezTo>
                    <a:pt x="2" y="1"/>
                    <a:pt x="1" y="0"/>
                    <a:pt x="0" y="0"/>
                  </a:cubicBezTo>
                  <a:cubicBezTo>
                    <a:pt x="1" y="0"/>
                    <a:pt x="2" y="1"/>
                    <a:pt x="3" y="1"/>
                  </a:cubicBez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</a:path>
              </a:pathLst>
            </a:custGeom>
            <a:solidFill>
              <a:srgbClr val="F8D46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0"/>
            <p:cNvSpPr/>
            <p:nvPr/>
          </p:nvSpPr>
          <p:spPr>
            <a:xfrm>
              <a:off x="8624400" y="3177755"/>
              <a:ext cx="2063" cy="413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cubicBezTo>
                    <a:pt x="4" y="0"/>
                    <a:pt x="2" y="0"/>
                    <a:pt x="0" y="0"/>
                  </a:cubicBezTo>
                  <a:cubicBezTo>
                    <a:pt x="2" y="0"/>
                    <a:pt x="4" y="0"/>
                    <a:pt x="5" y="1"/>
                  </a:cubicBezTo>
                  <a:close/>
                  <a:moveTo>
                    <a:pt x="5" y="1"/>
                  </a:moveTo>
                  <a:cubicBezTo>
                    <a:pt x="5" y="1"/>
                    <a:pt x="5" y="1"/>
                    <a:pt x="5" y="1"/>
                  </a:cubicBezTo>
                </a:path>
              </a:pathLst>
            </a:custGeom>
            <a:solidFill>
              <a:srgbClr val="F8D46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0"/>
            <p:cNvSpPr/>
            <p:nvPr/>
          </p:nvSpPr>
          <p:spPr>
            <a:xfrm>
              <a:off x="8745691" y="3031710"/>
              <a:ext cx="67246" cy="66421"/>
            </a:xfrm>
            <a:custGeom>
              <a:avLst/>
              <a:gdLst/>
              <a:ahLst/>
              <a:cxnLst/>
              <a:rect l="l" t="t" r="r" b="b"/>
              <a:pathLst>
                <a:path w="163" h="161" extrusionOk="0">
                  <a:moveTo>
                    <a:pt x="156" y="74"/>
                  </a:moveTo>
                  <a:cubicBezTo>
                    <a:pt x="163" y="77"/>
                    <a:pt x="161" y="87"/>
                    <a:pt x="154" y="89"/>
                  </a:cubicBezTo>
                  <a:cubicBezTo>
                    <a:pt x="124" y="99"/>
                    <a:pt x="103" y="120"/>
                    <a:pt x="91" y="154"/>
                  </a:cubicBezTo>
                  <a:cubicBezTo>
                    <a:pt x="89" y="161"/>
                    <a:pt x="78" y="161"/>
                    <a:pt x="76" y="154"/>
                  </a:cubicBezTo>
                  <a:cubicBezTo>
                    <a:pt x="63" y="123"/>
                    <a:pt x="40" y="103"/>
                    <a:pt x="7" y="91"/>
                  </a:cubicBezTo>
                  <a:cubicBezTo>
                    <a:pt x="0" y="89"/>
                    <a:pt x="0" y="79"/>
                    <a:pt x="6" y="76"/>
                  </a:cubicBezTo>
                  <a:cubicBezTo>
                    <a:pt x="37" y="61"/>
                    <a:pt x="60" y="38"/>
                    <a:pt x="75" y="7"/>
                  </a:cubicBezTo>
                  <a:cubicBezTo>
                    <a:pt x="78" y="0"/>
                    <a:pt x="88" y="1"/>
                    <a:pt x="90" y="7"/>
                  </a:cubicBezTo>
                  <a:cubicBezTo>
                    <a:pt x="103" y="37"/>
                    <a:pt x="125" y="59"/>
                    <a:pt x="156" y="74"/>
                  </a:cubicBezTo>
                  <a:close/>
                  <a:moveTo>
                    <a:pt x="156" y="74"/>
                  </a:moveTo>
                  <a:cubicBezTo>
                    <a:pt x="156" y="74"/>
                    <a:pt x="156" y="74"/>
                    <a:pt x="156" y="74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0"/>
            <p:cNvSpPr/>
            <p:nvPr/>
          </p:nvSpPr>
          <p:spPr>
            <a:xfrm>
              <a:off x="8391100" y="2782940"/>
              <a:ext cx="67453" cy="66421"/>
            </a:xfrm>
            <a:custGeom>
              <a:avLst/>
              <a:gdLst/>
              <a:ahLst/>
              <a:cxnLst/>
              <a:rect l="l" t="t" r="r" b="b"/>
              <a:pathLst>
                <a:path w="163" h="161" extrusionOk="0">
                  <a:moveTo>
                    <a:pt x="156" y="74"/>
                  </a:moveTo>
                  <a:cubicBezTo>
                    <a:pt x="163" y="77"/>
                    <a:pt x="162" y="87"/>
                    <a:pt x="155" y="89"/>
                  </a:cubicBezTo>
                  <a:cubicBezTo>
                    <a:pt x="125" y="98"/>
                    <a:pt x="103" y="119"/>
                    <a:pt x="91" y="153"/>
                  </a:cubicBezTo>
                  <a:cubicBezTo>
                    <a:pt x="89" y="161"/>
                    <a:pt x="79" y="161"/>
                    <a:pt x="76" y="154"/>
                  </a:cubicBezTo>
                  <a:cubicBezTo>
                    <a:pt x="63" y="123"/>
                    <a:pt x="40" y="102"/>
                    <a:pt x="8" y="91"/>
                  </a:cubicBezTo>
                  <a:cubicBezTo>
                    <a:pt x="1" y="88"/>
                    <a:pt x="0" y="78"/>
                    <a:pt x="7" y="75"/>
                  </a:cubicBezTo>
                  <a:cubicBezTo>
                    <a:pt x="37" y="60"/>
                    <a:pt x="61" y="38"/>
                    <a:pt x="76" y="6"/>
                  </a:cubicBezTo>
                  <a:cubicBezTo>
                    <a:pt x="79" y="0"/>
                    <a:pt x="88" y="0"/>
                    <a:pt x="91" y="7"/>
                  </a:cubicBezTo>
                  <a:cubicBezTo>
                    <a:pt x="103" y="36"/>
                    <a:pt x="125" y="58"/>
                    <a:pt x="156" y="74"/>
                  </a:cubicBezTo>
                  <a:close/>
                  <a:moveTo>
                    <a:pt x="156" y="74"/>
                  </a:moveTo>
                  <a:cubicBezTo>
                    <a:pt x="156" y="74"/>
                    <a:pt x="156" y="74"/>
                    <a:pt x="156" y="74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0"/>
            <p:cNvSpPr/>
            <p:nvPr/>
          </p:nvSpPr>
          <p:spPr>
            <a:xfrm>
              <a:off x="8514660" y="3167853"/>
              <a:ext cx="196789" cy="196789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8" y="0"/>
                  </a:moveTo>
                  <a:cubicBezTo>
                    <a:pt x="118" y="0"/>
                    <a:pt x="17" y="89"/>
                    <a:pt x="2" y="209"/>
                  </a:cubicBezTo>
                  <a:cubicBezTo>
                    <a:pt x="0" y="221"/>
                    <a:pt x="9" y="232"/>
                    <a:pt x="21" y="234"/>
                  </a:cubicBezTo>
                  <a:cubicBezTo>
                    <a:pt x="34" y="235"/>
                    <a:pt x="45" y="226"/>
                    <a:pt x="46" y="214"/>
                  </a:cubicBezTo>
                  <a:cubicBezTo>
                    <a:pt x="58" y="118"/>
                    <a:pt x="141" y="45"/>
                    <a:pt x="238" y="45"/>
                  </a:cubicBezTo>
                  <a:cubicBezTo>
                    <a:pt x="345" y="45"/>
                    <a:pt x="432" y="132"/>
                    <a:pt x="432" y="238"/>
                  </a:cubicBezTo>
                  <a:cubicBezTo>
                    <a:pt x="432" y="345"/>
                    <a:pt x="345" y="432"/>
                    <a:pt x="238" y="432"/>
                  </a:cubicBezTo>
                  <a:cubicBezTo>
                    <a:pt x="153" y="432"/>
                    <a:pt x="78" y="377"/>
                    <a:pt x="53" y="295"/>
                  </a:cubicBezTo>
                  <a:cubicBezTo>
                    <a:pt x="50" y="283"/>
                    <a:pt x="37" y="276"/>
                    <a:pt x="25" y="280"/>
                  </a:cubicBezTo>
                  <a:cubicBezTo>
                    <a:pt x="13" y="283"/>
                    <a:pt x="6" y="296"/>
                    <a:pt x="10" y="308"/>
                  </a:cubicBezTo>
                  <a:cubicBezTo>
                    <a:pt x="25" y="356"/>
                    <a:pt x="55" y="399"/>
                    <a:pt x="95" y="429"/>
                  </a:cubicBezTo>
                  <a:cubicBezTo>
                    <a:pt x="137" y="460"/>
                    <a:pt x="186" y="477"/>
                    <a:pt x="238" y="477"/>
                  </a:cubicBezTo>
                  <a:cubicBezTo>
                    <a:pt x="370" y="477"/>
                    <a:pt x="477" y="370"/>
                    <a:pt x="477" y="238"/>
                  </a:cubicBezTo>
                  <a:cubicBezTo>
                    <a:pt x="477" y="107"/>
                    <a:pt x="370" y="0"/>
                    <a:pt x="238" y="0"/>
                  </a:cubicBezTo>
                  <a:close/>
                  <a:moveTo>
                    <a:pt x="238" y="0"/>
                  </a:moveTo>
                  <a:cubicBezTo>
                    <a:pt x="238" y="0"/>
                    <a:pt x="238" y="0"/>
                    <a:pt x="238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8382436" y="2774276"/>
              <a:ext cx="84780" cy="83336"/>
            </a:xfrm>
            <a:custGeom>
              <a:avLst/>
              <a:gdLst/>
              <a:ahLst/>
              <a:cxnLst/>
              <a:rect l="l" t="t" r="r" b="b"/>
              <a:pathLst>
                <a:path w="205" h="202" extrusionOk="0">
                  <a:moveTo>
                    <a:pt x="182" y="132"/>
                  </a:moveTo>
                  <a:cubicBezTo>
                    <a:pt x="194" y="128"/>
                    <a:pt x="203" y="117"/>
                    <a:pt x="204" y="104"/>
                  </a:cubicBezTo>
                  <a:cubicBezTo>
                    <a:pt x="205" y="92"/>
                    <a:pt x="198" y="80"/>
                    <a:pt x="187" y="74"/>
                  </a:cubicBezTo>
                  <a:cubicBezTo>
                    <a:pt x="160" y="61"/>
                    <a:pt x="143" y="43"/>
                    <a:pt x="133" y="19"/>
                  </a:cubicBezTo>
                  <a:cubicBezTo>
                    <a:pt x="128" y="8"/>
                    <a:pt x="117" y="0"/>
                    <a:pt x="105" y="0"/>
                  </a:cubicBezTo>
                  <a:cubicBezTo>
                    <a:pt x="93" y="0"/>
                    <a:pt x="81" y="7"/>
                    <a:pt x="76" y="18"/>
                  </a:cubicBezTo>
                  <a:cubicBezTo>
                    <a:pt x="64" y="44"/>
                    <a:pt x="45" y="63"/>
                    <a:pt x="18" y="76"/>
                  </a:cubicBezTo>
                  <a:cubicBezTo>
                    <a:pt x="7" y="81"/>
                    <a:pt x="0" y="93"/>
                    <a:pt x="1" y="105"/>
                  </a:cubicBezTo>
                  <a:cubicBezTo>
                    <a:pt x="1" y="118"/>
                    <a:pt x="9" y="129"/>
                    <a:pt x="21" y="133"/>
                  </a:cubicBezTo>
                  <a:cubicBezTo>
                    <a:pt x="48" y="143"/>
                    <a:pt x="66" y="159"/>
                    <a:pt x="76" y="183"/>
                  </a:cubicBezTo>
                  <a:cubicBezTo>
                    <a:pt x="81" y="195"/>
                    <a:pt x="92" y="202"/>
                    <a:pt x="105" y="202"/>
                  </a:cubicBezTo>
                  <a:cubicBezTo>
                    <a:pt x="105" y="202"/>
                    <a:pt x="105" y="202"/>
                    <a:pt x="105" y="202"/>
                  </a:cubicBezTo>
                  <a:cubicBezTo>
                    <a:pt x="118" y="202"/>
                    <a:pt x="129" y="194"/>
                    <a:pt x="134" y="182"/>
                  </a:cubicBezTo>
                  <a:cubicBezTo>
                    <a:pt x="143" y="155"/>
                    <a:pt x="159" y="139"/>
                    <a:pt x="182" y="132"/>
                  </a:cubicBezTo>
                  <a:close/>
                  <a:moveTo>
                    <a:pt x="104" y="140"/>
                  </a:moveTo>
                  <a:cubicBezTo>
                    <a:pt x="93" y="125"/>
                    <a:pt x="79" y="112"/>
                    <a:pt x="62" y="102"/>
                  </a:cubicBezTo>
                  <a:cubicBezTo>
                    <a:pt x="78" y="91"/>
                    <a:pt x="92" y="77"/>
                    <a:pt x="104" y="60"/>
                  </a:cubicBezTo>
                  <a:cubicBezTo>
                    <a:pt x="114" y="76"/>
                    <a:pt x="127" y="89"/>
                    <a:pt x="142" y="100"/>
                  </a:cubicBezTo>
                  <a:cubicBezTo>
                    <a:pt x="127" y="110"/>
                    <a:pt x="114" y="123"/>
                    <a:pt x="104" y="140"/>
                  </a:cubicBezTo>
                  <a:close/>
                  <a:moveTo>
                    <a:pt x="104" y="140"/>
                  </a:moveTo>
                  <a:cubicBezTo>
                    <a:pt x="104" y="140"/>
                    <a:pt x="104" y="140"/>
                    <a:pt x="104" y="14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0"/>
            <p:cNvSpPr/>
            <p:nvPr/>
          </p:nvSpPr>
          <p:spPr>
            <a:xfrm>
              <a:off x="8737027" y="3023047"/>
              <a:ext cx="84574" cy="83749"/>
            </a:xfrm>
            <a:custGeom>
              <a:avLst/>
              <a:gdLst/>
              <a:ahLst/>
              <a:cxnLst/>
              <a:rect l="l" t="t" r="r" b="b"/>
              <a:pathLst>
                <a:path w="205" h="203" extrusionOk="0">
                  <a:moveTo>
                    <a:pt x="187" y="75"/>
                  </a:moveTo>
                  <a:cubicBezTo>
                    <a:pt x="160" y="62"/>
                    <a:pt x="142" y="44"/>
                    <a:pt x="132" y="20"/>
                  </a:cubicBezTo>
                  <a:cubicBezTo>
                    <a:pt x="128" y="8"/>
                    <a:pt x="117" y="1"/>
                    <a:pt x="105" y="1"/>
                  </a:cubicBezTo>
                  <a:cubicBezTo>
                    <a:pt x="92" y="0"/>
                    <a:pt x="81" y="7"/>
                    <a:pt x="76" y="18"/>
                  </a:cubicBezTo>
                  <a:cubicBezTo>
                    <a:pt x="64" y="44"/>
                    <a:pt x="44" y="63"/>
                    <a:pt x="17" y="77"/>
                  </a:cubicBezTo>
                  <a:cubicBezTo>
                    <a:pt x="6" y="82"/>
                    <a:pt x="0" y="94"/>
                    <a:pt x="0" y="106"/>
                  </a:cubicBezTo>
                  <a:cubicBezTo>
                    <a:pt x="1" y="118"/>
                    <a:pt x="9" y="129"/>
                    <a:pt x="21" y="133"/>
                  </a:cubicBezTo>
                  <a:cubicBezTo>
                    <a:pt x="48" y="143"/>
                    <a:pt x="66" y="160"/>
                    <a:pt x="76" y="184"/>
                  </a:cubicBezTo>
                  <a:cubicBezTo>
                    <a:pt x="80" y="195"/>
                    <a:pt x="92" y="203"/>
                    <a:pt x="104" y="203"/>
                  </a:cubicBezTo>
                  <a:cubicBezTo>
                    <a:pt x="104" y="203"/>
                    <a:pt x="105" y="203"/>
                    <a:pt x="105" y="203"/>
                  </a:cubicBezTo>
                  <a:cubicBezTo>
                    <a:pt x="118" y="203"/>
                    <a:pt x="129" y="195"/>
                    <a:pt x="133" y="182"/>
                  </a:cubicBezTo>
                  <a:cubicBezTo>
                    <a:pt x="143" y="156"/>
                    <a:pt x="159" y="139"/>
                    <a:pt x="182" y="132"/>
                  </a:cubicBezTo>
                  <a:cubicBezTo>
                    <a:pt x="194" y="128"/>
                    <a:pt x="203" y="118"/>
                    <a:pt x="204" y="105"/>
                  </a:cubicBezTo>
                  <a:cubicBezTo>
                    <a:pt x="205" y="92"/>
                    <a:pt x="198" y="80"/>
                    <a:pt x="187" y="75"/>
                  </a:cubicBezTo>
                  <a:close/>
                  <a:moveTo>
                    <a:pt x="103" y="141"/>
                  </a:moveTo>
                  <a:cubicBezTo>
                    <a:pt x="93" y="125"/>
                    <a:pt x="79" y="112"/>
                    <a:pt x="62" y="103"/>
                  </a:cubicBezTo>
                  <a:cubicBezTo>
                    <a:pt x="78" y="91"/>
                    <a:pt x="92" y="77"/>
                    <a:pt x="103" y="61"/>
                  </a:cubicBezTo>
                  <a:cubicBezTo>
                    <a:pt x="113" y="76"/>
                    <a:pt x="126" y="90"/>
                    <a:pt x="142" y="101"/>
                  </a:cubicBezTo>
                  <a:cubicBezTo>
                    <a:pt x="126" y="110"/>
                    <a:pt x="113" y="124"/>
                    <a:pt x="103" y="141"/>
                  </a:cubicBezTo>
                  <a:close/>
                  <a:moveTo>
                    <a:pt x="103" y="141"/>
                  </a:moveTo>
                  <a:cubicBezTo>
                    <a:pt x="103" y="141"/>
                    <a:pt x="103" y="141"/>
                    <a:pt x="103" y="141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0"/>
            <p:cNvSpPr/>
            <p:nvPr/>
          </p:nvSpPr>
          <p:spPr>
            <a:xfrm>
              <a:off x="8439163" y="2854312"/>
              <a:ext cx="347784" cy="553649"/>
            </a:xfrm>
            <a:custGeom>
              <a:avLst/>
              <a:gdLst/>
              <a:ahLst/>
              <a:cxnLst/>
              <a:rect l="l" t="t" r="r" b="b"/>
              <a:pathLst>
                <a:path w="843" h="1342" extrusionOk="0">
                  <a:moveTo>
                    <a:pt x="588" y="698"/>
                  </a:moveTo>
                  <a:cubicBezTo>
                    <a:pt x="588" y="642"/>
                    <a:pt x="588" y="642"/>
                    <a:pt x="588" y="642"/>
                  </a:cubicBezTo>
                  <a:cubicBezTo>
                    <a:pt x="588" y="610"/>
                    <a:pt x="562" y="583"/>
                    <a:pt x="530" y="583"/>
                  </a:cubicBezTo>
                  <a:cubicBezTo>
                    <a:pt x="836" y="218"/>
                    <a:pt x="836" y="218"/>
                    <a:pt x="836" y="218"/>
                  </a:cubicBezTo>
                  <a:cubicBezTo>
                    <a:pt x="837" y="218"/>
                    <a:pt x="838" y="216"/>
                    <a:pt x="838" y="216"/>
                  </a:cubicBezTo>
                  <a:cubicBezTo>
                    <a:pt x="842" y="210"/>
                    <a:pt x="843" y="203"/>
                    <a:pt x="840" y="196"/>
                  </a:cubicBezTo>
                  <a:cubicBezTo>
                    <a:pt x="781" y="29"/>
                    <a:pt x="781" y="29"/>
                    <a:pt x="781" y="29"/>
                  </a:cubicBezTo>
                  <a:cubicBezTo>
                    <a:pt x="775" y="12"/>
                    <a:pt x="759" y="0"/>
                    <a:pt x="740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84" y="0"/>
                    <a:pt x="68" y="12"/>
                    <a:pt x="62" y="29"/>
                  </a:cubicBezTo>
                  <a:cubicBezTo>
                    <a:pt x="2" y="196"/>
                    <a:pt x="2" y="196"/>
                    <a:pt x="2" y="196"/>
                  </a:cubicBezTo>
                  <a:cubicBezTo>
                    <a:pt x="0" y="203"/>
                    <a:pt x="1" y="211"/>
                    <a:pt x="5" y="217"/>
                  </a:cubicBezTo>
                  <a:cubicBezTo>
                    <a:pt x="5" y="217"/>
                    <a:pt x="313" y="583"/>
                    <a:pt x="313" y="583"/>
                  </a:cubicBezTo>
                  <a:cubicBezTo>
                    <a:pt x="281" y="583"/>
                    <a:pt x="255" y="610"/>
                    <a:pt x="255" y="642"/>
                  </a:cubicBezTo>
                  <a:cubicBezTo>
                    <a:pt x="255" y="698"/>
                    <a:pt x="255" y="698"/>
                    <a:pt x="255" y="698"/>
                  </a:cubicBezTo>
                  <a:cubicBezTo>
                    <a:pt x="145" y="758"/>
                    <a:pt x="78" y="873"/>
                    <a:pt x="78" y="998"/>
                  </a:cubicBezTo>
                  <a:cubicBezTo>
                    <a:pt x="78" y="1090"/>
                    <a:pt x="114" y="1177"/>
                    <a:pt x="180" y="1242"/>
                  </a:cubicBezTo>
                  <a:cubicBezTo>
                    <a:pt x="245" y="1307"/>
                    <a:pt x="331" y="1342"/>
                    <a:pt x="421" y="1342"/>
                  </a:cubicBezTo>
                  <a:cubicBezTo>
                    <a:pt x="422" y="1342"/>
                    <a:pt x="423" y="1342"/>
                    <a:pt x="424" y="1342"/>
                  </a:cubicBezTo>
                  <a:cubicBezTo>
                    <a:pt x="516" y="1341"/>
                    <a:pt x="601" y="1305"/>
                    <a:pt x="665" y="1240"/>
                  </a:cubicBezTo>
                  <a:cubicBezTo>
                    <a:pt x="730" y="1176"/>
                    <a:pt x="765" y="1090"/>
                    <a:pt x="765" y="998"/>
                  </a:cubicBezTo>
                  <a:cubicBezTo>
                    <a:pt x="765" y="873"/>
                    <a:pt x="698" y="758"/>
                    <a:pt x="588" y="698"/>
                  </a:cubicBezTo>
                  <a:close/>
                  <a:moveTo>
                    <a:pt x="739" y="45"/>
                  </a:moveTo>
                  <a:cubicBezTo>
                    <a:pt x="787" y="181"/>
                    <a:pt x="787" y="181"/>
                    <a:pt x="787" y="181"/>
                  </a:cubicBezTo>
                  <a:cubicBezTo>
                    <a:pt x="585" y="181"/>
                    <a:pt x="585" y="181"/>
                    <a:pt x="585" y="181"/>
                  </a:cubicBezTo>
                  <a:cubicBezTo>
                    <a:pt x="567" y="45"/>
                    <a:pt x="567" y="45"/>
                    <a:pt x="567" y="45"/>
                  </a:cubicBezTo>
                  <a:lnTo>
                    <a:pt x="739" y="45"/>
                  </a:lnTo>
                  <a:close/>
                  <a:moveTo>
                    <a:pt x="321" y="45"/>
                  </a:moveTo>
                  <a:cubicBezTo>
                    <a:pt x="522" y="45"/>
                    <a:pt x="522" y="45"/>
                    <a:pt x="522" y="45"/>
                  </a:cubicBezTo>
                  <a:cubicBezTo>
                    <a:pt x="540" y="181"/>
                    <a:pt x="540" y="181"/>
                    <a:pt x="540" y="181"/>
                  </a:cubicBezTo>
                  <a:cubicBezTo>
                    <a:pt x="303" y="181"/>
                    <a:pt x="303" y="181"/>
                    <a:pt x="303" y="181"/>
                  </a:cubicBezTo>
                  <a:lnTo>
                    <a:pt x="321" y="45"/>
                  </a:lnTo>
                  <a:close/>
                  <a:moveTo>
                    <a:pt x="543" y="226"/>
                  </a:moveTo>
                  <a:cubicBezTo>
                    <a:pt x="522" y="292"/>
                    <a:pt x="522" y="292"/>
                    <a:pt x="522" y="292"/>
                  </a:cubicBezTo>
                  <a:cubicBezTo>
                    <a:pt x="518" y="304"/>
                    <a:pt x="525" y="316"/>
                    <a:pt x="536" y="320"/>
                  </a:cubicBezTo>
                  <a:cubicBezTo>
                    <a:pt x="539" y="321"/>
                    <a:pt x="541" y="321"/>
                    <a:pt x="543" y="321"/>
                  </a:cubicBezTo>
                  <a:cubicBezTo>
                    <a:pt x="553" y="321"/>
                    <a:pt x="562" y="315"/>
                    <a:pt x="565" y="306"/>
                  </a:cubicBezTo>
                  <a:cubicBezTo>
                    <a:pt x="590" y="226"/>
                    <a:pt x="590" y="226"/>
                    <a:pt x="590" y="226"/>
                  </a:cubicBezTo>
                  <a:cubicBezTo>
                    <a:pt x="771" y="226"/>
                    <a:pt x="771" y="226"/>
                    <a:pt x="771" y="226"/>
                  </a:cubicBezTo>
                  <a:cubicBezTo>
                    <a:pt x="478" y="575"/>
                    <a:pt x="478" y="575"/>
                    <a:pt x="478" y="575"/>
                  </a:cubicBezTo>
                  <a:cubicBezTo>
                    <a:pt x="536" y="396"/>
                    <a:pt x="536" y="396"/>
                    <a:pt x="536" y="396"/>
                  </a:cubicBezTo>
                  <a:cubicBezTo>
                    <a:pt x="540" y="384"/>
                    <a:pt x="533" y="371"/>
                    <a:pt x="521" y="367"/>
                  </a:cubicBezTo>
                  <a:cubicBezTo>
                    <a:pt x="509" y="364"/>
                    <a:pt x="497" y="370"/>
                    <a:pt x="493" y="382"/>
                  </a:cubicBezTo>
                  <a:cubicBezTo>
                    <a:pt x="428" y="583"/>
                    <a:pt x="428" y="583"/>
                    <a:pt x="428" y="583"/>
                  </a:cubicBezTo>
                  <a:cubicBezTo>
                    <a:pt x="415" y="583"/>
                    <a:pt x="415" y="583"/>
                    <a:pt x="415" y="583"/>
                  </a:cubicBezTo>
                  <a:cubicBezTo>
                    <a:pt x="300" y="226"/>
                    <a:pt x="300" y="226"/>
                    <a:pt x="300" y="226"/>
                  </a:cubicBezTo>
                  <a:cubicBezTo>
                    <a:pt x="543" y="226"/>
                    <a:pt x="543" y="226"/>
                    <a:pt x="543" y="226"/>
                  </a:cubicBezTo>
                  <a:close/>
                  <a:moveTo>
                    <a:pt x="104" y="45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58" y="181"/>
                    <a:pt x="258" y="181"/>
                    <a:pt x="258" y="181"/>
                  </a:cubicBezTo>
                  <a:cubicBezTo>
                    <a:pt x="55" y="181"/>
                    <a:pt x="55" y="181"/>
                    <a:pt x="55" y="181"/>
                  </a:cubicBezTo>
                  <a:lnTo>
                    <a:pt x="104" y="45"/>
                  </a:lnTo>
                  <a:close/>
                  <a:moveTo>
                    <a:pt x="72" y="226"/>
                  </a:moveTo>
                  <a:cubicBezTo>
                    <a:pt x="253" y="226"/>
                    <a:pt x="253" y="226"/>
                    <a:pt x="253" y="226"/>
                  </a:cubicBezTo>
                  <a:cubicBezTo>
                    <a:pt x="365" y="575"/>
                    <a:pt x="365" y="575"/>
                    <a:pt x="365" y="575"/>
                  </a:cubicBezTo>
                  <a:lnTo>
                    <a:pt x="72" y="226"/>
                  </a:lnTo>
                  <a:close/>
                  <a:moveTo>
                    <a:pt x="634" y="1209"/>
                  </a:moveTo>
                  <a:cubicBezTo>
                    <a:pt x="578" y="1265"/>
                    <a:pt x="503" y="1296"/>
                    <a:pt x="424" y="1297"/>
                  </a:cubicBezTo>
                  <a:cubicBezTo>
                    <a:pt x="423" y="1297"/>
                    <a:pt x="422" y="1297"/>
                    <a:pt x="421" y="1297"/>
                  </a:cubicBezTo>
                  <a:cubicBezTo>
                    <a:pt x="342" y="1297"/>
                    <a:pt x="268" y="1266"/>
                    <a:pt x="211" y="1210"/>
                  </a:cubicBezTo>
                  <a:cubicBezTo>
                    <a:pt x="154" y="1153"/>
                    <a:pt x="123" y="1078"/>
                    <a:pt x="123" y="998"/>
                  </a:cubicBezTo>
                  <a:cubicBezTo>
                    <a:pt x="123" y="887"/>
                    <a:pt x="184" y="786"/>
                    <a:pt x="282" y="734"/>
                  </a:cubicBezTo>
                  <a:cubicBezTo>
                    <a:pt x="283" y="734"/>
                    <a:pt x="284" y="733"/>
                    <a:pt x="285" y="732"/>
                  </a:cubicBezTo>
                  <a:cubicBezTo>
                    <a:pt x="358" y="732"/>
                    <a:pt x="358" y="732"/>
                    <a:pt x="358" y="732"/>
                  </a:cubicBezTo>
                  <a:cubicBezTo>
                    <a:pt x="371" y="732"/>
                    <a:pt x="381" y="722"/>
                    <a:pt x="381" y="710"/>
                  </a:cubicBezTo>
                  <a:cubicBezTo>
                    <a:pt x="381" y="697"/>
                    <a:pt x="371" y="687"/>
                    <a:pt x="358" y="687"/>
                  </a:cubicBezTo>
                  <a:cubicBezTo>
                    <a:pt x="300" y="687"/>
                    <a:pt x="300" y="687"/>
                    <a:pt x="300" y="687"/>
                  </a:cubicBezTo>
                  <a:cubicBezTo>
                    <a:pt x="300" y="642"/>
                    <a:pt x="300" y="642"/>
                    <a:pt x="300" y="642"/>
                  </a:cubicBezTo>
                  <a:cubicBezTo>
                    <a:pt x="300" y="634"/>
                    <a:pt x="306" y="628"/>
                    <a:pt x="314" y="628"/>
                  </a:cubicBezTo>
                  <a:cubicBezTo>
                    <a:pt x="529" y="628"/>
                    <a:pt x="529" y="628"/>
                    <a:pt x="529" y="628"/>
                  </a:cubicBezTo>
                  <a:cubicBezTo>
                    <a:pt x="537" y="628"/>
                    <a:pt x="543" y="634"/>
                    <a:pt x="543" y="642"/>
                  </a:cubicBezTo>
                  <a:cubicBezTo>
                    <a:pt x="543" y="688"/>
                    <a:pt x="543" y="688"/>
                    <a:pt x="543" y="688"/>
                  </a:cubicBezTo>
                  <a:cubicBezTo>
                    <a:pt x="478" y="688"/>
                    <a:pt x="478" y="688"/>
                    <a:pt x="478" y="688"/>
                  </a:cubicBezTo>
                  <a:cubicBezTo>
                    <a:pt x="466" y="688"/>
                    <a:pt x="456" y="698"/>
                    <a:pt x="456" y="710"/>
                  </a:cubicBezTo>
                  <a:cubicBezTo>
                    <a:pt x="456" y="723"/>
                    <a:pt x="466" y="733"/>
                    <a:pt x="478" y="733"/>
                  </a:cubicBezTo>
                  <a:cubicBezTo>
                    <a:pt x="558" y="733"/>
                    <a:pt x="558" y="733"/>
                    <a:pt x="558" y="733"/>
                  </a:cubicBezTo>
                  <a:cubicBezTo>
                    <a:pt x="559" y="733"/>
                    <a:pt x="560" y="734"/>
                    <a:pt x="561" y="734"/>
                  </a:cubicBezTo>
                  <a:cubicBezTo>
                    <a:pt x="659" y="786"/>
                    <a:pt x="720" y="887"/>
                    <a:pt x="720" y="998"/>
                  </a:cubicBezTo>
                  <a:cubicBezTo>
                    <a:pt x="720" y="1078"/>
                    <a:pt x="689" y="1152"/>
                    <a:pt x="634" y="1209"/>
                  </a:cubicBezTo>
                  <a:close/>
                  <a:moveTo>
                    <a:pt x="634" y="1209"/>
                  </a:moveTo>
                  <a:cubicBezTo>
                    <a:pt x="634" y="1209"/>
                    <a:pt x="634" y="1209"/>
                    <a:pt x="634" y="1209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20"/>
          <p:cNvGrpSpPr/>
          <p:nvPr/>
        </p:nvGrpSpPr>
        <p:grpSpPr>
          <a:xfrm>
            <a:off x="4869746" y="3803471"/>
            <a:ext cx="522905" cy="386956"/>
            <a:chOff x="5579633" y="4916634"/>
            <a:chExt cx="522905" cy="386956"/>
          </a:xfrm>
        </p:grpSpPr>
        <p:sp>
          <p:nvSpPr>
            <p:cNvPr id="403" name="Google Shape;403;p20"/>
            <p:cNvSpPr/>
            <p:nvPr/>
          </p:nvSpPr>
          <p:spPr>
            <a:xfrm>
              <a:off x="5587460" y="4997691"/>
              <a:ext cx="328962" cy="73915"/>
            </a:xfrm>
            <a:custGeom>
              <a:avLst/>
              <a:gdLst/>
              <a:ahLst/>
              <a:cxnLst/>
              <a:rect l="l" t="t" r="r" b="b"/>
              <a:pathLst>
                <a:path w="19925" h="4477" extrusionOk="0">
                  <a:moveTo>
                    <a:pt x="0" y="1"/>
                  </a:moveTo>
                  <a:lnTo>
                    <a:pt x="0" y="4477"/>
                  </a:lnTo>
                  <a:lnTo>
                    <a:pt x="19925" y="4477"/>
                  </a:lnTo>
                  <a:lnTo>
                    <a:pt x="19925" y="1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5587460" y="5047177"/>
              <a:ext cx="328962" cy="73915"/>
            </a:xfrm>
            <a:custGeom>
              <a:avLst/>
              <a:gdLst/>
              <a:ahLst/>
              <a:cxnLst/>
              <a:rect l="l" t="t" r="r" b="b"/>
              <a:pathLst>
                <a:path w="19925" h="4477" extrusionOk="0">
                  <a:moveTo>
                    <a:pt x="0" y="1"/>
                  </a:moveTo>
                  <a:lnTo>
                    <a:pt x="0" y="4477"/>
                  </a:lnTo>
                  <a:lnTo>
                    <a:pt x="19925" y="4477"/>
                  </a:lnTo>
                  <a:lnTo>
                    <a:pt x="19925" y="1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0"/>
            <p:cNvSpPr/>
            <p:nvPr/>
          </p:nvSpPr>
          <p:spPr>
            <a:xfrm>
              <a:off x="5587460" y="5099438"/>
              <a:ext cx="328962" cy="73915"/>
            </a:xfrm>
            <a:custGeom>
              <a:avLst/>
              <a:gdLst/>
              <a:ahLst/>
              <a:cxnLst/>
              <a:rect l="l" t="t" r="r" b="b"/>
              <a:pathLst>
                <a:path w="19925" h="4477" extrusionOk="0">
                  <a:moveTo>
                    <a:pt x="0" y="0"/>
                  </a:moveTo>
                  <a:lnTo>
                    <a:pt x="0" y="4476"/>
                  </a:lnTo>
                  <a:lnTo>
                    <a:pt x="19925" y="4476"/>
                  </a:lnTo>
                  <a:lnTo>
                    <a:pt x="19925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0"/>
            <p:cNvSpPr/>
            <p:nvPr/>
          </p:nvSpPr>
          <p:spPr>
            <a:xfrm>
              <a:off x="5587460" y="5150312"/>
              <a:ext cx="328962" cy="52172"/>
            </a:xfrm>
            <a:custGeom>
              <a:avLst/>
              <a:gdLst/>
              <a:ahLst/>
              <a:cxnLst/>
              <a:rect l="l" t="t" r="r" b="b"/>
              <a:pathLst>
                <a:path w="19925" h="3160" extrusionOk="0">
                  <a:moveTo>
                    <a:pt x="0" y="0"/>
                  </a:moveTo>
                  <a:lnTo>
                    <a:pt x="0" y="3160"/>
                  </a:lnTo>
                  <a:lnTo>
                    <a:pt x="16760" y="3160"/>
                  </a:lnTo>
                  <a:cubicBezTo>
                    <a:pt x="18505" y="3160"/>
                    <a:pt x="19925" y="1745"/>
                    <a:pt x="19925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0"/>
            <p:cNvSpPr/>
            <p:nvPr/>
          </p:nvSpPr>
          <p:spPr>
            <a:xfrm>
              <a:off x="5770597" y="4930933"/>
              <a:ext cx="327905" cy="302793"/>
            </a:xfrm>
            <a:custGeom>
              <a:avLst/>
              <a:gdLst/>
              <a:ahLst/>
              <a:cxnLst/>
              <a:rect l="l" t="t" r="r" b="b"/>
              <a:pathLst>
                <a:path w="19861" h="18340" extrusionOk="0">
                  <a:moveTo>
                    <a:pt x="9933" y="0"/>
                  </a:moveTo>
                  <a:cubicBezTo>
                    <a:pt x="9563" y="0"/>
                    <a:pt x="9193" y="211"/>
                    <a:pt x="9060" y="633"/>
                  </a:cubicBezTo>
                  <a:lnTo>
                    <a:pt x="7414" y="5666"/>
                  </a:lnTo>
                  <a:cubicBezTo>
                    <a:pt x="7291" y="6055"/>
                    <a:pt x="6946" y="6301"/>
                    <a:pt x="6551" y="6301"/>
                  </a:cubicBezTo>
                  <a:lnTo>
                    <a:pt x="1252" y="6301"/>
                  </a:lnTo>
                  <a:cubicBezTo>
                    <a:pt x="370" y="6301"/>
                    <a:pt x="0" y="7450"/>
                    <a:pt x="720" y="7968"/>
                  </a:cubicBezTo>
                  <a:lnTo>
                    <a:pt x="4994" y="11068"/>
                  </a:lnTo>
                  <a:cubicBezTo>
                    <a:pt x="5319" y="11315"/>
                    <a:pt x="5467" y="11724"/>
                    <a:pt x="5344" y="12093"/>
                  </a:cubicBezTo>
                  <a:lnTo>
                    <a:pt x="3697" y="17126"/>
                  </a:lnTo>
                  <a:cubicBezTo>
                    <a:pt x="3496" y="17780"/>
                    <a:pt x="4001" y="18339"/>
                    <a:pt x="4570" y="18339"/>
                  </a:cubicBezTo>
                  <a:cubicBezTo>
                    <a:pt x="4753" y="18339"/>
                    <a:pt x="4942" y="18282"/>
                    <a:pt x="5117" y="18152"/>
                  </a:cubicBezTo>
                  <a:lnTo>
                    <a:pt x="9386" y="15051"/>
                  </a:lnTo>
                  <a:cubicBezTo>
                    <a:pt x="9551" y="14938"/>
                    <a:pt x="9742" y="14881"/>
                    <a:pt x="9932" y="14881"/>
                  </a:cubicBezTo>
                  <a:cubicBezTo>
                    <a:pt x="10123" y="14881"/>
                    <a:pt x="10312" y="14938"/>
                    <a:pt x="10475" y="15051"/>
                  </a:cubicBezTo>
                  <a:lnTo>
                    <a:pt x="14749" y="18152"/>
                  </a:lnTo>
                  <a:cubicBezTo>
                    <a:pt x="14923" y="18282"/>
                    <a:pt x="15113" y="18339"/>
                    <a:pt x="15295" y="18339"/>
                  </a:cubicBezTo>
                  <a:cubicBezTo>
                    <a:pt x="15865" y="18339"/>
                    <a:pt x="16369" y="17780"/>
                    <a:pt x="16164" y="17126"/>
                  </a:cubicBezTo>
                  <a:lnTo>
                    <a:pt x="14522" y="12093"/>
                  </a:lnTo>
                  <a:cubicBezTo>
                    <a:pt x="14399" y="11724"/>
                    <a:pt x="14542" y="11315"/>
                    <a:pt x="14872" y="11068"/>
                  </a:cubicBezTo>
                  <a:lnTo>
                    <a:pt x="19146" y="7968"/>
                  </a:lnTo>
                  <a:cubicBezTo>
                    <a:pt x="19861" y="7450"/>
                    <a:pt x="19491" y="6301"/>
                    <a:pt x="18609" y="6301"/>
                  </a:cubicBezTo>
                  <a:lnTo>
                    <a:pt x="13309" y="6301"/>
                  </a:lnTo>
                  <a:cubicBezTo>
                    <a:pt x="12920" y="6301"/>
                    <a:pt x="12570" y="6055"/>
                    <a:pt x="12447" y="5666"/>
                  </a:cubicBezTo>
                  <a:lnTo>
                    <a:pt x="10805" y="633"/>
                  </a:lnTo>
                  <a:cubicBezTo>
                    <a:pt x="10672" y="211"/>
                    <a:pt x="10303" y="0"/>
                    <a:pt x="993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5949985" y="5176632"/>
              <a:ext cx="86859" cy="57191"/>
            </a:xfrm>
            <a:custGeom>
              <a:avLst/>
              <a:gdLst/>
              <a:ahLst/>
              <a:cxnLst/>
              <a:rect l="l" t="t" r="r" b="b"/>
              <a:pathLst>
                <a:path w="5261" h="3464" extrusionOk="0">
                  <a:moveTo>
                    <a:pt x="927" y="1"/>
                  </a:moveTo>
                  <a:cubicBezTo>
                    <a:pt x="737" y="1"/>
                    <a:pt x="548" y="58"/>
                    <a:pt x="395" y="171"/>
                  </a:cubicBezTo>
                  <a:lnTo>
                    <a:pt x="0" y="457"/>
                  </a:lnTo>
                  <a:lnTo>
                    <a:pt x="3885" y="3272"/>
                  </a:lnTo>
                  <a:cubicBezTo>
                    <a:pt x="4060" y="3405"/>
                    <a:pt x="4250" y="3464"/>
                    <a:pt x="4433" y="3464"/>
                  </a:cubicBezTo>
                  <a:cubicBezTo>
                    <a:pt x="4785" y="3464"/>
                    <a:pt x="5111" y="3246"/>
                    <a:pt x="5260" y="2922"/>
                  </a:cubicBezTo>
                  <a:lnTo>
                    <a:pt x="1460" y="171"/>
                  </a:lnTo>
                  <a:cubicBezTo>
                    <a:pt x="1307" y="58"/>
                    <a:pt x="1117" y="1"/>
                    <a:pt x="927" y="1"/>
                  </a:cubicBezTo>
                  <a:close/>
                </a:path>
              </a:pathLst>
            </a:custGeom>
            <a:solidFill>
              <a:srgbClr val="FFD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0"/>
            <p:cNvSpPr/>
            <p:nvPr/>
          </p:nvSpPr>
          <p:spPr>
            <a:xfrm>
              <a:off x="5887305" y="5059396"/>
              <a:ext cx="18326" cy="38666"/>
            </a:xfrm>
            <a:custGeom>
              <a:avLst/>
              <a:gdLst/>
              <a:ahLst/>
              <a:cxnLst/>
              <a:rect l="l" t="t" r="r" b="b"/>
              <a:pathLst>
                <a:path w="1110" h="2342" extrusionOk="0">
                  <a:moveTo>
                    <a:pt x="553" y="0"/>
                  </a:moveTo>
                  <a:cubicBezTo>
                    <a:pt x="247" y="0"/>
                    <a:pt x="1" y="247"/>
                    <a:pt x="1" y="557"/>
                  </a:cubicBezTo>
                  <a:lnTo>
                    <a:pt x="1" y="1790"/>
                  </a:lnTo>
                  <a:cubicBezTo>
                    <a:pt x="1" y="2095"/>
                    <a:pt x="247" y="2342"/>
                    <a:pt x="553" y="2342"/>
                  </a:cubicBezTo>
                  <a:cubicBezTo>
                    <a:pt x="864" y="2342"/>
                    <a:pt x="1110" y="2095"/>
                    <a:pt x="1110" y="1790"/>
                  </a:cubicBezTo>
                  <a:lnTo>
                    <a:pt x="1110" y="557"/>
                  </a:lnTo>
                  <a:cubicBezTo>
                    <a:pt x="1110" y="247"/>
                    <a:pt x="864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5962601" y="5059396"/>
              <a:ext cx="18326" cy="38666"/>
            </a:xfrm>
            <a:custGeom>
              <a:avLst/>
              <a:gdLst/>
              <a:ahLst/>
              <a:cxnLst/>
              <a:rect l="l" t="t" r="r" b="b"/>
              <a:pathLst>
                <a:path w="1110" h="2342" extrusionOk="0">
                  <a:moveTo>
                    <a:pt x="553" y="0"/>
                  </a:moveTo>
                  <a:cubicBezTo>
                    <a:pt x="247" y="0"/>
                    <a:pt x="1" y="247"/>
                    <a:pt x="1" y="557"/>
                  </a:cubicBezTo>
                  <a:lnTo>
                    <a:pt x="1" y="1790"/>
                  </a:lnTo>
                  <a:cubicBezTo>
                    <a:pt x="1" y="2095"/>
                    <a:pt x="247" y="2342"/>
                    <a:pt x="553" y="2342"/>
                  </a:cubicBezTo>
                  <a:cubicBezTo>
                    <a:pt x="863" y="2342"/>
                    <a:pt x="1110" y="2095"/>
                    <a:pt x="1110" y="1790"/>
                  </a:cubicBezTo>
                  <a:lnTo>
                    <a:pt x="1110" y="557"/>
                  </a:lnTo>
                  <a:cubicBezTo>
                    <a:pt x="1110" y="247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0"/>
            <p:cNvSpPr/>
            <p:nvPr/>
          </p:nvSpPr>
          <p:spPr>
            <a:xfrm>
              <a:off x="5888296" y="5122390"/>
              <a:ext cx="92621" cy="30940"/>
            </a:xfrm>
            <a:custGeom>
              <a:avLst/>
              <a:gdLst/>
              <a:ahLst/>
              <a:cxnLst/>
              <a:rect l="l" t="t" r="r" b="b"/>
              <a:pathLst>
                <a:path w="5610" h="1874" extrusionOk="0">
                  <a:moveTo>
                    <a:pt x="517" y="0"/>
                  </a:moveTo>
                  <a:cubicBezTo>
                    <a:pt x="385" y="0"/>
                    <a:pt x="256" y="56"/>
                    <a:pt x="163" y="168"/>
                  </a:cubicBezTo>
                  <a:cubicBezTo>
                    <a:pt x="0" y="375"/>
                    <a:pt x="39" y="661"/>
                    <a:pt x="227" y="829"/>
                  </a:cubicBezTo>
                  <a:cubicBezTo>
                    <a:pt x="1070" y="1524"/>
                    <a:pt x="1932" y="1874"/>
                    <a:pt x="2815" y="1874"/>
                  </a:cubicBezTo>
                  <a:cubicBezTo>
                    <a:pt x="3677" y="1874"/>
                    <a:pt x="4540" y="1524"/>
                    <a:pt x="5383" y="829"/>
                  </a:cubicBezTo>
                  <a:cubicBezTo>
                    <a:pt x="5585" y="661"/>
                    <a:pt x="5610" y="375"/>
                    <a:pt x="5442" y="168"/>
                  </a:cubicBezTo>
                  <a:cubicBezTo>
                    <a:pt x="5352" y="56"/>
                    <a:pt x="5224" y="0"/>
                    <a:pt x="5093" y="0"/>
                  </a:cubicBezTo>
                  <a:cubicBezTo>
                    <a:pt x="4987" y="0"/>
                    <a:pt x="4879" y="36"/>
                    <a:pt x="4786" y="109"/>
                  </a:cubicBezTo>
                  <a:cubicBezTo>
                    <a:pt x="4109" y="673"/>
                    <a:pt x="3457" y="956"/>
                    <a:pt x="2805" y="956"/>
                  </a:cubicBezTo>
                  <a:cubicBezTo>
                    <a:pt x="2153" y="956"/>
                    <a:pt x="1501" y="673"/>
                    <a:pt x="823" y="109"/>
                  </a:cubicBezTo>
                  <a:cubicBezTo>
                    <a:pt x="731" y="36"/>
                    <a:pt x="623" y="0"/>
                    <a:pt x="51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0"/>
            <p:cNvSpPr/>
            <p:nvPr/>
          </p:nvSpPr>
          <p:spPr>
            <a:xfrm>
              <a:off x="5579633" y="4923387"/>
              <a:ext cx="522905" cy="318148"/>
            </a:xfrm>
            <a:custGeom>
              <a:avLst/>
              <a:gdLst/>
              <a:ahLst/>
              <a:cxnLst/>
              <a:rect l="l" t="t" r="r" b="b"/>
              <a:pathLst>
                <a:path w="31672" h="19270" extrusionOk="0">
                  <a:moveTo>
                    <a:pt x="21508" y="0"/>
                  </a:moveTo>
                  <a:cubicBezTo>
                    <a:pt x="20892" y="0"/>
                    <a:pt x="20379" y="370"/>
                    <a:pt x="20192" y="947"/>
                  </a:cubicBezTo>
                  <a:lnTo>
                    <a:pt x="19186" y="4047"/>
                  </a:lnTo>
                  <a:lnTo>
                    <a:pt x="474" y="4047"/>
                  </a:lnTo>
                  <a:cubicBezTo>
                    <a:pt x="208" y="4047"/>
                    <a:pt x="1" y="4254"/>
                    <a:pt x="1" y="4501"/>
                  </a:cubicBezTo>
                  <a:cubicBezTo>
                    <a:pt x="1" y="4747"/>
                    <a:pt x="208" y="4974"/>
                    <a:pt x="474" y="4974"/>
                  </a:cubicBezTo>
                  <a:lnTo>
                    <a:pt x="18880" y="4974"/>
                  </a:lnTo>
                  <a:lnTo>
                    <a:pt x="18550" y="5980"/>
                  </a:lnTo>
                  <a:cubicBezTo>
                    <a:pt x="18486" y="6162"/>
                    <a:pt x="18323" y="6305"/>
                    <a:pt x="18116" y="6305"/>
                  </a:cubicBezTo>
                  <a:lnTo>
                    <a:pt x="17254" y="6305"/>
                  </a:lnTo>
                  <a:cubicBezTo>
                    <a:pt x="16987" y="6305"/>
                    <a:pt x="16785" y="6512"/>
                    <a:pt x="16785" y="6758"/>
                  </a:cubicBezTo>
                  <a:cubicBezTo>
                    <a:pt x="16785" y="7025"/>
                    <a:pt x="16987" y="7232"/>
                    <a:pt x="17254" y="7232"/>
                  </a:cubicBezTo>
                  <a:lnTo>
                    <a:pt x="18116" y="7232"/>
                  </a:lnTo>
                  <a:cubicBezTo>
                    <a:pt x="18713" y="7232"/>
                    <a:pt x="19250" y="6842"/>
                    <a:pt x="19432" y="6265"/>
                  </a:cubicBezTo>
                  <a:lnTo>
                    <a:pt x="21054" y="1233"/>
                  </a:lnTo>
                  <a:cubicBezTo>
                    <a:pt x="21158" y="947"/>
                    <a:pt x="21424" y="927"/>
                    <a:pt x="21508" y="927"/>
                  </a:cubicBezTo>
                  <a:cubicBezTo>
                    <a:pt x="21567" y="927"/>
                    <a:pt x="21838" y="947"/>
                    <a:pt x="21937" y="1233"/>
                  </a:cubicBezTo>
                  <a:lnTo>
                    <a:pt x="23563" y="6265"/>
                  </a:lnTo>
                  <a:cubicBezTo>
                    <a:pt x="23746" y="6842"/>
                    <a:pt x="24278" y="7232"/>
                    <a:pt x="24874" y="7232"/>
                  </a:cubicBezTo>
                  <a:lnTo>
                    <a:pt x="30174" y="7232"/>
                  </a:lnTo>
                  <a:cubicBezTo>
                    <a:pt x="30484" y="7232"/>
                    <a:pt x="30588" y="7458"/>
                    <a:pt x="30607" y="7537"/>
                  </a:cubicBezTo>
                  <a:cubicBezTo>
                    <a:pt x="30627" y="7621"/>
                    <a:pt x="30686" y="7868"/>
                    <a:pt x="30440" y="8055"/>
                  </a:cubicBezTo>
                  <a:lnTo>
                    <a:pt x="26151" y="11155"/>
                  </a:lnTo>
                  <a:cubicBezTo>
                    <a:pt x="25678" y="11505"/>
                    <a:pt x="25471" y="12141"/>
                    <a:pt x="25658" y="12693"/>
                  </a:cubicBezTo>
                  <a:lnTo>
                    <a:pt x="27300" y="17726"/>
                  </a:lnTo>
                  <a:cubicBezTo>
                    <a:pt x="27383" y="18037"/>
                    <a:pt x="27196" y="18199"/>
                    <a:pt x="27137" y="18239"/>
                  </a:cubicBezTo>
                  <a:cubicBezTo>
                    <a:pt x="27097" y="18267"/>
                    <a:pt x="26993" y="18333"/>
                    <a:pt x="26856" y="18333"/>
                  </a:cubicBezTo>
                  <a:cubicBezTo>
                    <a:pt x="26774" y="18333"/>
                    <a:pt x="26680" y="18309"/>
                    <a:pt x="26580" y="18239"/>
                  </a:cubicBezTo>
                  <a:lnTo>
                    <a:pt x="22306" y="15138"/>
                  </a:lnTo>
                  <a:cubicBezTo>
                    <a:pt x="22060" y="14963"/>
                    <a:pt x="21778" y="14876"/>
                    <a:pt x="21495" y="14876"/>
                  </a:cubicBezTo>
                  <a:cubicBezTo>
                    <a:pt x="21213" y="14876"/>
                    <a:pt x="20931" y="14963"/>
                    <a:pt x="20684" y="15138"/>
                  </a:cubicBezTo>
                  <a:lnTo>
                    <a:pt x="16416" y="18239"/>
                  </a:lnTo>
                  <a:cubicBezTo>
                    <a:pt x="16323" y="18309"/>
                    <a:pt x="16234" y="18333"/>
                    <a:pt x="16154" y="18333"/>
                  </a:cubicBezTo>
                  <a:cubicBezTo>
                    <a:pt x="16022" y="18333"/>
                    <a:pt x="15918" y="18267"/>
                    <a:pt x="15878" y="18239"/>
                  </a:cubicBezTo>
                  <a:cubicBezTo>
                    <a:pt x="15819" y="18199"/>
                    <a:pt x="15612" y="18037"/>
                    <a:pt x="15696" y="17726"/>
                  </a:cubicBezTo>
                  <a:lnTo>
                    <a:pt x="17337" y="12693"/>
                  </a:lnTo>
                  <a:cubicBezTo>
                    <a:pt x="17525" y="12141"/>
                    <a:pt x="17318" y="11505"/>
                    <a:pt x="16845" y="11155"/>
                  </a:cubicBezTo>
                  <a:lnTo>
                    <a:pt x="12551" y="8055"/>
                  </a:lnTo>
                  <a:cubicBezTo>
                    <a:pt x="12305" y="7868"/>
                    <a:pt x="12369" y="7621"/>
                    <a:pt x="12388" y="7537"/>
                  </a:cubicBezTo>
                  <a:cubicBezTo>
                    <a:pt x="12408" y="7458"/>
                    <a:pt x="12512" y="7232"/>
                    <a:pt x="12817" y="7232"/>
                  </a:cubicBezTo>
                  <a:lnTo>
                    <a:pt x="15405" y="7232"/>
                  </a:lnTo>
                  <a:cubicBezTo>
                    <a:pt x="15652" y="7232"/>
                    <a:pt x="15859" y="7025"/>
                    <a:pt x="15859" y="6758"/>
                  </a:cubicBezTo>
                  <a:cubicBezTo>
                    <a:pt x="15859" y="6512"/>
                    <a:pt x="15652" y="6305"/>
                    <a:pt x="15405" y="6305"/>
                  </a:cubicBezTo>
                  <a:lnTo>
                    <a:pt x="12817" y="6305"/>
                  </a:lnTo>
                  <a:cubicBezTo>
                    <a:pt x="12265" y="6305"/>
                    <a:pt x="11792" y="6615"/>
                    <a:pt x="11565" y="7128"/>
                  </a:cubicBezTo>
                  <a:lnTo>
                    <a:pt x="474" y="7128"/>
                  </a:lnTo>
                  <a:cubicBezTo>
                    <a:pt x="208" y="7128"/>
                    <a:pt x="1" y="7335"/>
                    <a:pt x="1" y="7582"/>
                  </a:cubicBezTo>
                  <a:cubicBezTo>
                    <a:pt x="1" y="7848"/>
                    <a:pt x="208" y="8055"/>
                    <a:pt x="474" y="8055"/>
                  </a:cubicBezTo>
                  <a:lnTo>
                    <a:pt x="11486" y="8055"/>
                  </a:lnTo>
                  <a:cubicBezTo>
                    <a:pt x="11565" y="8341"/>
                    <a:pt x="11752" y="8607"/>
                    <a:pt x="12019" y="8794"/>
                  </a:cubicBezTo>
                  <a:lnTo>
                    <a:pt x="13951" y="10209"/>
                  </a:lnTo>
                  <a:lnTo>
                    <a:pt x="474" y="10209"/>
                  </a:lnTo>
                  <a:cubicBezTo>
                    <a:pt x="208" y="10209"/>
                    <a:pt x="1" y="10416"/>
                    <a:pt x="1" y="10662"/>
                  </a:cubicBezTo>
                  <a:cubicBezTo>
                    <a:pt x="1" y="10929"/>
                    <a:pt x="208" y="11136"/>
                    <a:pt x="474" y="11136"/>
                  </a:cubicBezTo>
                  <a:lnTo>
                    <a:pt x="15223" y="11136"/>
                  </a:lnTo>
                  <a:lnTo>
                    <a:pt x="16292" y="11915"/>
                  </a:lnTo>
                  <a:cubicBezTo>
                    <a:pt x="16455" y="12018"/>
                    <a:pt x="16514" y="12220"/>
                    <a:pt x="16455" y="12427"/>
                  </a:cubicBezTo>
                  <a:lnTo>
                    <a:pt x="16169" y="13290"/>
                  </a:lnTo>
                  <a:lnTo>
                    <a:pt x="6370" y="13290"/>
                  </a:lnTo>
                  <a:cubicBezTo>
                    <a:pt x="6103" y="13290"/>
                    <a:pt x="5896" y="13497"/>
                    <a:pt x="5896" y="13743"/>
                  </a:cubicBezTo>
                  <a:cubicBezTo>
                    <a:pt x="5896" y="14009"/>
                    <a:pt x="6103" y="14217"/>
                    <a:pt x="6370" y="14217"/>
                  </a:cubicBezTo>
                  <a:lnTo>
                    <a:pt x="15878" y="14217"/>
                  </a:lnTo>
                  <a:lnTo>
                    <a:pt x="15183" y="16371"/>
                  </a:lnTo>
                  <a:lnTo>
                    <a:pt x="474" y="16371"/>
                  </a:lnTo>
                  <a:cubicBezTo>
                    <a:pt x="208" y="16371"/>
                    <a:pt x="1" y="16578"/>
                    <a:pt x="1" y="16844"/>
                  </a:cubicBezTo>
                  <a:cubicBezTo>
                    <a:pt x="1" y="17090"/>
                    <a:pt x="208" y="17297"/>
                    <a:pt x="474" y="17297"/>
                  </a:cubicBezTo>
                  <a:lnTo>
                    <a:pt x="14873" y="17297"/>
                  </a:lnTo>
                  <a:lnTo>
                    <a:pt x="14833" y="17440"/>
                  </a:lnTo>
                  <a:cubicBezTo>
                    <a:pt x="14626" y="18037"/>
                    <a:pt x="14833" y="18628"/>
                    <a:pt x="15326" y="18998"/>
                  </a:cubicBezTo>
                  <a:cubicBezTo>
                    <a:pt x="15573" y="19166"/>
                    <a:pt x="15859" y="19269"/>
                    <a:pt x="16145" y="19269"/>
                  </a:cubicBezTo>
                  <a:cubicBezTo>
                    <a:pt x="16416" y="19269"/>
                    <a:pt x="16702" y="19166"/>
                    <a:pt x="16948" y="18998"/>
                  </a:cubicBezTo>
                  <a:lnTo>
                    <a:pt x="21242" y="15878"/>
                  </a:lnTo>
                  <a:cubicBezTo>
                    <a:pt x="21313" y="15826"/>
                    <a:pt x="21405" y="15800"/>
                    <a:pt x="21500" y="15800"/>
                  </a:cubicBezTo>
                  <a:cubicBezTo>
                    <a:pt x="21595" y="15800"/>
                    <a:pt x="21693" y="15826"/>
                    <a:pt x="21774" y="15878"/>
                  </a:cubicBezTo>
                  <a:lnTo>
                    <a:pt x="26048" y="18998"/>
                  </a:lnTo>
                  <a:cubicBezTo>
                    <a:pt x="26294" y="19173"/>
                    <a:pt x="26576" y="19260"/>
                    <a:pt x="26859" y="19260"/>
                  </a:cubicBezTo>
                  <a:cubicBezTo>
                    <a:pt x="27141" y="19260"/>
                    <a:pt x="27423" y="19173"/>
                    <a:pt x="27669" y="18998"/>
                  </a:cubicBezTo>
                  <a:cubicBezTo>
                    <a:pt x="28162" y="18628"/>
                    <a:pt x="28369" y="18037"/>
                    <a:pt x="28162" y="17440"/>
                  </a:cubicBezTo>
                  <a:lnTo>
                    <a:pt x="26541" y="12427"/>
                  </a:lnTo>
                  <a:cubicBezTo>
                    <a:pt x="26476" y="12220"/>
                    <a:pt x="26541" y="12018"/>
                    <a:pt x="26703" y="11915"/>
                  </a:cubicBezTo>
                  <a:lnTo>
                    <a:pt x="30977" y="8794"/>
                  </a:lnTo>
                  <a:cubicBezTo>
                    <a:pt x="31470" y="8444"/>
                    <a:pt x="31672" y="7828"/>
                    <a:pt x="31490" y="7251"/>
                  </a:cubicBezTo>
                  <a:cubicBezTo>
                    <a:pt x="31302" y="6675"/>
                    <a:pt x="30770" y="6305"/>
                    <a:pt x="30174" y="6305"/>
                  </a:cubicBezTo>
                  <a:lnTo>
                    <a:pt x="24874" y="6305"/>
                  </a:lnTo>
                  <a:cubicBezTo>
                    <a:pt x="24692" y="6305"/>
                    <a:pt x="24505" y="6162"/>
                    <a:pt x="24446" y="5980"/>
                  </a:cubicBezTo>
                  <a:lnTo>
                    <a:pt x="22824" y="947"/>
                  </a:lnTo>
                  <a:cubicBezTo>
                    <a:pt x="22617" y="370"/>
                    <a:pt x="22104" y="0"/>
                    <a:pt x="2150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>
              <a:off x="5579633" y="5142815"/>
              <a:ext cx="82137" cy="15321"/>
            </a:xfrm>
            <a:custGeom>
              <a:avLst/>
              <a:gdLst/>
              <a:ahLst/>
              <a:cxnLst/>
              <a:rect l="l" t="t" r="r" b="b"/>
              <a:pathLst>
                <a:path w="4975" h="928" extrusionOk="0">
                  <a:moveTo>
                    <a:pt x="474" y="1"/>
                  </a:moveTo>
                  <a:cubicBezTo>
                    <a:pt x="208" y="1"/>
                    <a:pt x="1" y="208"/>
                    <a:pt x="1" y="454"/>
                  </a:cubicBezTo>
                  <a:cubicBezTo>
                    <a:pt x="1" y="720"/>
                    <a:pt x="208" y="928"/>
                    <a:pt x="474" y="928"/>
                  </a:cubicBezTo>
                  <a:lnTo>
                    <a:pt x="4521" y="928"/>
                  </a:lnTo>
                  <a:cubicBezTo>
                    <a:pt x="4768" y="928"/>
                    <a:pt x="4975" y="720"/>
                    <a:pt x="4975" y="454"/>
                  </a:cubicBezTo>
                  <a:cubicBezTo>
                    <a:pt x="4975" y="208"/>
                    <a:pt x="4768" y="1"/>
                    <a:pt x="452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6018511" y="4916634"/>
              <a:ext cx="15321" cy="23362"/>
            </a:xfrm>
            <a:custGeom>
              <a:avLst/>
              <a:gdLst/>
              <a:ahLst/>
              <a:cxnLst/>
              <a:rect l="l" t="t" r="r" b="b"/>
              <a:pathLst>
                <a:path w="928" h="1415" extrusionOk="0">
                  <a:moveTo>
                    <a:pt x="474" y="0"/>
                  </a:moveTo>
                  <a:cubicBezTo>
                    <a:pt x="208" y="0"/>
                    <a:pt x="1" y="207"/>
                    <a:pt x="1" y="473"/>
                  </a:cubicBezTo>
                  <a:lnTo>
                    <a:pt x="1" y="966"/>
                  </a:lnTo>
                  <a:cubicBezTo>
                    <a:pt x="1" y="1213"/>
                    <a:pt x="208" y="1415"/>
                    <a:pt x="474" y="1415"/>
                  </a:cubicBezTo>
                  <a:cubicBezTo>
                    <a:pt x="721" y="1415"/>
                    <a:pt x="928" y="1213"/>
                    <a:pt x="928" y="966"/>
                  </a:cubicBezTo>
                  <a:lnTo>
                    <a:pt x="928" y="473"/>
                  </a:lnTo>
                  <a:cubicBezTo>
                    <a:pt x="928" y="207"/>
                    <a:pt x="721" y="0"/>
                    <a:pt x="47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0"/>
            <p:cNvSpPr/>
            <p:nvPr/>
          </p:nvSpPr>
          <p:spPr>
            <a:xfrm>
              <a:off x="6036840" y="4944060"/>
              <a:ext cx="23444" cy="15321"/>
            </a:xfrm>
            <a:custGeom>
              <a:avLst/>
              <a:gdLst/>
              <a:ahLst/>
              <a:cxnLst/>
              <a:rect l="l" t="t" r="r" b="b"/>
              <a:pathLst>
                <a:path w="1420" h="928" extrusionOk="0">
                  <a:moveTo>
                    <a:pt x="473" y="0"/>
                  </a:moveTo>
                  <a:cubicBezTo>
                    <a:pt x="207" y="0"/>
                    <a:pt x="0" y="207"/>
                    <a:pt x="0" y="474"/>
                  </a:cubicBezTo>
                  <a:cubicBezTo>
                    <a:pt x="0" y="720"/>
                    <a:pt x="207" y="927"/>
                    <a:pt x="473" y="927"/>
                  </a:cubicBezTo>
                  <a:lnTo>
                    <a:pt x="966" y="927"/>
                  </a:lnTo>
                  <a:cubicBezTo>
                    <a:pt x="1213" y="927"/>
                    <a:pt x="1420" y="720"/>
                    <a:pt x="1420" y="474"/>
                  </a:cubicBezTo>
                  <a:cubicBezTo>
                    <a:pt x="1420" y="207"/>
                    <a:pt x="1213" y="0"/>
                    <a:pt x="96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0"/>
            <p:cNvSpPr/>
            <p:nvPr/>
          </p:nvSpPr>
          <p:spPr>
            <a:xfrm>
              <a:off x="6017537" y="4962372"/>
              <a:ext cx="15239" cy="23774"/>
            </a:xfrm>
            <a:custGeom>
              <a:avLst/>
              <a:gdLst/>
              <a:ahLst/>
              <a:cxnLst/>
              <a:rect l="l" t="t" r="r" b="b"/>
              <a:pathLst>
                <a:path w="923" h="1440" extrusionOk="0">
                  <a:moveTo>
                    <a:pt x="469" y="0"/>
                  </a:moveTo>
                  <a:cubicBezTo>
                    <a:pt x="203" y="0"/>
                    <a:pt x="1" y="227"/>
                    <a:pt x="1" y="474"/>
                  </a:cubicBezTo>
                  <a:lnTo>
                    <a:pt x="1" y="967"/>
                  </a:lnTo>
                  <a:cubicBezTo>
                    <a:pt x="1" y="1213"/>
                    <a:pt x="203" y="1440"/>
                    <a:pt x="469" y="1440"/>
                  </a:cubicBezTo>
                  <a:cubicBezTo>
                    <a:pt x="716" y="1440"/>
                    <a:pt x="923" y="1213"/>
                    <a:pt x="923" y="967"/>
                  </a:cubicBezTo>
                  <a:lnTo>
                    <a:pt x="923" y="474"/>
                  </a:lnTo>
                  <a:cubicBezTo>
                    <a:pt x="923" y="227"/>
                    <a:pt x="716" y="0"/>
                    <a:pt x="46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0"/>
            <p:cNvSpPr/>
            <p:nvPr/>
          </p:nvSpPr>
          <p:spPr>
            <a:xfrm>
              <a:off x="5991084" y="4943086"/>
              <a:ext cx="23378" cy="15222"/>
            </a:xfrm>
            <a:custGeom>
              <a:avLst/>
              <a:gdLst/>
              <a:ahLst/>
              <a:cxnLst/>
              <a:rect l="l" t="t" r="r" b="b"/>
              <a:pathLst>
                <a:path w="1416" h="922" extrusionOk="0">
                  <a:moveTo>
                    <a:pt x="469" y="0"/>
                  </a:moveTo>
                  <a:cubicBezTo>
                    <a:pt x="203" y="0"/>
                    <a:pt x="1" y="207"/>
                    <a:pt x="1" y="473"/>
                  </a:cubicBezTo>
                  <a:cubicBezTo>
                    <a:pt x="1" y="720"/>
                    <a:pt x="203" y="922"/>
                    <a:pt x="469" y="922"/>
                  </a:cubicBezTo>
                  <a:lnTo>
                    <a:pt x="962" y="922"/>
                  </a:lnTo>
                  <a:cubicBezTo>
                    <a:pt x="1208" y="922"/>
                    <a:pt x="1416" y="720"/>
                    <a:pt x="1416" y="473"/>
                  </a:cubicBezTo>
                  <a:cubicBezTo>
                    <a:pt x="1416" y="207"/>
                    <a:pt x="1208" y="0"/>
                    <a:pt x="96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0"/>
            <p:cNvSpPr/>
            <p:nvPr/>
          </p:nvSpPr>
          <p:spPr>
            <a:xfrm>
              <a:off x="5710278" y="5234391"/>
              <a:ext cx="15239" cy="23444"/>
            </a:xfrm>
            <a:custGeom>
              <a:avLst/>
              <a:gdLst/>
              <a:ahLst/>
              <a:cxnLst/>
              <a:rect l="l" t="t" r="r" b="b"/>
              <a:pathLst>
                <a:path w="923" h="1420" extrusionOk="0">
                  <a:moveTo>
                    <a:pt x="449" y="0"/>
                  </a:moveTo>
                  <a:cubicBezTo>
                    <a:pt x="203" y="0"/>
                    <a:pt x="1" y="207"/>
                    <a:pt x="1" y="474"/>
                  </a:cubicBezTo>
                  <a:lnTo>
                    <a:pt x="1" y="966"/>
                  </a:lnTo>
                  <a:cubicBezTo>
                    <a:pt x="1" y="1213"/>
                    <a:pt x="203" y="1420"/>
                    <a:pt x="449" y="1420"/>
                  </a:cubicBezTo>
                  <a:cubicBezTo>
                    <a:pt x="696" y="1420"/>
                    <a:pt x="922" y="1213"/>
                    <a:pt x="922" y="966"/>
                  </a:cubicBezTo>
                  <a:lnTo>
                    <a:pt x="922" y="474"/>
                  </a:lnTo>
                  <a:cubicBezTo>
                    <a:pt x="922" y="207"/>
                    <a:pt x="696" y="0"/>
                    <a:pt x="44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0"/>
            <p:cNvSpPr/>
            <p:nvPr/>
          </p:nvSpPr>
          <p:spPr>
            <a:xfrm>
              <a:off x="5728590" y="5261900"/>
              <a:ext cx="23378" cy="15239"/>
            </a:xfrm>
            <a:custGeom>
              <a:avLst/>
              <a:gdLst/>
              <a:ahLst/>
              <a:cxnLst/>
              <a:rect l="l" t="t" r="r" b="b"/>
              <a:pathLst>
                <a:path w="1416" h="923" extrusionOk="0">
                  <a:moveTo>
                    <a:pt x="449" y="0"/>
                  </a:moveTo>
                  <a:cubicBezTo>
                    <a:pt x="203" y="0"/>
                    <a:pt x="1" y="203"/>
                    <a:pt x="1" y="469"/>
                  </a:cubicBezTo>
                  <a:cubicBezTo>
                    <a:pt x="1" y="715"/>
                    <a:pt x="203" y="922"/>
                    <a:pt x="449" y="922"/>
                  </a:cubicBezTo>
                  <a:lnTo>
                    <a:pt x="942" y="922"/>
                  </a:lnTo>
                  <a:cubicBezTo>
                    <a:pt x="1208" y="922"/>
                    <a:pt x="1415" y="715"/>
                    <a:pt x="1415" y="469"/>
                  </a:cubicBezTo>
                  <a:cubicBezTo>
                    <a:pt x="1415" y="203"/>
                    <a:pt x="1208" y="0"/>
                    <a:pt x="94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0"/>
            <p:cNvSpPr/>
            <p:nvPr/>
          </p:nvSpPr>
          <p:spPr>
            <a:xfrm>
              <a:off x="5709221" y="5280212"/>
              <a:ext cx="15321" cy="23378"/>
            </a:xfrm>
            <a:custGeom>
              <a:avLst/>
              <a:gdLst/>
              <a:ahLst/>
              <a:cxnLst/>
              <a:rect l="l" t="t" r="r" b="b"/>
              <a:pathLst>
                <a:path w="928" h="1416" extrusionOk="0">
                  <a:moveTo>
                    <a:pt x="454" y="1"/>
                  </a:moveTo>
                  <a:cubicBezTo>
                    <a:pt x="207" y="1"/>
                    <a:pt x="0" y="203"/>
                    <a:pt x="0" y="469"/>
                  </a:cubicBezTo>
                  <a:lnTo>
                    <a:pt x="0" y="962"/>
                  </a:lnTo>
                  <a:cubicBezTo>
                    <a:pt x="0" y="1208"/>
                    <a:pt x="207" y="1415"/>
                    <a:pt x="454" y="1415"/>
                  </a:cubicBezTo>
                  <a:cubicBezTo>
                    <a:pt x="700" y="1415"/>
                    <a:pt x="927" y="1208"/>
                    <a:pt x="927" y="962"/>
                  </a:cubicBezTo>
                  <a:lnTo>
                    <a:pt x="927" y="469"/>
                  </a:lnTo>
                  <a:cubicBezTo>
                    <a:pt x="927" y="203"/>
                    <a:pt x="700" y="1"/>
                    <a:pt x="45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5682438" y="5260843"/>
              <a:ext cx="23791" cy="15321"/>
            </a:xfrm>
            <a:custGeom>
              <a:avLst/>
              <a:gdLst/>
              <a:ahLst/>
              <a:cxnLst/>
              <a:rect l="l" t="t" r="r" b="b"/>
              <a:pathLst>
                <a:path w="1441" h="928" extrusionOk="0">
                  <a:moveTo>
                    <a:pt x="474" y="0"/>
                  </a:moveTo>
                  <a:cubicBezTo>
                    <a:pt x="227" y="0"/>
                    <a:pt x="1" y="207"/>
                    <a:pt x="1" y="474"/>
                  </a:cubicBezTo>
                  <a:cubicBezTo>
                    <a:pt x="1" y="720"/>
                    <a:pt x="227" y="927"/>
                    <a:pt x="474" y="927"/>
                  </a:cubicBezTo>
                  <a:lnTo>
                    <a:pt x="967" y="927"/>
                  </a:lnTo>
                  <a:cubicBezTo>
                    <a:pt x="1213" y="927"/>
                    <a:pt x="1440" y="720"/>
                    <a:pt x="1440" y="474"/>
                  </a:cubicBezTo>
                  <a:cubicBezTo>
                    <a:pt x="1440" y="207"/>
                    <a:pt x="1213" y="0"/>
                    <a:pt x="96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0"/>
          <p:cNvGrpSpPr/>
          <p:nvPr/>
        </p:nvGrpSpPr>
        <p:grpSpPr>
          <a:xfrm>
            <a:off x="4870555" y="2724366"/>
            <a:ext cx="521287" cy="348662"/>
            <a:chOff x="1845662" y="4933558"/>
            <a:chExt cx="521287" cy="348662"/>
          </a:xfrm>
        </p:grpSpPr>
        <p:sp>
          <p:nvSpPr>
            <p:cNvPr id="423" name="Google Shape;423;p20"/>
            <p:cNvSpPr/>
            <p:nvPr/>
          </p:nvSpPr>
          <p:spPr>
            <a:xfrm>
              <a:off x="1995593" y="4970925"/>
              <a:ext cx="209248" cy="304791"/>
            </a:xfrm>
            <a:custGeom>
              <a:avLst/>
              <a:gdLst/>
              <a:ahLst/>
              <a:cxnLst/>
              <a:rect l="l" t="t" r="r" b="b"/>
              <a:pathLst>
                <a:path w="12674" h="18461" extrusionOk="0">
                  <a:moveTo>
                    <a:pt x="0" y="0"/>
                  </a:moveTo>
                  <a:lnTo>
                    <a:pt x="0" y="18460"/>
                  </a:lnTo>
                  <a:lnTo>
                    <a:pt x="3431" y="18460"/>
                  </a:lnTo>
                  <a:cubicBezTo>
                    <a:pt x="8543" y="18460"/>
                    <a:pt x="12674" y="14335"/>
                    <a:pt x="12674" y="9243"/>
                  </a:cubicBezTo>
                  <a:cubicBezTo>
                    <a:pt x="12674" y="4126"/>
                    <a:pt x="8543" y="0"/>
                    <a:pt x="3431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1852498" y="4970925"/>
              <a:ext cx="305204" cy="304791"/>
            </a:xfrm>
            <a:custGeom>
              <a:avLst/>
              <a:gdLst/>
              <a:ahLst/>
              <a:cxnLst/>
              <a:rect l="l" t="t" r="r" b="b"/>
              <a:pathLst>
                <a:path w="18486" h="18461" extrusionOk="0">
                  <a:moveTo>
                    <a:pt x="9243" y="0"/>
                  </a:moveTo>
                  <a:cubicBezTo>
                    <a:pt x="4146" y="0"/>
                    <a:pt x="1" y="4126"/>
                    <a:pt x="1" y="9243"/>
                  </a:cubicBezTo>
                  <a:cubicBezTo>
                    <a:pt x="1" y="14335"/>
                    <a:pt x="4146" y="18460"/>
                    <a:pt x="9243" y="18460"/>
                  </a:cubicBezTo>
                  <a:cubicBezTo>
                    <a:pt x="14355" y="18460"/>
                    <a:pt x="18486" y="14335"/>
                    <a:pt x="18486" y="9243"/>
                  </a:cubicBezTo>
                  <a:cubicBezTo>
                    <a:pt x="18486" y="4126"/>
                    <a:pt x="14355" y="0"/>
                    <a:pt x="9243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2025133" y="5014632"/>
              <a:ext cx="132592" cy="198417"/>
            </a:xfrm>
            <a:custGeom>
              <a:avLst/>
              <a:gdLst/>
              <a:ahLst/>
              <a:cxnLst/>
              <a:rect l="l" t="t" r="r" b="b"/>
              <a:pathLst>
                <a:path w="8031" h="12018" extrusionOk="0">
                  <a:moveTo>
                    <a:pt x="2465" y="0"/>
                  </a:moveTo>
                  <a:cubicBezTo>
                    <a:pt x="2219" y="0"/>
                    <a:pt x="2012" y="143"/>
                    <a:pt x="1908" y="350"/>
                  </a:cubicBezTo>
                  <a:lnTo>
                    <a:pt x="99" y="4131"/>
                  </a:lnTo>
                  <a:cubicBezTo>
                    <a:pt x="1" y="4353"/>
                    <a:pt x="40" y="4599"/>
                    <a:pt x="183" y="4786"/>
                  </a:cubicBezTo>
                  <a:lnTo>
                    <a:pt x="6261" y="12018"/>
                  </a:lnTo>
                  <a:cubicBezTo>
                    <a:pt x="7370" y="10495"/>
                    <a:pt x="8031" y="8607"/>
                    <a:pt x="8031" y="6596"/>
                  </a:cubicBezTo>
                  <a:cubicBezTo>
                    <a:pt x="8031" y="4008"/>
                    <a:pt x="6981" y="1686"/>
                    <a:pt x="5275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1889452" y="5009910"/>
              <a:ext cx="226501" cy="226831"/>
            </a:xfrm>
            <a:custGeom>
              <a:avLst/>
              <a:gdLst/>
              <a:ahLst/>
              <a:cxnLst/>
              <a:rect l="l" t="t" r="r" b="b"/>
              <a:pathLst>
                <a:path w="13719" h="13739" extrusionOk="0">
                  <a:moveTo>
                    <a:pt x="6862" y="0"/>
                  </a:moveTo>
                  <a:cubicBezTo>
                    <a:pt x="3081" y="0"/>
                    <a:pt x="1" y="3081"/>
                    <a:pt x="1" y="6882"/>
                  </a:cubicBezTo>
                  <a:cubicBezTo>
                    <a:pt x="1" y="10657"/>
                    <a:pt x="3081" y="13738"/>
                    <a:pt x="6862" y="13738"/>
                  </a:cubicBezTo>
                  <a:cubicBezTo>
                    <a:pt x="10658" y="13738"/>
                    <a:pt x="13719" y="10657"/>
                    <a:pt x="13719" y="6882"/>
                  </a:cubicBezTo>
                  <a:cubicBezTo>
                    <a:pt x="13719" y="3081"/>
                    <a:pt x="10658" y="0"/>
                    <a:pt x="6862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1946915" y="5093015"/>
              <a:ext cx="116148" cy="63729"/>
            </a:xfrm>
            <a:custGeom>
              <a:avLst/>
              <a:gdLst/>
              <a:ahLst/>
              <a:cxnLst/>
              <a:rect l="l" t="t" r="r" b="b"/>
              <a:pathLst>
                <a:path w="7035" h="3860" extrusionOk="0">
                  <a:moveTo>
                    <a:pt x="7035" y="0"/>
                  </a:moveTo>
                  <a:lnTo>
                    <a:pt x="6665" y="370"/>
                  </a:lnTo>
                  <a:lnTo>
                    <a:pt x="5167" y="1395"/>
                  </a:lnTo>
                  <a:cubicBezTo>
                    <a:pt x="5122" y="1431"/>
                    <a:pt x="5070" y="1447"/>
                    <a:pt x="5016" y="1447"/>
                  </a:cubicBezTo>
                  <a:cubicBezTo>
                    <a:pt x="4947" y="1447"/>
                    <a:pt x="4875" y="1420"/>
                    <a:pt x="4817" y="1375"/>
                  </a:cubicBezTo>
                  <a:lnTo>
                    <a:pt x="3688" y="266"/>
                  </a:lnTo>
                  <a:cubicBezTo>
                    <a:pt x="3636" y="214"/>
                    <a:pt x="3570" y="189"/>
                    <a:pt x="3503" y="189"/>
                  </a:cubicBezTo>
                  <a:cubicBezTo>
                    <a:pt x="3436" y="189"/>
                    <a:pt x="3370" y="214"/>
                    <a:pt x="3318" y="266"/>
                  </a:cubicBezTo>
                  <a:lnTo>
                    <a:pt x="2106" y="1375"/>
                  </a:lnTo>
                  <a:cubicBezTo>
                    <a:pt x="2047" y="1420"/>
                    <a:pt x="1976" y="1447"/>
                    <a:pt x="1906" y="1447"/>
                  </a:cubicBezTo>
                  <a:cubicBezTo>
                    <a:pt x="1853" y="1447"/>
                    <a:pt x="1800" y="1431"/>
                    <a:pt x="1756" y="1395"/>
                  </a:cubicBezTo>
                  <a:lnTo>
                    <a:pt x="464" y="468"/>
                  </a:lnTo>
                  <a:cubicBezTo>
                    <a:pt x="416" y="432"/>
                    <a:pt x="362" y="416"/>
                    <a:pt x="309" y="416"/>
                  </a:cubicBezTo>
                  <a:cubicBezTo>
                    <a:pt x="152" y="416"/>
                    <a:pt x="1" y="556"/>
                    <a:pt x="30" y="739"/>
                  </a:cubicBezTo>
                  <a:lnTo>
                    <a:pt x="444" y="3529"/>
                  </a:lnTo>
                  <a:cubicBezTo>
                    <a:pt x="464" y="3717"/>
                    <a:pt x="627" y="3860"/>
                    <a:pt x="814" y="3860"/>
                  </a:cubicBezTo>
                  <a:lnTo>
                    <a:pt x="6217" y="3860"/>
                  </a:lnTo>
                  <a:cubicBezTo>
                    <a:pt x="6379" y="3860"/>
                    <a:pt x="6542" y="3717"/>
                    <a:pt x="6586" y="3529"/>
                  </a:cubicBezTo>
                  <a:lnTo>
                    <a:pt x="6976" y="759"/>
                  </a:lnTo>
                  <a:lnTo>
                    <a:pt x="7035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2208600" y="4941352"/>
              <a:ext cx="46492" cy="44940"/>
            </a:xfrm>
            <a:custGeom>
              <a:avLst/>
              <a:gdLst/>
              <a:ahLst/>
              <a:cxnLst/>
              <a:rect l="l" t="t" r="r" b="b"/>
              <a:pathLst>
                <a:path w="2816" h="2722" extrusionOk="0">
                  <a:moveTo>
                    <a:pt x="1433" y="0"/>
                  </a:moveTo>
                  <a:cubicBezTo>
                    <a:pt x="1381" y="0"/>
                    <a:pt x="1333" y="27"/>
                    <a:pt x="1312" y="85"/>
                  </a:cubicBezTo>
                  <a:cubicBezTo>
                    <a:pt x="1046" y="618"/>
                    <a:pt x="636" y="1007"/>
                    <a:pt x="124" y="1273"/>
                  </a:cubicBezTo>
                  <a:cubicBezTo>
                    <a:pt x="1" y="1338"/>
                    <a:pt x="20" y="1500"/>
                    <a:pt x="124" y="1545"/>
                  </a:cubicBezTo>
                  <a:cubicBezTo>
                    <a:pt x="696" y="1747"/>
                    <a:pt x="1110" y="2097"/>
                    <a:pt x="1312" y="2629"/>
                  </a:cubicBezTo>
                  <a:cubicBezTo>
                    <a:pt x="1334" y="2691"/>
                    <a:pt x="1391" y="2721"/>
                    <a:pt x="1447" y="2721"/>
                  </a:cubicBezTo>
                  <a:cubicBezTo>
                    <a:pt x="1504" y="2721"/>
                    <a:pt x="1561" y="2691"/>
                    <a:pt x="1583" y="2629"/>
                  </a:cubicBezTo>
                  <a:cubicBezTo>
                    <a:pt x="1785" y="2037"/>
                    <a:pt x="2155" y="1668"/>
                    <a:pt x="2667" y="1520"/>
                  </a:cubicBezTo>
                  <a:cubicBezTo>
                    <a:pt x="2815" y="1480"/>
                    <a:pt x="2815" y="1298"/>
                    <a:pt x="2712" y="1254"/>
                  </a:cubicBezTo>
                  <a:cubicBezTo>
                    <a:pt x="2174" y="988"/>
                    <a:pt x="1785" y="598"/>
                    <a:pt x="1583" y="85"/>
                  </a:cubicBezTo>
                  <a:cubicBezTo>
                    <a:pt x="1549" y="31"/>
                    <a:pt x="1489" y="0"/>
                    <a:pt x="1433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0"/>
            <p:cNvSpPr/>
            <p:nvPr/>
          </p:nvSpPr>
          <p:spPr>
            <a:xfrm>
              <a:off x="1953189" y="5036990"/>
              <a:ext cx="46476" cy="44940"/>
            </a:xfrm>
            <a:custGeom>
              <a:avLst/>
              <a:gdLst/>
              <a:ahLst/>
              <a:cxnLst/>
              <a:rect l="l" t="t" r="r" b="b"/>
              <a:pathLst>
                <a:path w="2815" h="2722" extrusionOk="0">
                  <a:moveTo>
                    <a:pt x="1433" y="0"/>
                  </a:moveTo>
                  <a:cubicBezTo>
                    <a:pt x="1383" y="0"/>
                    <a:pt x="1335" y="26"/>
                    <a:pt x="1316" y="85"/>
                  </a:cubicBezTo>
                  <a:cubicBezTo>
                    <a:pt x="1050" y="618"/>
                    <a:pt x="636" y="1007"/>
                    <a:pt x="104" y="1273"/>
                  </a:cubicBezTo>
                  <a:cubicBezTo>
                    <a:pt x="0" y="1338"/>
                    <a:pt x="0" y="1500"/>
                    <a:pt x="123" y="1545"/>
                  </a:cubicBezTo>
                  <a:cubicBezTo>
                    <a:pt x="700" y="1747"/>
                    <a:pt x="1090" y="2097"/>
                    <a:pt x="1316" y="2629"/>
                  </a:cubicBezTo>
                  <a:cubicBezTo>
                    <a:pt x="1336" y="2691"/>
                    <a:pt x="1393" y="2721"/>
                    <a:pt x="1449" y="2721"/>
                  </a:cubicBezTo>
                  <a:cubicBezTo>
                    <a:pt x="1506" y="2721"/>
                    <a:pt x="1563" y="2691"/>
                    <a:pt x="1583" y="2629"/>
                  </a:cubicBezTo>
                  <a:cubicBezTo>
                    <a:pt x="1790" y="2037"/>
                    <a:pt x="2159" y="1668"/>
                    <a:pt x="2672" y="1520"/>
                  </a:cubicBezTo>
                  <a:cubicBezTo>
                    <a:pt x="2795" y="1480"/>
                    <a:pt x="2815" y="1298"/>
                    <a:pt x="2692" y="1254"/>
                  </a:cubicBezTo>
                  <a:cubicBezTo>
                    <a:pt x="2159" y="988"/>
                    <a:pt x="1790" y="598"/>
                    <a:pt x="1563" y="85"/>
                  </a:cubicBezTo>
                  <a:cubicBezTo>
                    <a:pt x="1542" y="31"/>
                    <a:pt x="1487" y="0"/>
                    <a:pt x="1433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0"/>
            <p:cNvSpPr/>
            <p:nvPr/>
          </p:nvSpPr>
          <p:spPr>
            <a:xfrm>
              <a:off x="2045806" y="5032944"/>
              <a:ext cx="313030" cy="239114"/>
            </a:xfrm>
            <a:custGeom>
              <a:avLst/>
              <a:gdLst/>
              <a:ahLst/>
              <a:cxnLst/>
              <a:rect l="l" t="t" r="r" b="b"/>
              <a:pathLst>
                <a:path w="18960" h="14483" extrusionOk="0">
                  <a:moveTo>
                    <a:pt x="1519" y="0"/>
                  </a:moveTo>
                  <a:lnTo>
                    <a:pt x="1" y="3204"/>
                  </a:lnTo>
                  <a:lnTo>
                    <a:pt x="9470" y="14483"/>
                  </a:lnTo>
                  <a:lnTo>
                    <a:pt x="18959" y="3204"/>
                  </a:lnTo>
                  <a:lnTo>
                    <a:pt x="17436" y="0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2249616" y="5032944"/>
              <a:ext cx="109247" cy="52915"/>
            </a:xfrm>
            <a:custGeom>
              <a:avLst/>
              <a:gdLst/>
              <a:ahLst/>
              <a:cxnLst/>
              <a:rect l="l" t="t" r="r" b="b"/>
              <a:pathLst>
                <a:path w="6617" h="3205" extrusionOk="0">
                  <a:moveTo>
                    <a:pt x="1" y="0"/>
                  </a:moveTo>
                  <a:lnTo>
                    <a:pt x="780" y="3204"/>
                  </a:lnTo>
                  <a:lnTo>
                    <a:pt x="6616" y="3204"/>
                  </a:lnTo>
                  <a:lnTo>
                    <a:pt x="5093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0"/>
            <p:cNvSpPr/>
            <p:nvPr/>
          </p:nvSpPr>
          <p:spPr>
            <a:xfrm>
              <a:off x="2142105" y="5085849"/>
              <a:ext cx="120061" cy="186216"/>
            </a:xfrm>
            <a:custGeom>
              <a:avLst/>
              <a:gdLst/>
              <a:ahLst/>
              <a:cxnLst/>
              <a:rect l="l" t="t" r="r" b="b"/>
              <a:pathLst>
                <a:path w="7272" h="11279" extrusionOk="0">
                  <a:moveTo>
                    <a:pt x="0" y="0"/>
                  </a:moveTo>
                  <a:lnTo>
                    <a:pt x="3638" y="11279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0"/>
            <p:cNvSpPr/>
            <p:nvPr/>
          </p:nvSpPr>
          <p:spPr>
            <a:xfrm>
              <a:off x="2045806" y="5032944"/>
              <a:ext cx="109164" cy="52915"/>
            </a:xfrm>
            <a:custGeom>
              <a:avLst/>
              <a:gdLst/>
              <a:ahLst/>
              <a:cxnLst/>
              <a:rect l="l" t="t" r="r" b="b"/>
              <a:pathLst>
                <a:path w="6612" h="3205" extrusionOk="0">
                  <a:moveTo>
                    <a:pt x="1519" y="0"/>
                  </a:moveTo>
                  <a:lnTo>
                    <a:pt x="1" y="3204"/>
                  </a:lnTo>
                  <a:lnTo>
                    <a:pt x="5813" y="3204"/>
                  </a:lnTo>
                  <a:lnTo>
                    <a:pt x="6611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0"/>
            <p:cNvSpPr/>
            <p:nvPr/>
          </p:nvSpPr>
          <p:spPr>
            <a:xfrm>
              <a:off x="2201434" y="4933558"/>
              <a:ext cx="61054" cy="60410"/>
            </a:xfrm>
            <a:custGeom>
              <a:avLst/>
              <a:gdLst/>
              <a:ahLst/>
              <a:cxnLst/>
              <a:rect l="l" t="t" r="r" b="b"/>
              <a:pathLst>
                <a:path w="3698" h="3659" extrusionOk="0">
                  <a:moveTo>
                    <a:pt x="1869" y="1253"/>
                  </a:moveTo>
                  <a:cubicBezTo>
                    <a:pt x="2017" y="1460"/>
                    <a:pt x="2199" y="1647"/>
                    <a:pt x="2406" y="1810"/>
                  </a:cubicBezTo>
                  <a:cubicBezTo>
                    <a:pt x="2199" y="1952"/>
                    <a:pt x="2017" y="2140"/>
                    <a:pt x="1849" y="2386"/>
                  </a:cubicBezTo>
                  <a:cubicBezTo>
                    <a:pt x="1706" y="2160"/>
                    <a:pt x="1499" y="1992"/>
                    <a:pt x="1277" y="1849"/>
                  </a:cubicBezTo>
                  <a:cubicBezTo>
                    <a:pt x="1499" y="1667"/>
                    <a:pt x="1687" y="1479"/>
                    <a:pt x="1869" y="1253"/>
                  </a:cubicBezTo>
                  <a:close/>
                  <a:moveTo>
                    <a:pt x="1894" y="0"/>
                  </a:moveTo>
                  <a:cubicBezTo>
                    <a:pt x="1647" y="0"/>
                    <a:pt x="1420" y="143"/>
                    <a:pt x="1317" y="350"/>
                  </a:cubicBezTo>
                  <a:cubicBezTo>
                    <a:pt x="1110" y="784"/>
                    <a:pt x="804" y="1110"/>
                    <a:pt x="351" y="1336"/>
                  </a:cubicBezTo>
                  <a:cubicBezTo>
                    <a:pt x="124" y="1440"/>
                    <a:pt x="1" y="1667"/>
                    <a:pt x="1" y="1913"/>
                  </a:cubicBezTo>
                  <a:cubicBezTo>
                    <a:pt x="20" y="2160"/>
                    <a:pt x="188" y="2362"/>
                    <a:pt x="415" y="2445"/>
                  </a:cubicBezTo>
                  <a:cubicBezTo>
                    <a:pt x="863" y="2608"/>
                    <a:pt x="1154" y="2879"/>
                    <a:pt x="1317" y="3288"/>
                  </a:cubicBezTo>
                  <a:cubicBezTo>
                    <a:pt x="1420" y="3515"/>
                    <a:pt x="1623" y="3658"/>
                    <a:pt x="1894" y="3658"/>
                  </a:cubicBezTo>
                  <a:cubicBezTo>
                    <a:pt x="2160" y="3658"/>
                    <a:pt x="2362" y="3495"/>
                    <a:pt x="2446" y="3249"/>
                  </a:cubicBezTo>
                  <a:cubicBezTo>
                    <a:pt x="2608" y="2815"/>
                    <a:pt x="2855" y="2549"/>
                    <a:pt x="3249" y="2426"/>
                  </a:cubicBezTo>
                  <a:cubicBezTo>
                    <a:pt x="3496" y="2362"/>
                    <a:pt x="3658" y="2140"/>
                    <a:pt x="3678" y="1893"/>
                  </a:cubicBezTo>
                  <a:cubicBezTo>
                    <a:pt x="3698" y="1647"/>
                    <a:pt x="3555" y="1420"/>
                    <a:pt x="3348" y="1297"/>
                  </a:cubicBezTo>
                  <a:cubicBezTo>
                    <a:pt x="2899" y="1090"/>
                    <a:pt x="2589" y="784"/>
                    <a:pt x="2426" y="390"/>
                  </a:cubicBezTo>
                  <a:cubicBezTo>
                    <a:pt x="2342" y="168"/>
                    <a:pt x="2115" y="20"/>
                    <a:pt x="189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0"/>
            <p:cNvSpPr/>
            <p:nvPr/>
          </p:nvSpPr>
          <p:spPr>
            <a:xfrm>
              <a:off x="1945775" y="5029196"/>
              <a:ext cx="61384" cy="60394"/>
            </a:xfrm>
            <a:custGeom>
              <a:avLst/>
              <a:gdLst/>
              <a:ahLst/>
              <a:cxnLst/>
              <a:rect l="l" t="t" r="r" b="b"/>
              <a:pathLst>
                <a:path w="3718" h="3658" extrusionOk="0">
                  <a:moveTo>
                    <a:pt x="1869" y="1252"/>
                  </a:moveTo>
                  <a:cubicBezTo>
                    <a:pt x="2032" y="1460"/>
                    <a:pt x="2219" y="1647"/>
                    <a:pt x="2421" y="1810"/>
                  </a:cubicBezTo>
                  <a:cubicBezTo>
                    <a:pt x="2219" y="1952"/>
                    <a:pt x="2032" y="2140"/>
                    <a:pt x="1869" y="2386"/>
                  </a:cubicBezTo>
                  <a:cubicBezTo>
                    <a:pt x="1701" y="2179"/>
                    <a:pt x="1519" y="1992"/>
                    <a:pt x="1292" y="1849"/>
                  </a:cubicBezTo>
                  <a:cubicBezTo>
                    <a:pt x="1519" y="1667"/>
                    <a:pt x="1701" y="1479"/>
                    <a:pt x="1869" y="1252"/>
                  </a:cubicBezTo>
                  <a:close/>
                  <a:moveTo>
                    <a:pt x="1908" y="0"/>
                  </a:moveTo>
                  <a:cubicBezTo>
                    <a:pt x="1662" y="0"/>
                    <a:pt x="1435" y="143"/>
                    <a:pt x="1332" y="350"/>
                  </a:cubicBezTo>
                  <a:cubicBezTo>
                    <a:pt x="1129" y="784"/>
                    <a:pt x="799" y="1110"/>
                    <a:pt x="370" y="1336"/>
                  </a:cubicBezTo>
                  <a:cubicBezTo>
                    <a:pt x="144" y="1440"/>
                    <a:pt x="1" y="1667"/>
                    <a:pt x="20" y="1913"/>
                  </a:cubicBezTo>
                  <a:cubicBezTo>
                    <a:pt x="40" y="2159"/>
                    <a:pt x="183" y="2362"/>
                    <a:pt x="430" y="2445"/>
                  </a:cubicBezTo>
                  <a:cubicBezTo>
                    <a:pt x="883" y="2608"/>
                    <a:pt x="1169" y="2879"/>
                    <a:pt x="1332" y="3288"/>
                  </a:cubicBezTo>
                  <a:cubicBezTo>
                    <a:pt x="1415" y="3515"/>
                    <a:pt x="1642" y="3658"/>
                    <a:pt x="1889" y="3658"/>
                  </a:cubicBezTo>
                  <a:lnTo>
                    <a:pt x="1908" y="3658"/>
                  </a:lnTo>
                  <a:cubicBezTo>
                    <a:pt x="2155" y="3658"/>
                    <a:pt x="2382" y="3495"/>
                    <a:pt x="2465" y="3269"/>
                  </a:cubicBezTo>
                  <a:cubicBezTo>
                    <a:pt x="2628" y="2815"/>
                    <a:pt x="2874" y="2549"/>
                    <a:pt x="3264" y="2426"/>
                  </a:cubicBezTo>
                  <a:cubicBezTo>
                    <a:pt x="3491" y="2362"/>
                    <a:pt x="3673" y="2140"/>
                    <a:pt x="3698" y="1893"/>
                  </a:cubicBezTo>
                  <a:cubicBezTo>
                    <a:pt x="3717" y="1647"/>
                    <a:pt x="3574" y="1420"/>
                    <a:pt x="3348" y="1297"/>
                  </a:cubicBezTo>
                  <a:cubicBezTo>
                    <a:pt x="2914" y="1090"/>
                    <a:pt x="2608" y="784"/>
                    <a:pt x="2441" y="390"/>
                  </a:cubicBezTo>
                  <a:cubicBezTo>
                    <a:pt x="2362" y="168"/>
                    <a:pt x="2135" y="20"/>
                    <a:pt x="190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1845662" y="4963759"/>
              <a:ext cx="521287" cy="318461"/>
            </a:xfrm>
            <a:custGeom>
              <a:avLst/>
              <a:gdLst/>
              <a:ahLst/>
              <a:cxnLst/>
              <a:rect l="l" t="t" r="r" b="b"/>
              <a:pathLst>
                <a:path w="31574" h="19289" extrusionOk="0">
                  <a:moveTo>
                    <a:pt x="13951" y="1006"/>
                  </a:moveTo>
                  <a:lnTo>
                    <a:pt x="13951" y="1006"/>
                  </a:lnTo>
                  <a:cubicBezTo>
                    <a:pt x="14892" y="1149"/>
                    <a:pt x="15799" y="1440"/>
                    <a:pt x="16662" y="1888"/>
                  </a:cubicBezTo>
                  <a:cubicBezTo>
                    <a:pt x="17544" y="2361"/>
                    <a:pt x="18362" y="2978"/>
                    <a:pt x="19062" y="3717"/>
                  </a:cubicBezTo>
                  <a:lnTo>
                    <a:pt x="17253" y="3717"/>
                  </a:lnTo>
                  <a:cubicBezTo>
                    <a:pt x="16391" y="2628"/>
                    <a:pt x="15306" y="1706"/>
                    <a:pt x="14049" y="1070"/>
                  </a:cubicBezTo>
                  <a:cubicBezTo>
                    <a:pt x="14030" y="1050"/>
                    <a:pt x="13990" y="1026"/>
                    <a:pt x="13951" y="1006"/>
                  </a:cubicBezTo>
                  <a:close/>
                  <a:moveTo>
                    <a:pt x="18141" y="4644"/>
                  </a:moveTo>
                  <a:lnTo>
                    <a:pt x="17584" y="6941"/>
                  </a:lnTo>
                  <a:lnTo>
                    <a:pt x="12842" y="6941"/>
                  </a:lnTo>
                  <a:lnTo>
                    <a:pt x="13926" y="4644"/>
                  </a:lnTo>
                  <a:close/>
                  <a:moveTo>
                    <a:pt x="24095" y="4644"/>
                  </a:moveTo>
                  <a:lnTo>
                    <a:pt x="24672" y="6941"/>
                  </a:lnTo>
                  <a:lnTo>
                    <a:pt x="18530" y="6941"/>
                  </a:lnTo>
                  <a:lnTo>
                    <a:pt x="19082" y="4644"/>
                  </a:lnTo>
                  <a:close/>
                  <a:moveTo>
                    <a:pt x="29251" y="4644"/>
                  </a:moveTo>
                  <a:lnTo>
                    <a:pt x="30341" y="6941"/>
                  </a:lnTo>
                  <a:lnTo>
                    <a:pt x="25613" y="6941"/>
                  </a:lnTo>
                  <a:lnTo>
                    <a:pt x="25061" y="4644"/>
                  </a:lnTo>
                  <a:close/>
                  <a:moveTo>
                    <a:pt x="9637" y="8543"/>
                  </a:moveTo>
                  <a:lnTo>
                    <a:pt x="10623" y="9529"/>
                  </a:lnTo>
                  <a:cubicBezTo>
                    <a:pt x="10773" y="9667"/>
                    <a:pt x="10962" y="9736"/>
                    <a:pt x="11149" y="9736"/>
                  </a:cubicBezTo>
                  <a:cubicBezTo>
                    <a:pt x="11295" y="9736"/>
                    <a:pt x="11440" y="9694"/>
                    <a:pt x="11565" y="9612"/>
                  </a:cubicBezTo>
                  <a:lnTo>
                    <a:pt x="12615" y="8893"/>
                  </a:lnTo>
                  <a:lnTo>
                    <a:pt x="12615" y="8893"/>
                  </a:lnTo>
                  <a:lnTo>
                    <a:pt x="12265" y="11214"/>
                  </a:lnTo>
                  <a:lnTo>
                    <a:pt x="7005" y="11214"/>
                  </a:lnTo>
                  <a:lnTo>
                    <a:pt x="6700" y="8937"/>
                  </a:lnTo>
                  <a:lnTo>
                    <a:pt x="6700" y="8937"/>
                  </a:lnTo>
                  <a:lnTo>
                    <a:pt x="7621" y="9593"/>
                  </a:lnTo>
                  <a:cubicBezTo>
                    <a:pt x="7753" y="9686"/>
                    <a:pt x="7904" y="9732"/>
                    <a:pt x="8053" y="9732"/>
                  </a:cubicBezTo>
                  <a:cubicBezTo>
                    <a:pt x="8234" y="9732"/>
                    <a:pt x="8413" y="9664"/>
                    <a:pt x="8548" y="9529"/>
                  </a:cubicBezTo>
                  <a:lnTo>
                    <a:pt x="9637" y="8543"/>
                  </a:lnTo>
                  <a:close/>
                  <a:moveTo>
                    <a:pt x="9637" y="3145"/>
                  </a:moveTo>
                  <a:cubicBezTo>
                    <a:pt x="10909" y="3145"/>
                    <a:pt x="12102" y="3490"/>
                    <a:pt x="13147" y="4170"/>
                  </a:cubicBezTo>
                  <a:lnTo>
                    <a:pt x="11688" y="7212"/>
                  </a:lnTo>
                  <a:cubicBezTo>
                    <a:pt x="11629" y="7355"/>
                    <a:pt x="11629" y="7517"/>
                    <a:pt x="11732" y="7641"/>
                  </a:cubicBezTo>
                  <a:cubicBezTo>
                    <a:pt x="11732" y="7660"/>
                    <a:pt x="12102" y="8114"/>
                    <a:pt x="12102" y="8114"/>
                  </a:cubicBezTo>
                  <a:lnTo>
                    <a:pt x="11156" y="8750"/>
                  </a:lnTo>
                  <a:lnTo>
                    <a:pt x="10150" y="7764"/>
                  </a:lnTo>
                  <a:cubicBezTo>
                    <a:pt x="10002" y="7628"/>
                    <a:pt x="9818" y="7562"/>
                    <a:pt x="9635" y="7562"/>
                  </a:cubicBezTo>
                  <a:cubicBezTo>
                    <a:pt x="9459" y="7562"/>
                    <a:pt x="9285" y="7623"/>
                    <a:pt x="9145" y="7744"/>
                  </a:cubicBezTo>
                  <a:lnTo>
                    <a:pt x="8035" y="8750"/>
                  </a:lnTo>
                  <a:lnTo>
                    <a:pt x="6862" y="7927"/>
                  </a:lnTo>
                  <a:cubicBezTo>
                    <a:pt x="6735" y="7833"/>
                    <a:pt x="6593" y="7787"/>
                    <a:pt x="6451" y="7787"/>
                  </a:cubicBezTo>
                  <a:cubicBezTo>
                    <a:pt x="6317" y="7787"/>
                    <a:pt x="6183" y="7828"/>
                    <a:pt x="6064" y="7907"/>
                  </a:cubicBezTo>
                  <a:cubicBezTo>
                    <a:pt x="5793" y="8050"/>
                    <a:pt x="5669" y="8341"/>
                    <a:pt x="5714" y="8646"/>
                  </a:cubicBezTo>
                  <a:lnTo>
                    <a:pt x="6103" y="11422"/>
                  </a:lnTo>
                  <a:lnTo>
                    <a:pt x="6103" y="11441"/>
                  </a:lnTo>
                  <a:cubicBezTo>
                    <a:pt x="6187" y="11850"/>
                    <a:pt x="6532" y="12141"/>
                    <a:pt x="6946" y="12141"/>
                  </a:cubicBezTo>
                  <a:lnTo>
                    <a:pt x="12324" y="12141"/>
                  </a:lnTo>
                  <a:cubicBezTo>
                    <a:pt x="12758" y="12141"/>
                    <a:pt x="13108" y="11850"/>
                    <a:pt x="13167" y="11441"/>
                  </a:cubicBezTo>
                  <a:lnTo>
                    <a:pt x="13167" y="11422"/>
                  </a:lnTo>
                  <a:lnTo>
                    <a:pt x="13413" y="9677"/>
                  </a:lnTo>
                  <a:lnTo>
                    <a:pt x="14049" y="10416"/>
                  </a:lnTo>
                  <a:cubicBezTo>
                    <a:pt x="14133" y="10515"/>
                    <a:pt x="14276" y="10579"/>
                    <a:pt x="14399" y="10579"/>
                  </a:cubicBezTo>
                  <a:cubicBezTo>
                    <a:pt x="14503" y="10579"/>
                    <a:pt x="14606" y="10539"/>
                    <a:pt x="14710" y="10475"/>
                  </a:cubicBezTo>
                  <a:cubicBezTo>
                    <a:pt x="14892" y="10312"/>
                    <a:pt x="14912" y="10022"/>
                    <a:pt x="14749" y="9819"/>
                  </a:cubicBezTo>
                  <a:cubicBezTo>
                    <a:pt x="14749" y="9819"/>
                    <a:pt x="13127" y="7887"/>
                    <a:pt x="13108" y="7867"/>
                  </a:cubicBezTo>
                  <a:lnTo>
                    <a:pt x="17623" y="7867"/>
                  </a:lnTo>
                  <a:lnTo>
                    <a:pt x="20438" y="16578"/>
                  </a:lnTo>
                  <a:lnTo>
                    <a:pt x="20438" y="16578"/>
                  </a:lnTo>
                  <a:lnTo>
                    <a:pt x="15942" y="11234"/>
                  </a:lnTo>
                  <a:cubicBezTo>
                    <a:pt x="15846" y="11130"/>
                    <a:pt x="15711" y="11071"/>
                    <a:pt x="15579" y="11071"/>
                  </a:cubicBezTo>
                  <a:cubicBezTo>
                    <a:pt x="15481" y="11071"/>
                    <a:pt x="15384" y="11103"/>
                    <a:pt x="15306" y="11175"/>
                  </a:cubicBezTo>
                  <a:cubicBezTo>
                    <a:pt x="15099" y="11338"/>
                    <a:pt x="15079" y="11648"/>
                    <a:pt x="15242" y="11831"/>
                  </a:cubicBezTo>
                  <a:lnTo>
                    <a:pt x="15592" y="12264"/>
                  </a:lnTo>
                  <a:cubicBezTo>
                    <a:pt x="15119" y="13349"/>
                    <a:pt x="14340" y="14295"/>
                    <a:pt x="13354" y="14995"/>
                  </a:cubicBezTo>
                  <a:cubicBezTo>
                    <a:pt x="12265" y="15754"/>
                    <a:pt x="10968" y="16144"/>
                    <a:pt x="9637" y="16144"/>
                  </a:cubicBezTo>
                  <a:cubicBezTo>
                    <a:pt x="6064" y="16144"/>
                    <a:pt x="3145" y="13226"/>
                    <a:pt x="3145" y="9652"/>
                  </a:cubicBezTo>
                  <a:cubicBezTo>
                    <a:pt x="3145" y="6058"/>
                    <a:pt x="6064" y="3145"/>
                    <a:pt x="9637" y="3145"/>
                  </a:cubicBezTo>
                  <a:close/>
                  <a:moveTo>
                    <a:pt x="30094" y="7867"/>
                  </a:moveTo>
                  <a:lnTo>
                    <a:pt x="22759" y="16578"/>
                  </a:lnTo>
                  <a:lnTo>
                    <a:pt x="25574" y="7867"/>
                  </a:lnTo>
                  <a:close/>
                  <a:moveTo>
                    <a:pt x="24588" y="7867"/>
                  </a:moveTo>
                  <a:lnTo>
                    <a:pt x="21591" y="17169"/>
                  </a:lnTo>
                  <a:lnTo>
                    <a:pt x="18589" y="7867"/>
                  </a:lnTo>
                  <a:close/>
                  <a:moveTo>
                    <a:pt x="17771" y="14828"/>
                  </a:moveTo>
                  <a:lnTo>
                    <a:pt x="18693" y="15937"/>
                  </a:lnTo>
                  <a:cubicBezTo>
                    <a:pt x="17377" y="17214"/>
                    <a:pt x="15735" y="18012"/>
                    <a:pt x="13951" y="18278"/>
                  </a:cubicBezTo>
                  <a:cubicBezTo>
                    <a:pt x="15489" y="17499"/>
                    <a:pt x="16824" y="16331"/>
                    <a:pt x="17771" y="14828"/>
                  </a:cubicBezTo>
                  <a:close/>
                  <a:moveTo>
                    <a:pt x="9637" y="0"/>
                  </a:moveTo>
                  <a:cubicBezTo>
                    <a:pt x="4314" y="0"/>
                    <a:pt x="1" y="4333"/>
                    <a:pt x="1" y="9652"/>
                  </a:cubicBezTo>
                  <a:cubicBezTo>
                    <a:pt x="1" y="11954"/>
                    <a:pt x="824" y="14192"/>
                    <a:pt x="2342" y="15961"/>
                  </a:cubicBezTo>
                  <a:cubicBezTo>
                    <a:pt x="2426" y="16060"/>
                    <a:pt x="2569" y="16104"/>
                    <a:pt x="2692" y="16104"/>
                  </a:cubicBezTo>
                  <a:cubicBezTo>
                    <a:pt x="2795" y="16104"/>
                    <a:pt x="2899" y="16085"/>
                    <a:pt x="3003" y="16001"/>
                  </a:cubicBezTo>
                  <a:cubicBezTo>
                    <a:pt x="3185" y="15838"/>
                    <a:pt x="3205" y="15547"/>
                    <a:pt x="3042" y="15345"/>
                  </a:cubicBezTo>
                  <a:cubicBezTo>
                    <a:pt x="1667" y="13763"/>
                    <a:pt x="927" y="11747"/>
                    <a:pt x="927" y="9652"/>
                  </a:cubicBezTo>
                  <a:cubicBezTo>
                    <a:pt x="927" y="4826"/>
                    <a:pt x="4831" y="927"/>
                    <a:pt x="9637" y="927"/>
                  </a:cubicBezTo>
                  <a:cubicBezTo>
                    <a:pt x="11052" y="927"/>
                    <a:pt x="12388" y="1252"/>
                    <a:pt x="13640" y="1888"/>
                  </a:cubicBezTo>
                  <a:cubicBezTo>
                    <a:pt x="14522" y="2361"/>
                    <a:pt x="15346" y="2978"/>
                    <a:pt x="16046" y="3717"/>
                  </a:cubicBezTo>
                  <a:lnTo>
                    <a:pt x="14133" y="3717"/>
                  </a:lnTo>
                  <a:cubicBezTo>
                    <a:pt x="12817" y="2731"/>
                    <a:pt x="11279" y="2218"/>
                    <a:pt x="9637" y="2218"/>
                  </a:cubicBezTo>
                  <a:cubicBezTo>
                    <a:pt x="5546" y="2218"/>
                    <a:pt x="2219" y="5546"/>
                    <a:pt x="2219" y="9652"/>
                  </a:cubicBezTo>
                  <a:cubicBezTo>
                    <a:pt x="2219" y="13743"/>
                    <a:pt x="5546" y="17071"/>
                    <a:pt x="9637" y="17071"/>
                  </a:cubicBezTo>
                  <a:cubicBezTo>
                    <a:pt x="11156" y="17071"/>
                    <a:pt x="12634" y="16617"/>
                    <a:pt x="13867" y="15754"/>
                  </a:cubicBezTo>
                  <a:cubicBezTo>
                    <a:pt x="14892" y="15035"/>
                    <a:pt x="15696" y="14113"/>
                    <a:pt x="16248" y="13043"/>
                  </a:cubicBezTo>
                  <a:lnTo>
                    <a:pt x="17130" y="14088"/>
                  </a:lnTo>
                  <a:cubicBezTo>
                    <a:pt x="15572" y="16740"/>
                    <a:pt x="12718" y="18362"/>
                    <a:pt x="9637" y="18362"/>
                  </a:cubicBezTo>
                  <a:cubicBezTo>
                    <a:pt x="7705" y="18362"/>
                    <a:pt x="5857" y="17746"/>
                    <a:pt x="4314" y="16553"/>
                  </a:cubicBezTo>
                  <a:cubicBezTo>
                    <a:pt x="4229" y="16485"/>
                    <a:pt x="4130" y="16452"/>
                    <a:pt x="4032" y="16452"/>
                  </a:cubicBezTo>
                  <a:cubicBezTo>
                    <a:pt x="3895" y="16452"/>
                    <a:pt x="3761" y="16516"/>
                    <a:pt x="3678" y="16637"/>
                  </a:cubicBezTo>
                  <a:cubicBezTo>
                    <a:pt x="3515" y="16844"/>
                    <a:pt x="3555" y="17130"/>
                    <a:pt x="3762" y="17292"/>
                  </a:cubicBezTo>
                  <a:cubicBezTo>
                    <a:pt x="5447" y="18589"/>
                    <a:pt x="7498" y="19289"/>
                    <a:pt x="9637" y="19289"/>
                  </a:cubicBezTo>
                  <a:lnTo>
                    <a:pt x="12654" y="19289"/>
                  </a:lnTo>
                  <a:cubicBezTo>
                    <a:pt x="15158" y="19289"/>
                    <a:pt x="17500" y="18362"/>
                    <a:pt x="19289" y="16656"/>
                  </a:cubicBezTo>
                  <a:lnTo>
                    <a:pt x="21241" y="18978"/>
                  </a:lnTo>
                  <a:cubicBezTo>
                    <a:pt x="21320" y="19082"/>
                    <a:pt x="21468" y="19141"/>
                    <a:pt x="21591" y="19141"/>
                  </a:cubicBezTo>
                  <a:cubicBezTo>
                    <a:pt x="21734" y="19141"/>
                    <a:pt x="21857" y="19082"/>
                    <a:pt x="21961" y="18978"/>
                  </a:cubicBezTo>
                  <a:lnTo>
                    <a:pt x="31425" y="7705"/>
                  </a:lnTo>
                  <a:lnTo>
                    <a:pt x="31470" y="7641"/>
                  </a:lnTo>
                  <a:cubicBezTo>
                    <a:pt x="31548" y="7517"/>
                    <a:pt x="31573" y="7355"/>
                    <a:pt x="31489" y="7212"/>
                  </a:cubicBezTo>
                  <a:lnTo>
                    <a:pt x="29971" y="3983"/>
                  </a:lnTo>
                  <a:cubicBezTo>
                    <a:pt x="29887" y="3820"/>
                    <a:pt x="29725" y="3717"/>
                    <a:pt x="29557" y="3717"/>
                  </a:cubicBezTo>
                  <a:lnTo>
                    <a:pt x="20275" y="3717"/>
                  </a:lnTo>
                  <a:cubicBezTo>
                    <a:pt x="19412" y="2628"/>
                    <a:pt x="18323" y="1706"/>
                    <a:pt x="17071" y="1070"/>
                  </a:cubicBezTo>
                  <a:cubicBezTo>
                    <a:pt x="15715" y="370"/>
                    <a:pt x="14197" y="0"/>
                    <a:pt x="126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AFFFAF5-86B2-8F49-7E2C-828763C8B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0B16765-9D06-6CA3-B4F9-6C6F750A4D6B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/>
        </p:nvSpPr>
        <p:spPr>
          <a:xfrm>
            <a:off x="7143025" y="2351486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1"/>
          <p:cNvSpPr/>
          <p:nvPr/>
        </p:nvSpPr>
        <p:spPr>
          <a:xfrm>
            <a:off x="3161625" y="2351486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1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sp>
        <p:nvSpPr>
          <p:cNvPr id="444" name="Google Shape;444;p21"/>
          <p:cNvSpPr txBox="1"/>
          <p:nvPr/>
        </p:nvSpPr>
        <p:spPr>
          <a:xfrm>
            <a:off x="3870750" y="1049825"/>
            <a:ext cx="14025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Awards</a:t>
            </a:r>
            <a:endParaRPr sz="1600">
              <a:solidFill>
                <a:schemeClr val="accent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cxnSp>
        <p:nvCxnSpPr>
          <p:cNvPr id="445" name="Google Shape;445;p21"/>
          <p:cNvCxnSpPr>
            <a:stCxn id="444" idx="2"/>
            <a:endCxn id="446" idx="0"/>
          </p:cNvCxnSpPr>
          <p:nvPr/>
        </p:nvCxnSpPr>
        <p:spPr>
          <a:xfrm rot="5400000">
            <a:off x="2911350" y="207875"/>
            <a:ext cx="335700" cy="2985600"/>
          </a:xfrm>
          <a:prstGeom prst="bentConnector3">
            <a:avLst>
              <a:gd name="adj1" fmla="val 4999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7" name="Google Shape;447;p21"/>
          <p:cNvCxnSpPr>
            <a:stCxn id="444" idx="2"/>
            <a:endCxn id="448" idx="0"/>
          </p:cNvCxnSpPr>
          <p:nvPr/>
        </p:nvCxnSpPr>
        <p:spPr>
          <a:xfrm rot="5400000">
            <a:off x="3906600" y="1203125"/>
            <a:ext cx="335700" cy="995100"/>
          </a:xfrm>
          <a:prstGeom prst="bentConnector3">
            <a:avLst>
              <a:gd name="adj1" fmla="val 4999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9" name="Google Shape;449;p21"/>
          <p:cNvCxnSpPr>
            <a:stCxn id="444" idx="2"/>
            <a:endCxn id="450" idx="0"/>
          </p:cNvCxnSpPr>
          <p:nvPr/>
        </p:nvCxnSpPr>
        <p:spPr>
          <a:xfrm rot="-5400000" flipH="1">
            <a:off x="4902000" y="1202825"/>
            <a:ext cx="335700" cy="995700"/>
          </a:xfrm>
          <a:prstGeom prst="bentConnector3">
            <a:avLst>
              <a:gd name="adj1" fmla="val 4999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21"/>
          <p:cNvCxnSpPr>
            <a:stCxn id="444" idx="2"/>
            <a:endCxn id="452" idx="0"/>
          </p:cNvCxnSpPr>
          <p:nvPr/>
        </p:nvCxnSpPr>
        <p:spPr>
          <a:xfrm rot="-5400000" flipH="1">
            <a:off x="5897400" y="207425"/>
            <a:ext cx="335700" cy="2986500"/>
          </a:xfrm>
          <a:prstGeom prst="bentConnector3">
            <a:avLst>
              <a:gd name="adj1" fmla="val 4999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53" name="Google Shape;453;p21"/>
          <p:cNvGrpSpPr/>
          <p:nvPr/>
        </p:nvGrpSpPr>
        <p:grpSpPr>
          <a:xfrm>
            <a:off x="709975" y="1868475"/>
            <a:ext cx="1752600" cy="2641625"/>
            <a:chOff x="709975" y="1868475"/>
            <a:chExt cx="1752600" cy="2641625"/>
          </a:xfrm>
        </p:grpSpPr>
        <p:sp>
          <p:nvSpPr>
            <p:cNvPr id="446" name="Google Shape;446;p21"/>
            <p:cNvSpPr txBox="1"/>
            <p:nvPr/>
          </p:nvSpPr>
          <p:spPr>
            <a:xfrm>
              <a:off x="709975" y="1868475"/>
              <a:ext cx="17526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Award 1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54" name="Google Shape;454;p21"/>
            <p:cNvSpPr txBox="1"/>
            <p:nvPr/>
          </p:nvSpPr>
          <p:spPr>
            <a:xfrm>
              <a:off x="709975" y="3314874"/>
              <a:ext cx="1752600" cy="3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2xxx</a:t>
              </a:r>
              <a:endParaRPr sz="16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55" name="Google Shape;455;p21"/>
            <p:cNvSpPr txBox="1"/>
            <p:nvPr/>
          </p:nvSpPr>
          <p:spPr>
            <a:xfrm>
              <a:off x="709975" y="3605900"/>
              <a:ext cx="17526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List item 1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List item 2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List item 3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456" name="Google Shape;456;p21"/>
          <p:cNvGrpSpPr/>
          <p:nvPr/>
        </p:nvGrpSpPr>
        <p:grpSpPr>
          <a:xfrm>
            <a:off x="2700675" y="1868475"/>
            <a:ext cx="1752600" cy="2641625"/>
            <a:chOff x="2700675" y="1868475"/>
            <a:chExt cx="1752600" cy="2641625"/>
          </a:xfrm>
        </p:grpSpPr>
        <p:sp>
          <p:nvSpPr>
            <p:cNvPr id="448" name="Google Shape;448;p21"/>
            <p:cNvSpPr txBox="1"/>
            <p:nvPr/>
          </p:nvSpPr>
          <p:spPr>
            <a:xfrm>
              <a:off x="2700675" y="1868475"/>
              <a:ext cx="17526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Award 2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57" name="Google Shape;457;p21"/>
            <p:cNvSpPr txBox="1"/>
            <p:nvPr/>
          </p:nvSpPr>
          <p:spPr>
            <a:xfrm>
              <a:off x="2700675" y="3314874"/>
              <a:ext cx="1752600" cy="3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2xxx</a:t>
              </a:r>
              <a:endParaRPr sz="16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58" name="Google Shape;458;p21"/>
            <p:cNvSpPr txBox="1"/>
            <p:nvPr/>
          </p:nvSpPr>
          <p:spPr>
            <a:xfrm>
              <a:off x="2700675" y="3605900"/>
              <a:ext cx="17526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List item 1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List item 2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List item 3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459" name="Google Shape;459;p21"/>
          <p:cNvGrpSpPr/>
          <p:nvPr/>
        </p:nvGrpSpPr>
        <p:grpSpPr>
          <a:xfrm>
            <a:off x="4691375" y="1868475"/>
            <a:ext cx="1752600" cy="2641625"/>
            <a:chOff x="4691375" y="1868475"/>
            <a:chExt cx="1752600" cy="2641625"/>
          </a:xfrm>
        </p:grpSpPr>
        <p:sp>
          <p:nvSpPr>
            <p:cNvPr id="450" name="Google Shape;450;p21"/>
            <p:cNvSpPr txBox="1"/>
            <p:nvPr/>
          </p:nvSpPr>
          <p:spPr>
            <a:xfrm>
              <a:off x="4691375" y="1868475"/>
              <a:ext cx="17526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Award 3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60" name="Google Shape;460;p21"/>
            <p:cNvSpPr txBox="1"/>
            <p:nvPr/>
          </p:nvSpPr>
          <p:spPr>
            <a:xfrm>
              <a:off x="4691375" y="3314874"/>
              <a:ext cx="1752600" cy="3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2xxx</a:t>
              </a:r>
              <a:endParaRPr sz="16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61" name="Google Shape;461;p21"/>
            <p:cNvSpPr txBox="1"/>
            <p:nvPr/>
          </p:nvSpPr>
          <p:spPr>
            <a:xfrm>
              <a:off x="4691375" y="3605900"/>
              <a:ext cx="17526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List item 1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List item 2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List item 3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462" name="Google Shape;462;p21"/>
          <p:cNvGrpSpPr/>
          <p:nvPr/>
        </p:nvGrpSpPr>
        <p:grpSpPr>
          <a:xfrm>
            <a:off x="6682075" y="1868475"/>
            <a:ext cx="1752600" cy="2641625"/>
            <a:chOff x="6682075" y="1868475"/>
            <a:chExt cx="1752600" cy="2641625"/>
          </a:xfrm>
        </p:grpSpPr>
        <p:sp>
          <p:nvSpPr>
            <p:cNvPr id="452" name="Google Shape;452;p21"/>
            <p:cNvSpPr txBox="1"/>
            <p:nvPr/>
          </p:nvSpPr>
          <p:spPr>
            <a:xfrm>
              <a:off x="6682075" y="1868475"/>
              <a:ext cx="17526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Award 4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63" name="Google Shape;463;p21"/>
            <p:cNvSpPr txBox="1"/>
            <p:nvPr/>
          </p:nvSpPr>
          <p:spPr>
            <a:xfrm>
              <a:off x="6682075" y="3314874"/>
              <a:ext cx="1752600" cy="3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2xxx</a:t>
              </a:r>
              <a:endParaRPr sz="16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64" name="Google Shape;464;p21"/>
            <p:cNvSpPr txBox="1"/>
            <p:nvPr/>
          </p:nvSpPr>
          <p:spPr>
            <a:xfrm>
              <a:off x="6682075" y="3605900"/>
              <a:ext cx="17526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List item 1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List item 2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List item 3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465" name="Google Shape;465;p21"/>
          <p:cNvSpPr/>
          <p:nvPr/>
        </p:nvSpPr>
        <p:spPr>
          <a:xfrm>
            <a:off x="1170925" y="2351486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21"/>
          <p:cNvGrpSpPr/>
          <p:nvPr/>
        </p:nvGrpSpPr>
        <p:grpSpPr>
          <a:xfrm>
            <a:off x="7426932" y="2558460"/>
            <a:ext cx="262885" cy="416751"/>
            <a:chOff x="7978836" y="3740301"/>
            <a:chExt cx="328566" cy="520874"/>
          </a:xfrm>
        </p:grpSpPr>
        <p:sp>
          <p:nvSpPr>
            <p:cNvPr id="467" name="Google Shape;467;p21"/>
            <p:cNvSpPr/>
            <p:nvPr/>
          </p:nvSpPr>
          <p:spPr>
            <a:xfrm>
              <a:off x="8174836" y="3768470"/>
              <a:ext cx="125113" cy="266537"/>
            </a:xfrm>
            <a:custGeom>
              <a:avLst/>
              <a:gdLst/>
              <a:ahLst/>
              <a:cxnLst/>
              <a:rect l="l" t="t" r="r" b="b"/>
              <a:pathLst>
                <a:path w="7578" h="16144" extrusionOk="0">
                  <a:moveTo>
                    <a:pt x="1" y="0"/>
                  </a:moveTo>
                  <a:lnTo>
                    <a:pt x="1" y="15237"/>
                  </a:lnTo>
                  <a:lnTo>
                    <a:pt x="2569" y="16144"/>
                  </a:lnTo>
                  <a:lnTo>
                    <a:pt x="2589" y="16144"/>
                  </a:lnTo>
                  <a:lnTo>
                    <a:pt x="7415" y="2608"/>
                  </a:lnTo>
                  <a:cubicBezTo>
                    <a:pt x="7577" y="2154"/>
                    <a:pt x="7331" y="1681"/>
                    <a:pt x="6902" y="1518"/>
                  </a:cubicBezTo>
                  <a:lnTo>
                    <a:pt x="2628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1"/>
            <p:cNvSpPr/>
            <p:nvPr/>
          </p:nvSpPr>
          <p:spPr>
            <a:xfrm>
              <a:off x="7986580" y="3825437"/>
              <a:ext cx="50223" cy="174989"/>
            </a:xfrm>
            <a:custGeom>
              <a:avLst/>
              <a:gdLst/>
              <a:ahLst/>
              <a:cxnLst/>
              <a:rect l="l" t="t" r="r" b="b"/>
              <a:pathLst>
                <a:path w="3042" h="10599" extrusionOk="0">
                  <a:moveTo>
                    <a:pt x="1479" y="1"/>
                  </a:moveTo>
                  <a:cubicBezTo>
                    <a:pt x="661" y="1"/>
                    <a:pt x="0" y="676"/>
                    <a:pt x="0" y="1480"/>
                  </a:cubicBezTo>
                  <a:lnTo>
                    <a:pt x="0" y="10599"/>
                  </a:lnTo>
                  <a:lnTo>
                    <a:pt x="331" y="10599"/>
                  </a:lnTo>
                  <a:cubicBezTo>
                    <a:pt x="1809" y="10599"/>
                    <a:pt x="3042" y="9386"/>
                    <a:pt x="3042" y="7888"/>
                  </a:cubicBezTo>
                  <a:lnTo>
                    <a:pt x="3042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1"/>
            <p:cNvSpPr/>
            <p:nvPr/>
          </p:nvSpPr>
          <p:spPr>
            <a:xfrm>
              <a:off x="8108671" y="4030631"/>
              <a:ext cx="96039" cy="35265"/>
            </a:xfrm>
            <a:custGeom>
              <a:avLst/>
              <a:gdLst/>
              <a:ahLst/>
              <a:cxnLst/>
              <a:rect l="l" t="t" r="r" b="b"/>
              <a:pathLst>
                <a:path w="5817" h="2136" extrusionOk="0">
                  <a:moveTo>
                    <a:pt x="0" y="1"/>
                  </a:moveTo>
                  <a:lnTo>
                    <a:pt x="0" y="2135"/>
                  </a:lnTo>
                  <a:lnTo>
                    <a:pt x="5817" y="2135"/>
                  </a:lnTo>
                  <a:lnTo>
                    <a:pt x="5817" y="1"/>
                  </a:lnTo>
                  <a:close/>
                </a:path>
              </a:pathLst>
            </a:custGeom>
            <a:solidFill>
              <a:srgbClr val="FECA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8011001" y="3748111"/>
              <a:ext cx="207943" cy="296751"/>
            </a:xfrm>
            <a:custGeom>
              <a:avLst/>
              <a:gdLst/>
              <a:ahLst/>
              <a:cxnLst/>
              <a:rect l="l" t="t" r="r" b="b"/>
              <a:pathLst>
                <a:path w="12595" h="17974" extrusionOk="0">
                  <a:moveTo>
                    <a:pt x="863" y="1"/>
                  </a:moveTo>
                  <a:cubicBezTo>
                    <a:pt x="394" y="1"/>
                    <a:pt x="0" y="390"/>
                    <a:pt x="0" y="844"/>
                  </a:cubicBezTo>
                  <a:lnTo>
                    <a:pt x="0" y="17973"/>
                  </a:lnTo>
                  <a:lnTo>
                    <a:pt x="11752" y="17973"/>
                  </a:lnTo>
                  <a:cubicBezTo>
                    <a:pt x="12121" y="17973"/>
                    <a:pt x="12427" y="17727"/>
                    <a:pt x="12550" y="17397"/>
                  </a:cubicBezTo>
                  <a:cubicBezTo>
                    <a:pt x="12570" y="17313"/>
                    <a:pt x="12595" y="17209"/>
                    <a:pt x="12595" y="17111"/>
                  </a:cubicBezTo>
                  <a:lnTo>
                    <a:pt x="12595" y="844"/>
                  </a:lnTo>
                  <a:cubicBezTo>
                    <a:pt x="12595" y="390"/>
                    <a:pt x="12225" y="1"/>
                    <a:pt x="11752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1"/>
            <p:cNvSpPr/>
            <p:nvPr/>
          </p:nvSpPr>
          <p:spPr>
            <a:xfrm>
              <a:off x="8068695" y="4006881"/>
              <a:ext cx="92555" cy="81559"/>
            </a:xfrm>
            <a:custGeom>
              <a:avLst/>
              <a:gdLst/>
              <a:ahLst/>
              <a:cxnLst/>
              <a:rect l="l" t="t" r="r" b="b"/>
              <a:pathLst>
                <a:path w="5606" h="4940" extrusionOk="0">
                  <a:moveTo>
                    <a:pt x="1878" y="0"/>
                  </a:moveTo>
                  <a:cubicBezTo>
                    <a:pt x="1438" y="0"/>
                    <a:pt x="1000" y="167"/>
                    <a:pt x="657" y="499"/>
                  </a:cubicBezTo>
                  <a:cubicBezTo>
                    <a:pt x="657" y="519"/>
                    <a:pt x="637" y="539"/>
                    <a:pt x="617" y="539"/>
                  </a:cubicBezTo>
                  <a:cubicBezTo>
                    <a:pt x="1" y="1199"/>
                    <a:pt x="40" y="2225"/>
                    <a:pt x="657" y="2880"/>
                  </a:cubicBezTo>
                  <a:lnTo>
                    <a:pt x="2569" y="4832"/>
                  </a:lnTo>
                  <a:cubicBezTo>
                    <a:pt x="2631" y="4904"/>
                    <a:pt x="2717" y="4940"/>
                    <a:pt x="2803" y="4940"/>
                  </a:cubicBezTo>
                  <a:cubicBezTo>
                    <a:pt x="2890" y="4940"/>
                    <a:pt x="2976" y="4904"/>
                    <a:pt x="3037" y="4832"/>
                  </a:cubicBezTo>
                  <a:lnTo>
                    <a:pt x="4950" y="2880"/>
                  </a:lnTo>
                  <a:cubicBezTo>
                    <a:pt x="5566" y="2225"/>
                    <a:pt x="5606" y="1199"/>
                    <a:pt x="4990" y="539"/>
                  </a:cubicBezTo>
                  <a:cubicBezTo>
                    <a:pt x="4970" y="539"/>
                    <a:pt x="4970" y="519"/>
                    <a:pt x="4950" y="499"/>
                  </a:cubicBezTo>
                  <a:cubicBezTo>
                    <a:pt x="4618" y="167"/>
                    <a:pt x="4178" y="0"/>
                    <a:pt x="3739" y="0"/>
                  </a:cubicBezTo>
                  <a:cubicBezTo>
                    <a:pt x="3416" y="0"/>
                    <a:pt x="3094" y="91"/>
                    <a:pt x="2816" y="273"/>
                  </a:cubicBezTo>
                  <a:cubicBezTo>
                    <a:pt x="2527" y="91"/>
                    <a:pt x="2202" y="0"/>
                    <a:pt x="187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1"/>
            <p:cNvSpPr/>
            <p:nvPr/>
          </p:nvSpPr>
          <p:spPr>
            <a:xfrm>
              <a:off x="7986580" y="3927514"/>
              <a:ext cx="218114" cy="280455"/>
            </a:xfrm>
            <a:custGeom>
              <a:avLst/>
              <a:gdLst/>
              <a:ahLst/>
              <a:cxnLst/>
              <a:rect l="l" t="t" r="r" b="b"/>
              <a:pathLst>
                <a:path w="13211" h="16987" extrusionOk="0">
                  <a:moveTo>
                    <a:pt x="3845" y="0"/>
                  </a:moveTo>
                  <a:cubicBezTo>
                    <a:pt x="3554" y="0"/>
                    <a:pt x="3249" y="84"/>
                    <a:pt x="3002" y="286"/>
                  </a:cubicBezTo>
                  <a:lnTo>
                    <a:pt x="1479" y="1459"/>
                  </a:lnTo>
                  <a:lnTo>
                    <a:pt x="434" y="2258"/>
                  </a:lnTo>
                  <a:cubicBezTo>
                    <a:pt x="168" y="2465"/>
                    <a:pt x="0" y="2795"/>
                    <a:pt x="0" y="3140"/>
                  </a:cubicBezTo>
                  <a:lnTo>
                    <a:pt x="0" y="7887"/>
                  </a:lnTo>
                  <a:cubicBezTo>
                    <a:pt x="0" y="9573"/>
                    <a:pt x="1233" y="10988"/>
                    <a:pt x="2859" y="11254"/>
                  </a:cubicBezTo>
                  <a:lnTo>
                    <a:pt x="2835" y="16987"/>
                  </a:lnTo>
                  <a:lnTo>
                    <a:pt x="11298" y="16987"/>
                  </a:lnTo>
                  <a:lnTo>
                    <a:pt x="11298" y="11214"/>
                  </a:lnTo>
                  <a:cubicBezTo>
                    <a:pt x="12407" y="10929"/>
                    <a:pt x="13211" y="9918"/>
                    <a:pt x="13211" y="8730"/>
                  </a:cubicBezTo>
                  <a:lnTo>
                    <a:pt x="13211" y="7108"/>
                  </a:lnTo>
                  <a:lnTo>
                    <a:pt x="7394" y="7108"/>
                  </a:lnTo>
                  <a:cubicBezTo>
                    <a:pt x="6758" y="6019"/>
                    <a:pt x="5590" y="5299"/>
                    <a:pt x="4235" y="5299"/>
                  </a:cubicBezTo>
                  <a:lnTo>
                    <a:pt x="2776" y="5299"/>
                  </a:lnTo>
                  <a:lnTo>
                    <a:pt x="2776" y="3963"/>
                  </a:lnTo>
                  <a:lnTo>
                    <a:pt x="4708" y="2485"/>
                  </a:lnTo>
                  <a:cubicBezTo>
                    <a:pt x="5299" y="2011"/>
                    <a:pt x="5423" y="1129"/>
                    <a:pt x="4954" y="533"/>
                  </a:cubicBezTo>
                  <a:cubicBezTo>
                    <a:pt x="4663" y="183"/>
                    <a:pt x="4254" y="0"/>
                    <a:pt x="3845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8010011" y="4199847"/>
              <a:ext cx="186563" cy="53889"/>
            </a:xfrm>
            <a:custGeom>
              <a:avLst/>
              <a:gdLst/>
              <a:ahLst/>
              <a:cxnLst/>
              <a:rect l="l" t="t" r="r" b="b"/>
              <a:pathLst>
                <a:path w="11300" h="3264" extrusionOk="0">
                  <a:moveTo>
                    <a:pt x="1110" y="1"/>
                  </a:moveTo>
                  <a:cubicBezTo>
                    <a:pt x="494" y="1"/>
                    <a:pt x="1" y="494"/>
                    <a:pt x="1" y="1110"/>
                  </a:cubicBezTo>
                  <a:lnTo>
                    <a:pt x="1" y="3160"/>
                  </a:lnTo>
                  <a:cubicBezTo>
                    <a:pt x="1" y="3225"/>
                    <a:pt x="40" y="3264"/>
                    <a:pt x="104" y="3264"/>
                  </a:cubicBezTo>
                  <a:lnTo>
                    <a:pt x="11196" y="3264"/>
                  </a:lnTo>
                  <a:cubicBezTo>
                    <a:pt x="11255" y="3264"/>
                    <a:pt x="11299" y="3225"/>
                    <a:pt x="11299" y="3160"/>
                  </a:cubicBezTo>
                  <a:lnTo>
                    <a:pt x="11299" y="1110"/>
                  </a:lnTo>
                  <a:cubicBezTo>
                    <a:pt x="11299" y="494"/>
                    <a:pt x="10806" y="1"/>
                    <a:pt x="10190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7978836" y="3740301"/>
              <a:ext cx="328566" cy="520874"/>
            </a:xfrm>
            <a:custGeom>
              <a:avLst/>
              <a:gdLst/>
              <a:ahLst/>
              <a:cxnLst/>
              <a:rect l="l" t="t" r="r" b="b"/>
              <a:pathLst>
                <a:path w="19901" h="31549" extrusionOk="0">
                  <a:moveTo>
                    <a:pt x="1500" y="5729"/>
                  </a:moveTo>
                  <a:lnTo>
                    <a:pt x="1500" y="12570"/>
                  </a:lnTo>
                  <a:lnTo>
                    <a:pt x="923" y="12980"/>
                  </a:lnTo>
                  <a:lnTo>
                    <a:pt x="923" y="6636"/>
                  </a:lnTo>
                  <a:cubicBezTo>
                    <a:pt x="923" y="6246"/>
                    <a:pt x="1150" y="5916"/>
                    <a:pt x="1500" y="5729"/>
                  </a:cubicBezTo>
                  <a:close/>
                  <a:moveTo>
                    <a:pt x="13700" y="922"/>
                  </a:moveTo>
                  <a:cubicBezTo>
                    <a:pt x="13902" y="922"/>
                    <a:pt x="14089" y="1110"/>
                    <a:pt x="14089" y="1317"/>
                  </a:cubicBezTo>
                  <a:lnTo>
                    <a:pt x="14089" y="3614"/>
                  </a:lnTo>
                  <a:cubicBezTo>
                    <a:pt x="14089" y="3880"/>
                    <a:pt x="14271" y="4107"/>
                    <a:pt x="14543" y="4107"/>
                  </a:cubicBezTo>
                  <a:cubicBezTo>
                    <a:pt x="14789" y="4107"/>
                    <a:pt x="15011" y="3905"/>
                    <a:pt x="15011" y="3634"/>
                  </a:cubicBezTo>
                  <a:lnTo>
                    <a:pt x="15011" y="2382"/>
                  </a:lnTo>
                  <a:lnTo>
                    <a:pt x="18668" y="3698"/>
                  </a:lnTo>
                  <a:cubicBezTo>
                    <a:pt x="18772" y="3737"/>
                    <a:pt x="18856" y="3801"/>
                    <a:pt x="18895" y="3905"/>
                  </a:cubicBezTo>
                  <a:cubicBezTo>
                    <a:pt x="18935" y="3984"/>
                    <a:pt x="18935" y="4107"/>
                    <a:pt x="18915" y="4191"/>
                  </a:cubicBezTo>
                  <a:lnTo>
                    <a:pt x="15011" y="15055"/>
                  </a:lnTo>
                  <a:lnTo>
                    <a:pt x="15011" y="5526"/>
                  </a:lnTo>
                  <a:cubicBezTo>
                    <a:pt x="15011" y="5260"/>
                    <a:pt x="14809" y="5034"/>
                    <a:pt x="14562" y="5034"/>
                  </a:cubicBezTo>
                  <a:cubicBezTo>
                    <a:pt x="14296" y="5034"/>
                    <a:pt x="14089" y="5236"/>
                    <a:pt x="14089" y="5507"/>
                  </a:cubicBezTo>
                  <a:lnTo>
                    <a:pt x="14089" y="17584"/>
                  </a:lnTo>
                  <a:cubicBezTo>
                    <a:pt x="14089" y="17603"/>
                    <a:pt x="14069" y="17643"/>
                    <a:pt x="14050" y="17682"/>
                  </a:cubicBezTo>
                  <a:cubicBezTo>
                    <a:pt x="14025" y="17805"/>
                    <a:pt x="13926" y="17929"/>
                    <a:pt x="13803" y="17953"/>
                  </a:cubicBezTo>
                  <a:cubicBezTo>
                    <a:pt x="13759" y="17973"/>
                    <a:pt x="13739" y="17973"/>
                    <a:pt x="13700" y="17973"/>
                  </a:cubicBezTo>
                  <a:lnTo>
                    <a:pt x="11624" y="17973"/>
                  </a:lnTo>
                  <a:cubicBezTo>
                    <a:pt x="11358" y="17973"/>
                    <a:pt x="11151" y="18175"/>
                    <a:pt x="11131" y="18422"/>
                  </a:cubicBezTo>
                  <a:cubicBezTo>
                    <a:pt x="11131" y="18693"/>
                    <a:pt x="11339" y="18895"/>
                    <a:pt x="11605" y="18895"/>
                  </a:cubicBezTo>
                  <a:lnTo>
                    <a:pt x="13226" y="18895"/>
                  </a:lnTo>
                  <a:lnTo>
                    <a:pt x="13226" y="20068"/>
                  </a:lnTo>
                  <a:cubicBezTo>
                    <a:pt x="13226" y="21236"/>
                    <a:pt x="12280" y="22163"/>
                    <a:pt x="11112" y="22163"/>
                  </a:cubicBezTo>
                  <a:lnTo>
                    <a:pt x="10185" y="22163"/>
                  </a:lnTo>
                  <a:cubicBezTo>
                    <a:pt x="9919" y="22163"/>
                    <a:pt x="9712" y="22365"/>
                    <a:pt x="9692" y="22612"/>
                  </a:cubicBezTo>
                  <a:cubicBezTo>
                    <a:pt x="9692" y="22883"/>
                    <a:pt x="9899" y="23104"/>
                    <a:pt x="10165" y="23104"/>
                  </a:cubicBezTo>
                  <a:lnTo>
                    <a:pt x="11112" y="23104"/>
                  </a:lnTo>
                  <a:cubicBezTo>
                    <a:pt x="11171" y="23104"/>
                    <a:pt x="11235" y="23085"/>
                    <a:pt x="11294" y="23085"/>
                  </a:cubicBezTo>
                  <a:lnTo>
                    <a:pt x="11294" y="27359"/>
                  </a:lnTo>
                  <a:lnTo>
                    <a:pt x="3777" y="27359"/>
                  </a:lnTo>
                  <a:lnTo>
                    <a:pt x="3777" y="23085"/>
                  </a:lnTo>
                  <a:cubicBezTo>
                    <a:pt x="3821" y="23085"/>
                    <a:pt x="3841" y="23104"/>
                    <a:pt x="3880" y="23104"/>
                  </a:cubicBezTo>
                  <a:lnTo>
                    <a:pt x="4827" y="23104"/>
                  </a:lnTo>
                  <a:cubicBezTo>
                    <a:pt x="5093" y="23104"/>
                    <a:pt x="5320" y="22902"/>
                    <a:pt x="5320" y="22656"/>
                  </a:cubicBezTo>
                  <a:cubicBezTo>
                    <a:pt x="5320" y="22390"/>
                    <a:pt x="5113" y="22163"/>
                    <a:pt x="4847" y="22163"/>
                  </a:cubicBezTo>
                  <a:lnTo>
                    <a:pt x="3880" y="22163"/>
                  </a:lnTo>
                  <a:cubicBezTo>
                    <a:pt x="2259" y="22163"/>
                    <a:pt x="923" y="20847"/>
                    <a:pt x="923" y="19225"/>
                  </a:cubicBezTo>
                  <a:lnTo>
                    <a:pt x="923" y="14478"/>
                  </a:lnTo>
                  <a:cubicBezTo>
                    <a:pt x="923" y="14276"/>
                    <a:pt x="1026" y="14089"/>
                    <a:pt x="1189" y="13965"/>
                  </a:cubicBezTo>
                  <a:lnTo>
                    <a:pt x="3757" y="11994"/>
                  </a:lnTo>
                  <a:cubicBezTo>
                    <a:pt x="3920" y="11855"/>
                    <a:pt x="4121" y="11787"/>
                    <a:pt x="4328" y="11787"/>
                  </a:cubicBezTo>
                  <a:cubicBezTo>
                    <a:pt x="4460" y="11787"/>
                    <a:pt x="4595" y="11815"/>
                    <a:pt x="4723" y="11871"/>
                  </a:cubicBezTo>
                  <a:cubicBezTo>
                    <a:pt x="4763" y="11890"/>
                    <a:pt x="4807" y="11915"/>
                    <a:pt x="4827" y="11954"/>
                  </a:cubicBezTo>
                  <a:cubicBezTo>
                    <a:pt x="5132" y="12161"/>
                    <a:pt x="5275" y="12487"/>
                    <a:pt x="5236" y="12837"/>
                  </a:cubicBezTo>
                  <a:cubicBezTo>
                    <a:pt x="5216" y="13083"/>
                    <a:pt x="5093" y="13290"/>
                    <a:pt x="4886" y="13453"/>
                  </a:cubicBezTo>
                  <a:lnTo>
                    <a:pt x="2959" y="14951"/>
                  </a:lnTo>
                  <a:cubicBezTo>
                    <a:pt x="2855" y="15035"/>
                    <a:pt x="2791" y="15178"/>
                    <a:pt x="2791" y="15321"/>
                  </a:cubicBezTo>
                  <a:lnTo>
                    <a:pt x="2791" y="16637"/>
                  </a:lnTo>
                  <a:cubicBezTo>
                    <a:pt x="2791" y="16903"/>
                    <a:pt x="2998" y="17110"/>
                    <a:pt x="3245" y="17110"/>
                  </a:cubicBezTo>
                  <a:lnTo>
                    <a:pt x="4704" y="17110"/>
                  </a:lnTo>
                  <a:cubicBezTo>
                    <a:pt x="6468" y="17110"/>
                    <a:pt x="7908" y="18545"/>
                    <a:pt x="7908" y="20295"/>
                  </a:cubicBezTo>
                  <a:cubicBezTo>
                    <a:pt x="7908" y="20517"/>
                    <a:pt x="8051" y="20704"/>
                    <a:pt x="8258" y="20763"/>
                  </a:cubicBezTo>
                  <a:cubicBezTo>
                    <a:pt x="8293" y="20770"/>
                    <a:pt x="8328" y="20774"/>
                    <a:pt x="8362" y="20774"/>
                  </a:cubicBezTo>
                  <a:cubicBezTo>
                    <a:pt x="8621" y="20774"/>
                    <a:pt x="8829" y="20567"/>
                    <a:pt x="8829" y="20314"/>
                  </a:cubicBezTo>
                  <a:cubicBezTo>
                    <a:pt x="8829" y="19822"/>
                    <a:pt x="8751" y="19348"/>
                    <a:pt x="8583" y="18895"/>
                  </a:cubicBezTo>
                  <a:lnTo>
                    <a:pt x="9736" y="18895"/>
                  </a:lnTo>
                  <a:cubicBezTo>
                    <a:pt x="9983" y="18895"/>
                    <a:pt x="10205" y="18712"/>
                    <a:pt x="10205" y="18446"/>
                  </a:cubicBezTo>
                  <a:cubicBezTo>
                    <a:pt x="10205" y="18200"/>
                    <a:pt x="10003" y="17973"/>
                    <a:pt x="9756" y="17973"/>
                  </a:cubicBezTo>
                  <a:lnTo>
                    <a:pt x="8110" y="17973"/>
                  </a:lnTo>
                  <a:cubicBezTo>
                    <a:pt x="7370" y="16884"/>
                    <a:pt x="6118" y="16184"/>
                    <a:pt x="4704" y="16184"/>
                  </a:cubicBezTo>
                  <a:lnTo>
                    <a:pt x="3718" y="16184"/>
                  </a:lnTo>
                  <a:lnTo>
                    <a:pt x="3718" y="15548"/>
                  </a:lnTo>
                  <a:lnTo>
                    <a:pt x="5463" y="14173"/>
                  </a:lnTo>
                  <a:cubicBezTo>
                    <a:pt x="5832" y="13887"/>
                    <a:pt x="6079" y="13453"/>
                    <a:pt x="6163" y="12980"/>
                  </a:cubicBezTo>
                  <a:cubicBezTo>
                    <a:pt x="6222" y="12506"/>
                    <a:pt x="6099" y="12013"/>
                    <a:pt x="5813" y="11624"/>
                  </a:cubicBezTo>
                  <a:cubicBezTo>
                    <a:pt x="5522" y="11215"/>
                    <a:pt x="5054" y="10949"/>
                    <a:pt x="4561" y="10885"/>
                  </a:cubicBezTo>
                  <a:cubicBezTo>
                    <a:pt x="4481" y="10875"/>
                    <a:pt x="4401" y="10870"/>
                    <a:pt x="4321" y="10870"/>
                  </a:cubicBezTo>
                  <a:cubicBezTo>
                    <a:pt x="3910" y="10870"/>
                    <a:pt x="3511" y="10998"/>
                    <a:pt x="3180" y="11254"/>
                  </a:cubicBezTo>
                  <a:lnTo>
                    <a:pt x="2421" y="11851"/>
                  </a:lnTo>
                  <a:lnTo>
                    <a:pt x="2421" y="1317"/>
                  </a:lnTo>
                  <a:cubicBezTo>
                    <a:pt x="2421" y="1110"/>
                    <a:pt x="2589" y="922"/>
                    <a:pt x="2811" y="922"/>
                  </a:cubicBezTo>
                  <a:close/>
                  <a:moveTo>
                    <a:pt x="12078" y="28280"/>
                  </a:moveTo>
                  <a:cubicBezTo>
                    <a:pt x="12423" y="28280"/>
                    <a:pt x="12734" y="28571"/>
                    <a:pt x="12734" y="28941"/>
                  </a:cubicBezTo>
                  <a:lnTo>
                    <a:pt x="12734" y="30622"/>
                  </a:lnTo>
                  <a:lnTo>
                    <a:pt x="2362" y="30622"/>
                  </a:lnTo>
                  <a:lnTo>
                    <a:pt x="2362" y="28941"/>
                  </a:lnTo>
                  <a:cubicBezTo>
                    <a:pt x="2362" y="28571"/>
                    <a:pt x="2648" y="28280"/>
                    <a:pt x="2998" y="28280"/>
                  </a:cubicBezTo>
                  <a:close/>
                  <a:moveTo>
                    <a:pt x="2811" y="1"/>
                  </a:moveTo>
                  <a:cubicBezTo>
                    <a:pt x="2071" y="1"/>
                    <a:pt x="1500" y="597"/>
                    <a:pt x="1500" y="1317"/>
                  </a:cubicBezTo>
                  <a:lnTo>
                    <a:pt x="1500" y="4767"/>
                  </a:lnTo>
                  <a:cubicBezTo>
                    <a:pt x="637" y="4969"/>
                    <a:pt x="1" y="5729"/>
                    <a:pt x="1" y="6655"/>
                  </a:cubicBezTo>
                  <a:lnTo>
                    <a:pt x="1" y="19225"/>
                  </a:lnTo>
                  <a:cubicBezTo>
                    <a:pt x="1" y="20990"/>
                    <a:pt x="1209" y="22513"/>
                    <a:pt x="2855" y="22962"/>
                  </a:cubicBezTo>
                  <a:lnTo>
                    <a:pt x="2855" y="27359"/>
                  </a:lnTo>
                  <a:cubicBezTo>
                    <a:pt x="2052" y="27442"/>
                    <a:pt x="1435" y="28118"/>
                    <a:pt x="1435" y="28941"/>
                  </a:cubicBezTo>
                  <a:lnTo>
                    <a:pt x="1435" y="30622"/>
                  </a:lnTo>
                  <a:lnTo>
                    <a:pt x="1046" y="30622"/>
                  </a:lnTo>
                  <a:cubicBezTo>
                    <a:pt x="800" y="30622"/>
                    <a:pt x="573" y="30829"/>
                    <a:pt x="553" y="31075"/>
                  </a:cubicBezTo>
                  <a:cubicBezTo>
                    <a:pt x="553" y="31341"/>
                    <a:pt x="760" y="31548"/>
                    <a:pt x="1026" y="31548"/>
                  </a:cubicBezTo>
                  <a:lnTo>
                    <a:pt x="14518" y="31548"/>
                  </a:lnTo>
                  <a:cubicBezTo>
                    <a:pt x="14789" y="31548"/>
                    <a:pt x="14991" y="31361"/>
                    <a:pt x="15011" y="31115"/>
                  </a:cubicBezTo>
                  <a:cubicBezTo>
                    <a:pt x="15011" y="30848"/>
                    <a:pt x="14809" y="30622"/>
                    <a:pt x="14543" y="30622"/>
                  </a:cubicBezTo>
                  <a:lnTo>
                    <a:pt x="13655" y="30622"/>
                  </a:lnTo>
                  <a:lnTo>
                    <a:pt x="13655" y="28941"/>
                  </a:lnTo>
                  <a:cubicBezTo>
                    <a:pt x="13655" y="28118"/>
                    <a:pt x="13019" y="27442"/>
                    <a:pt x="12241" y="27359"/>
                  </a:cubicBezTo>
                  <a:lnTo>
                    <a:pt x="12241" y="22883"/>
                  </a:lnTo>
                  <a:cubicBezTo>
                    <a:pt x="13350" y="22429"/>
                    <a:pt x="14148" y="21340"/>
                    <a:pt x="14148" y="20068"/>
                  </a:cubicBezTo>
                  <a:lnTo>
                    <a:pt x="14148" y="18816"/>
                  </a:lnTo>
                  <a:cubicBezTo>
                    <a:pt x="14459" y="18712"/>
                    <a:pt x="14705" y="18486"/>
                    <a:pt x="14848" y="18200"/>
                  </a:cubicBezTo>
                  <a:cubicBezTo>
                    <a:pt x="14868" y="18175"/>
                    <a:pt x="14868" y="18175"/>
                    <a:pt x="14868" y="18155"/>
                  </a:cubicBezTo>
                  <a:cubicBezTo>
                    <a:pt x="14912" y="18077"/>
                    <a:pt x="14952" y="17993"/>
                    <a:pt x="14971" y="17929"/>
                  </a:cubicBezTo>
                  <a:lnTo>
                    <a:pt x="19778" y="4496"/>
                  </a:lnTo>
                  <a:cubicBezTo>
                    <a:pt x="19901" y="4171"/>
                    <a:pt x="19881" y="3821"/>
                    <a:pt x="19738" y="3491"/>
                  </a:cubicBezTo>
                  <a:cubicBezTo>
                    <a:pt x="19571" y="3185"/>
                    <a:pt x="19304" y="2939"/>
                    <a:pt x="18979" y="2835"/>
                  </a:cubicBezTo>
                  <a:lnTo>
                    <a:pt x="15011" y="1415"/>
                  </a:lnTo>
                  <a:lnTo>
                    <a:pt x="15011" y="1317"/>
                  </a:lnTo>
                  <a:cubicBezTo>
                    <a:pt x="15011" y="597"/>
                    <a:pt x="14419" y="1"/>
                    <a:pt x="1370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8075779" y="4106240"/>
              <a:ext cx="31600" cy="15569"/>
            </a:xfrm>
            <a:custGeom>
              <a:avLst/>
              <a:gdLst/>
              <a:ahLst/>
              <a:cxnLst/>
              <a:rect l="l" t="t" r="r" b="b"/>
              <a:pathLst>
                <a:path w="1914" h="943" extrusionOk="0">
                  <a:moveTo>
                    <a:pt x="454" y="1"/>
                  </a:moveTo>
                  <a:cubicBezTo>
                    <a:pt x="208" y="1"/>
                    <a:pt x="1" y="228"/>
                    <a:pt x="1" y="474"/>
                  </a:cubicBezTo>
                  <a:cubicBezTo>
                    <a:pt x="1" y="721"/>
                    <a:pt x="208" y="942"/>
                    <a:pt x="454" y="942"/>
                  </a:cubicBezTo>
                  <a:lnTo>
                    <a:pt x="1460" y="942"/>
                  </a:lnTo>
                  <a:cubicBezTo>
                    <a:pt x="1706" y="942"/>
                    <a:pt x="1913" y="721"/>
                    <a:pt x="1913" y="474"/>
                  </a:cubicBezTo>
                  <a:cubicBezTo>
                    <a:pt x="1913" y="228"/>
                    <a:pt x="1706" y="1"/>
                    <a:pt x="146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8060571" y="3999368"/>
              <a:ext cx="108817" cy="99176"/>
            </a:xfrm>
            <a:custGeom>
              <a:avLst/>
              <a:gdLst/>
              <a:ahLst/>
              <a:cxnLst/>
              <a:rect l="l" t="t" r="r" b="b"/>
              <a:pathLst>
                <a:path w="6591" h="6007" extrusionOk="0">
                  <a:moveTo>
                    <a:pt x="2381" y="915"/>
                  </a:moveTo>
                  <a:cubicBezTo>
                    <a:pt x="2608" y="915"/>
                    <a:pt x="2834" y="994"/>
                    <a:pt x="3037" y="1117"/>
                  </a:cubicBezTo>
                  <a:cubicBezTo>
                    <a:pt x="3120" y="1169"/>
                    <a:pt x="3208" y="1195"/>
                    <a:pt x="3295" y="1195"/>
                  </a:cubicBezTo>
                  <a:cubicBezTo>
                    <a:pt x="3383" y="1195"/>
                    <a:pt x="3470" y="1169"/>
                    <a:pt x="3554" y="1117"/>
                  </a:cubicBezTo>
                  <a:cubicBezTo>
                    <a:pt x="3762" y="988"/>
                    <a:pt x="3998" y="924"/>
                    <a:pt x="4233" y="924"/>
                  </a:cubicBezTo>
                  <a:cubicBezTo>
                    <a:pt x="4556" y="924"/>
                    <a:pt x="4875" y="1045"/>
                    <a:pt x="5112" y="1285"/>
                  </a:cubicBezTo>
                  <a:cubicBezTo>
                    <a:pt x="5112" y="1304"/>
                    <a:pt x="5132" y="1304"/>
                    <a:pt x="5132" y="1324"/>
                  </a:cubicBezTo>
                  <a:cubicBezTo>
                    <a:pt x="5585" y="1797"/>
                    <a:pt x="5565" y="2537"/>
                    <a:pt x="5112" y="3010"/>
                  </a:cubicBezTo>
                  <a:lnTo>
                    <a:pt x="3308" y="4878"/>
                  </a:lnTo>
                  <a:lnTo>
                    <a:pt x="1499" y="3010"/>
                  </a:lnTo>
                  <a:cubicBezTo>
                    <a:pt x="1025" y="2537"/>
                    <a:pt x="1006" y="1797"/>
                    <a:pt x="1459" y="1324"/>
                  </a:cubicBezTo>
                  <a:cubicBezTo>
                    <a:pt x="1459" y="1304"/>
                    <a:pt x="1479" y="1304"/>
                    <a:pt x="1479" y="1285"/>
                  </a:cubicBezTo>
                  <a:cubicBezTo>
                    <a:pt x="1725" y="1058"/>
                    <a:pt x="2051" y="915"/>
                    <a:pt x="2381" y="915"/>
                  </a:cubicBezTo>
                  <a:close/>
                  <a:moveTo>
                    <a:pt x="2388" y="0"/>
                  </a:moveTo>
                  <a:cubicBezTo>
                    <a:pt x="1815" y="0"/>
                    <a:pt x="1245" y="213"/>
                    <a:pt x="818" y="624"/>
                  </a:cubicBezTo>
                  <a:cubicBezTo>
                    <a:pt x="818" y="649"/>
                    <a:pt x="799" y="668"/>
                    <a:pt x="779" y="688"/>
                  </a:cubicBezTo>
                  <a:cubicBezTo>
                    <a:pt x="0" y="1531"/>
                    <a:pt x="20" y="2823"/>
                    <a:pt x="818" y="3646"/>
                  </a:cubicBezTo>
                  <a:lnTo>
                    <a:pt x="2958" y="5864"/>
                  </a:lnTo>
                  <a:cubicBezTo>
                    <a:pt x="3061" y="5948"/>
                    <a:pt x="3160" y="6007"/>
                    <a:pt x="3308" y="6007"/>
                  </a:cubicBezTo>
                  <a:cubicBezTo>
                    <a:pt x="3431" y="6007"/>
                    <a:pt x="3554" y="5948"/>
                    <a:pt x="3633" y="5864"/>
                  </a:cubicBezTo>
                  <a:lnTo>
                    <a:pt x="5772" y="3646"/>
                  </a:lnTo>
                  <a:cubicBezTo>
                    <a:pt x="6571" y="2823"/>
                    <a:pt x="6591" y="1531"/>
                    <a:pt x="5812" y="688"/>
                  </a:cubicBezTo>
                  <a:cubicBezTo>
                    <a:pt x="5812" y="668"/>
                    <a:pt x="5792" y="649"/>
                    <a:pt x="5772" y="624"/>
                  </a:cubicBezTo>
                  <a:cubicBezTo>
                    <a:pt x="5346" y="213"/>
                    <a:pt x="4775" y="0"/>
                    <a:pt x="4210" y="0"/>
                  </a:cubicBezTo>
                  <a:cubicBezTo>
                    <a:pt x="3899" y="0"/>
                    <a:pt x="3591" y="64"/>
                    <a:pt x="3308" y="195"/>
                  </a:cubicBezTo>
                  <a:cubicBezTo>
                    <a:pt x="3016" y="64"/>
                    <a:pt x="2702" y="0"/>
                    <a:pt x="238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7" name="Google Shape;477;p21"/>
          <p:cNvGrpSpPr/>
          <p:nvPr/>
        </p:nvGrpSpPr>
        <p:grpSpPr>
          <a:xfrm>
            <a:off x="3395557" y="2557648"/>
            <a:ext cx="362849" cy="418376"/>
            <a:chOff x="3738093" y="4773871"/>
            <a:chExt cx="451754" cy="520886"/>
          </a:xfrm>
        </p:grpSpPr>
        <p:sp>
          <p:nvSpPr>
            <p:cNvPr id="478" name="Google Shape;478;p21"/>
            <p:cNvSpPr/>
            <p:nvPr/>
          </p:nvSpPr>
          <p:spPr>
            <a:xfrm>
              <a:off x="3777474" y="5099108"/>
              <a:ext cx="288942" cy="187851"/>
            </a:xfrm>
            <a:custGeom>
              <a:avLst/>
              <a:gdLst/>
              <a:ahLst/>
              <a:cxnLst/>
              <a:rect l="l" t="t" r="r" b="b"/>
              <a:pathLst>
                <a:path w="17501" h="11378" extrusionOk="0">
                  <a:moveTo>
                    <a:pt x="80" y="1"/>
                  </a:moveTo>
                  <a:lnTo>
                    <a:pt x="2155" y="2485"/>
                  </a:lnTo>
                  <a:cubicBezTo>
                    <a:pt x="942" y="2687"/>
                    <a:pt x="1" y="3757"/>
                    <a:pt x="1" y="5053"/>
                  </a:cubicBezTo>
                  <a:lnTo>
                    <a:pt x="1" y="8770"/>
                  </a:lnTo>
                  <a:cubicBezTo>
                    <a:pt x="1" y="10204"/>
                    <a:pt x="1169" y="11378"/>
                    <a:pt x="2609" y="11378"/>
                  </a:cubicBezTo>
                  <a:lnTo>
                    <a:pt x="14893" y="11378"/>
                  </a:lnTo>
                  <a:cubicBezTo>
                    <a:pt x="16327" y="11378"/>
                    <a:pt x="17500" y="10204"/>
                    <a:pt x="17500" y="8770"/>
                  </a:cubicBezTo>
                  <a:lnTo>
                    <a:pt x="17500" y="5053"/>
                  </a:lnTo>
                  <a:cubicBezTo>
                    <a:pt x="17500" y="3757"/>
                    <a:pt x="16554" y="2687"/>
                    <a:pt x="15341" y="2485"/>
                  </a:cubicBezTo>
                  <a:lnTo>
                    <a:pt x="17209" y="223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3939211" y="4781268"/>
              <a:ext cx="81394" cy="81394"/>
            </a:xfrm>
            <a:custGeom>
              <a:avLst/>
              <a:gdLst/>
              <a:ahLst/>
              <a:cxnLst/>
              <a:rect l="l" t="t" r="r" b="b"/>
              <a:pathLst>
                <a:path w="4930" h="4930" extrusionOk="0">
                  <a:moveTo>
                    <a:pt x="2465" y="1"/>
                  </a:moveTo>
                  <a:cubicBezTo>
                    <a:pt x="1110" y="1"/>
                    <a:pt x="1" y="1110"/>
                    <a:pt x="1" y="2465"/>
                  </a:cubicBezTo>
                  <a:cubicBezTo>
                    <a:pt x="1" y="3846"/>
                    <a:pt x="1110" y="4930"/>
                    <a:pt x="2465" y="4930"/>
                  </a:cubicBezTo>
                  <a:cubicBezTo>
                    <a:pt x="3821" y="4930"/>
                    <a:pt x="4930" y="3846"/>
                    <a:pt x="4930" y="2465"/>
                  </a:cubicBezTo>
                  <a:cubicBezTo>
                    <a:pt x="4930" y="1110"/>
                    <a:pt x="3821" y="1"/>
                    <a:pt x="246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3988055" y="4904415"/>
              <a:ext cx="36636" cy="36636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1"/>
                  </a:moveTo>
                  <a:cubicBezTo>
                    <a:pt x="493" y="1"/>
                    <a:pt x="0" y="494"/>
                    <a:pt x="0" y="1110"/>
                  </a:cubicBezTo>
                  <a:cubicBezTo>
                    <a:pt x="0" y="1726"/>
                    <a:pt x="493" y="2219"/>
                    <a:pt x="1109" y="2219"/>
                  </a:cubicBezTo>
                  <a:cubicBezTo>
                    <a:pt x="1725" y="2219"/>
                    <a:pt x="2218" y="1726"/>
                    <a:pt x="2218" y="1110"/>
                  </a:cubicBezTo>
                  <a:cubicBezTo>
                    <a:pt x="2218" y="494"/>
                    <a:pt x="1725" y="1"/>
                    <a:pt x="110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3867994" y="4933889"/>
              <a:ext cx="59023" cy="59007"/>
            </a:xfrm>
            <a:custGeom>
              <a:avLst/>
              <a:gdLst/>
              <a:ahLst/>
              <a:cxnLst/>
              <a:rect l="l" t="t" r="r" b="b"/>
              <a:pathLst>
                <a:path w="3575" h="3574" extrusionOk="0">
                  <a:moveTo>
                    <a:pt x="1790" y="0"/>
                  </a:moveTo>
                  <a:cubicBezTo>
                    <a:pt x="804" y="0"/>
                    <a:pt x="0" y="804"/>
                    <a:pt x="0" y="1790"/>
                  </a:cubicBezTo>
                  <a:cubicBezTo>
                    <a:pt x="0" y="2775"/>
                    <a:pt x="804" y="3574"/>
                    <a:pt x="1790" y="3574"/>
                  </a:cubicBezTo>
                  <a:cubicBezTo>
                    <a:pt x="2776" y="3574"/>
                    <a:pt x="3574" y="2775"/>
                    <a:pt x="3574" y="1790"/>
                  </a:cubicBezTo>
                  <a:cubicBezTo>
                    <a:pt x="3574" y="804"/>
                    <a:pt x="2776" y="0"/>
                    <a:pt x="1790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3767303" y="5042785"/>
              <a:ext cx="311313" cy="65132"/>
            </a:xfrm>
            <a:custGeom>
              <a:avLst/>
              <a:gdLst/>
              <a:ahLst/>
              <a:cxnLst/>
              <a:rect l="l" t="t" r="r" b="b"/>
              <a:pathLst>
                <a:path w="18856" h="3945" extrusionOk="0">
                  <a:moveTo>
                    <a:pt x="449" y="1"/>
                  </a:moveTo>
                  <a:cubicBezTo>
                    <a:pt x="203" y="1"/>
                    <a:pt x="1" y="208"/>
                    <a:pt x="1" y="454"/>
                  </a:cubicBezTo>
                  <a:lnTo>
                    <a:pt x="1" y="1972"/>
                  </a:lnTo>
                  <a:cubicBezTo>
                    <a:pt x="1" y="3062"/>
                    <a:pt x="883" y="3944"/>
                    <a:pt x="1973" y="3944"/>
                  </a:cubicBezTo>
                  <a:lnTo>
                    <a:pt x="16884" y="3944"/>
                  </a:lnTo>
                  <a:cubicBezTo>
                    <a:pt x="17416" y="3944"/>
                    <a:pt x="17909" y="3737"/>
                    <a:pt x="18279" y="3367"/>
                  </a:cubicBezTo>
                  <a:cubicBezTo>
                    <a:pt x="18629" y="3017"/>
                    <a:pt x="18856" y="2524"/>
                    <a:pt x="18856" y="1972"/>
                  </a:cubicBezTo>
                  <a:lnTo>
                    <a:pt x="18856" y="454"/>
                  </a:lnTo>
                  <a:cubicBezTo>
                    <a:pt x="18856" y="208"/>
                    <a:pt x="18649" y="1"/>
                    <a:pt x="18402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3767303" y="5016333"/>
              <a:ext cx="311313" cy="65132"/>
            </a:xfrm>
            <a:custGeom>
              <a:avLst/>
              <a:gdLst/>
              <a:ahLst/>
              <a:cxnLst/>
              <a:rect l="l" t="t" r="r" b="b"/>
              <a:pathLst>
                <a:path w="18856" h="3945" extrusionOk="0">
                  <a:moveTo>
                    <a:pt x="1973" y="1"/>
                  </a:moveTo>
                  <a:cubicBezTo>
                    <a:pt x="1416" y="1"/>
                    <a:pt x="923" y="227"/>
                    <a:pt x="573" y="577"/>
                  </a:cubicBezTo>
                  <a:cubicBezTo>
                    <a:pt x="228" y="947"/>
                    <a:pt x="1" y="1440"/>
                    <a:pt x="1" y="1972"/>
                  </a:cubicBezTo>
                  <a:cubicBezTo>
                    <a:pt x="1" y="3062"/>
                    <a:pt x="883" y="3944"/>
                    <a:pt x="1973" y="3944"/>
                  </a:cubicBezTo>
                  <a:lnTo>
                    <a:pt x="16884" y="3944"/>
                  </a:lnTo>
                  <a:cubicBezTo>
                    <a:pt x="17416" y="3944"/>
                    <a:pt x="17909" y="3737"/>
                    <a:pt x="18279" y="3367"/>
                  </a:cubicBezTo>
                  <a:cubicBezTo>
                    <a:pt x="18629" y="3017"/>
                    <a:pt x="18856" y="2524"/>
                    <a:pt x="18856" y="1972"/>
                  </a:cubicBezTo>
                  <a:cubicBezTo>
                    <a:pt x="18856" y="883"/>
                    <a:pt x="17973" y="1"/>
                    <a:pt x="1688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3770638" y="5045807"/>
              <a:ext cx="304560" cy="35662"/>
            </a:xfrm>
            <a:custGeom>
              <a:avLst/>
              <a:gdLst/>
              <a:ahLst/>
              <a:cxnLst/>
              <a:rect l="l" t="t" r="r" b="b"/>
              <a:pathLst>
                <a:path w="18447" h="2160" extrusionOk="0">
                  <a:moveTo>
                    <a:pt x="1771" y="0"/>
                  </a:moveTo>
                  <a:cubicBezTo>
                    <a:pt x="1214" y="0"/>
                    <a:pt x="721" y="227"/>
                    <a:pt x="371" y="577"/>
                  </a:cubicBezTo>
                  <a:cubicBezTo>
                    <a:pt x="228" y="720"/>
                    <a:pt x="104" y="907"/>
                    <a:pt x="1" y="1089"/>
                  </a:cubicBezTo>
                  <a:cubicBezTo>
                    <a:pt x="331" y="1725"/>
                    <a:pt x="1011" y="2159"/>
                    <a:pt x="1771" y="2159"/>
                  </a:cubicBezTo>
                  <a:lnTo>
                    <a:pt x="16682" y="2159"/>
                  </a:lnTo>
                  <a:cubicBezTo>
                    <a:pt x="17214" y="2159"/>
                    <a:pt x="17707" y="1952"/>
                    <a:pt x="18077" y="1582"/>
                  </a:cubicBezTo>
                  <a:cubicBezTo>
                    <a:pt x="18220" y="1439"/>
                    <a:pt x="18343" y="1277"/>
                    <a:pt x="18447" y="1089"/>
                  </a:cubicBezTo>
                  <a:cubicBezTo>
                    <a:pt x="18116" y="454"/>
                    <a:pt x="17441" y="0"/>
                    <a:pt x="16682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3867020" y="5148281"/>
              <a:ext cx="115983" cy="124122"/>
            </a:xfrm>
            <a:custGeom>
              <a:avLst/>
              <a:gdLst/>
              <a:ahLst/>
              <a:cxnLst/>
              <a:rect l="l" t="t" r="r" b="b"/>
              <a:pathLst>
                <a:path w="7025" h="7518" extrusionOk="0">
                  <a:moveTo>
                    <a:pt x="3510" y="1336"/>
                  </a:moveTo>
                  <a:lnTo>
                    <a:pt x="3633" y="1558"/>
                  </a:lnTo>
                  <a:lnTo>
                    <a:pt x="3367" y="1558"/>
                  </a:lnTo>
                  <a:lnTo>
                    <a:pt x="3510" y="1336"/>
                  </a:lnTo>
                  <a:close/>
                  <a:moveTo>
                    <a:pt x="1726" y="2484"/>
                  </a:moveTo>
                  <a:lnTo>
                    <a:pt x="1558" y="2770"/>
                  </a:lnTo>
                  <a:lnTo>
                    <a:pt x="1395" y="2484"/>
                  </a:lnTo>
                  <a:close/>
                  <a:moveTo>
                    <a:pt x="5625" y="2484"/>
                  </a:moveTo>
                  <a:lnTo>
                    <a:pt x="5462" y="2770"/>
                  </a:lnTo>
                  <a:lnTo>
                    <a:pt x="5299" y="2484"/>
                  </a:lnTo>
                  <a:close/>
                  <a:moveTo>
                    <a:pt x="1538" y="4560"/>
                  </a:moveTo>
                  <a:lnTo>
                    <a:pt x="1745" y="4929"/>
                  </a:lnTo>
                  <a:lnTo>
                    <a:pt x="1311" y="4929"/>
                  </a:lnTo>
                  <a:lnTo>
                    <a:pt x="1538" y="4560"/>
                  </a:lnTo>
                  <a:close/>
                  <a:moveTo>
                    <a:pt x="4210" y="2484"/>
                  </a:moveTo>
                  <a:lnTo>
                    <a:pt x="4949" y="3677"/>
                  </a:lnTo>
                  <a:lnTo>
                    <a:pt x="4210" y="4929"/>
                  </a:lnTo>
                  <a:lnTo>
                    <a:pt x="2815" y="4929"/>
                  </a:lnTo>
                  <a:lnTo>
                    <a:pt x="2076" y="3677"/>
                  </a:lnTo>
                  <a:lnTo>
                    <a:pt x="2815" y="2484"/>
                  </a:lnTo>
                  <a:close/>
                  <a:moveTo>
                    <a:pt x="5482" y="4560"/>
                  </a:moveTo>
                  <a:lnTo>
                    <a:pt x="5708" y="4929"/>
                  </a:lnTo>
                  <a:lnTo>
                    <a:pt x="5280" y="4929"/>
                  </a:lnTo>
                  <a:lnTo>
                    <a:pt x="5482" y="4560"/>
                  </a:lnTo>
                  <a:close/>
                  <a:moveTo>
                    <a:pt x="3678" y="5851"/>
                  </a:moveTo>
                  <a:lnTo>
                    <a:pt x="3510" y="6142"/>
                  </a:lnTo>
                  <a:lnTo>
                    <a:pt x="3347" y="5851"/>
                  </a:lnTo>
                  <a:close/>
                  <a:moveTo>
                    <a:pt x="3510" y="0"/>
                  </a:moveTo>
                  <a:cubicBezTo>
                    <a:pt x="3347" y="0"/>
                    <a:pt x="3204" y="79"/>
                    <a:pt x="3121" y="202"/>
                  </a:cubicBezTo>
                  <a:lnTo>
                    <a:pt x="2297" y="1558"/>
                  </a:lnTo>
                  <a:lnTo>
                    <a:pt x="572" y="1558"/>
                  </a:lnTo>
                  <a:cubicBezTo>
                    <a:pt x="409" y="1558"/>
                    <a:pt x="266" y="1642"/>
                    <a:pt x="183" y="1784"/>
                  </a:cubicBezTo>
                  <a:cubicBezTo>
                    <a:pt x="104" y="1927"/>
                    <a:pt x="104" y="2115"/>
                    <a:pt x="183" y="2258"/>
                  </a:cubicBezTo>
                  <a:lnTo>
                    <a:pt x="1006" y="3653"/>
                  </a:lnTo>
                  <a:lnTo>
                    <a:pt x="104" y="5132"/>
                  </a:lnTo>
                  <a:cubicBezTo>
                    <a:pt x="0" y="5279"/>
                    <a:pt x="0" y="5462"/>
                    <a:pt x="79" y="5605"/>
                  </a:cubicBezTo>
                  <a:cubicBezTo>
                    <a:pt x="163" y="5748"/>
                    <a:pt x="326" y="5851"/>
                    <a:pt x="493" y="5851"/>
                  </a:cubicBezTo>
                  <a:lnTo>
                    <a:pt x="2278" y="5851"/>
                  </a:lnTo>
                  <a:lnTo>
                    <a:pt x="3121" y="7291"/>
                  </a:lnTo>
                  <a:cubicBezTo>
                    <a:pt x="3204" y="7434"/>
                    <a:pt x="3347" y="7517"/>
                    <a:pt x="3510" y="7517"/>
                  </a:cubicBezTo>
                  <a:cubicBezTo>
                    <a:pt x="3678" y="7517"/>
                    <a:pt x="3821" y="7434"/>
                    <a:pt x="3899" y="7291"/>
                  </a:cubicBezTo>
                  <a:lnTo>
                    <a:pt x="4742" y="5851"/>
                  </a:lnTo>
                  <a:lnTo>
                    <a:pt x="6532" y="5851"/>
                  </a:lnTo>
                  <a:cubicBezTo>
                    <a:pt x="6694" y="5851"/>
                    <a:pt x="6857" y="5748"/>
                    <a:pt x="6941" y="5605"/>
                  </a:cubicBezTo>
                  <a:cubicBezTo>
                    <a:pt x="7025" y="5462"/>
                    <a:pt x="7025" y="5279"/>
                    <a:pt x="6921" y="5132"/>
                  </a:cubicBezTo>
                  <a:lnTo>
                    <a:pt x="6019" y="3653"/>
                  </a:lnTo>
                  <a:lnTo>
                    <a:pt x="6837" y="2258"/>
                  </a:lnTo>
                  <a:cubicBezTo>
                    <a:pt x="6921" y="2115"/>
                    <a:pt x="6921" y="1927"/>
                    <a:pt x="6837" y="1784"/>
                  </a:cubicBezTo>
                  <a:cubicBezTo>
                    <a:pt x="6758" y="1642"/>
                    <a:pt x="6591" y="1558"/>
                    <a:pt x="6428" y="1558"/>
                  </a:cubicBezTo>
                  <a:lnTo>
                    <a:pt x="4723" y="1558"/>
                  </a:lnTo>
                  <a:lnTo>
                    <a:pt x="3899" y="202"/>
                  </a:lnTo>
                  <a:cubicBezTo>
                    <a:pt x="3821" y="79"/>
                    <a:pt x="3678" y="0"/>
                    <a:pt x="3510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3738093" y="5008853"/>
              <a:ext cx="431340" cy="285904"/>
            </a:xfrm>
            <a:custGeom>
              <a:avLst/>
              <a:gdLst/>
              <a:ahLst/>
              <a:cxnLst/>
              <a:rect l="l" t="t" r="r" b="b"/>
              <a:pathLst>
                <a:path w="26126" h="17317" extrusionOk="0">
                  <a:moveTo>
                    <a:pt x="18653" y="927"/>
                  </a:moveTo>
                  <a:cubicBezTo>
                    <a:pt x="19432" y="927"/>
                    <a:pt x="20087" y="1523"/>
                    <a:pt x="20151" y="2302"/>
                  </a:cubicBezTo>
                  <a:cubicBezTo>
                    <a:pt x="19742" y="1972"/>
                    <a:pt x="19205" y="1789"/>
                    <a:pt x="18653" y="1789"/>
                  </a:cubicBezTo>
                  <a:lnTo>
                    <a:pt x="3742" y="1789"/>
                  </a:lnTo>
                  <a:cubicBezTo>
                    <a:pt x="3185" y="1789"/>
                    <a:pt x="2652" y="1972"/>
                    <a:pt x="2243" y="2302"/>
                  </a:cubicBezTo>
                  <a:cubicBezTo>
                    <a:pt x="2302" y="1523"/>
                    <a:pt x="2958" y="927"/>
                    <a:pt x="3742" y="927"/>
                  </a:cubicBezTo>
                  <a:close/>
                  <a:moveTo>
                    <a:pt x="1913" y="10845"/>
                  </a:moveTo>
                  <a:lnTo>
                    <a:pt x="1913" y="12200"/>
                  </a:lnTo>
                  <a:lnTo>
                    <a:pt x="1602" y="12200"/>
                  </a:lnTo>
                  <a:cubicBezTo>
                    <a:pt x="1232" y="12200"/>
                    <a:pt x="927" y="11895"/>
                    <a:pt x="927" y="11525"/>
                  </a:cubicBezTo>
                  <a:cubicBezTo>
                    <a:pt x="927" y="11155"/>
                    <a:pt x="1232" y="10845"/>
                    <a:pt x="1602" y="10845"/>
                  </a:cubicBezTo>
                  <a:close/>
                  <a:moveTo>
                    <a:pt x="20644" y="10845"/>
                  </a:moveTo>
                  <a:cubicBezTo>
                    <a:pt x="21034" y="10845"/>
                    <a:pt x="21320" y="11155"/>
                    <a:pt x="21320" y="11525"/>
                  </a:cubicBezTo>
                  <a:cubicBezTo>
                    <a:pt x="21320" y="11895"/>
                    <a:pt x="21034" y="12200"/>
                    <a:pt x="20644" y="12200"/>
                  </a:cubicBezTo>
                  <a:lnTo>
                    <a:pt x="20334" y="12200"/>
                  </a:lnTo>
                  <a:lnTo>
                    <a:pt x="20334" y="10845"/>
                  </a:lnTo>
                  <a:close/>
                  <a:moveTo>
                    <a:pt x="18653" y="2711"/>
                  </a:moveTo>
                  <a:cubicBezTo>
                    <a:pt x="19146" y="2711"/>
                    <a:pt x="19575" y="2938"/>
                    <a:pt x="19865" y="3327"/>
                  </a:cubicBezTo>
                  <a:cubicBezTo>
                    <a:pt x="19594" y="3697"/>
                    <a:pt x="19146" y="3944"/>
                    <a:pt x="18653" y="3944"/>
                  </a:cubicBezTo>
                  <a:lnTo>
                    <a:pt x="16331" y="3944"/>
                  </a:lnTo>
                  <a:cubicBezTo>
                    <a:pt x="16065" y="3944"/>
                    <a:pt x="15858" y="4151"/>
                    <a:pt x="15858" y="4397"/>
                  </a:cubicBezTo>
                  <a:cubicBezTo>
                    <a:pt x="15858" y="4663"/>
                    <a:pt x="16065" y="4870"/>
                    <a:pt x="16331" y="4870"/>
                  </a:cubicBezTo>
                  <a:lnTo>
                    <a:pt x="18653" y="4870"/>
                  </a:lnTo>
                  <a:cubicBezTo>
                    <a:pt x="19205" y="4870"/>
                    <a:pt x="19718" y="4683"/>
                    <a:pt x="20132" y="4377"/>
                  </a:cubicBezTo>
                  <a:lnTo>
                    <a:pt x="20132" y="4377"/>
                  </a:lnTo>
                  <a:cubicBezTo>
                    <a:pt x="19964" y="5033"/>
                    <a:pt x="19373" y="5546"/>
                    <a:pt x="18653" y="5546"/>
                  </a:cubicBezTo>
                  <a:lnTo>
                    <a:pt x="8548" y="5546"/>
                  </a:lnTo>
                  <a:cubicBezTo>
                    <a:pt x="8301" y="5546"/>
                    <a:pt x="8074" y="5753"/>
                    <a:pt x="8074" y="5999"/>
                  </a:cubicBezTo>
                  <a:cubicBezTo>
                    <a:pt x="8074" y="6265"/>
                    <a:pt x="8301" y="6472"/>
                    <a:pt x="8548" y="6472"/>
                  </a:cubicBezTo>
                  <a:lnTo>
                    <a:pt x="18303" y="6472"/>
                  </a:lnTo>
                  <a:lnTo>
                    <a:pt x="17499" y="7458"/>
                  </a:lnTo>
                  <a:lnTo>
                    <a:pt x="15878" y="7458"/>
                  </a:lnTo>
                  <a:cubicBezTo>
                    <a:pt x="15631" y="7458"/>
                    <a:pt x="15404" y="7660"/>
                    <a:pt x="15404" y="7907"/>
                  </a:cubicBezTo>
                  <a:cubicBezTo>
                    <a:pt x="15404" y="8178"/>
                    <a:pt x="15631" y="8380"/>
                    <a:pt x="15878" y="8380"/>
                  </a:cubicBezTo>
                  <a:lnTo>
                    <a:pt x="17278" y="8380"/>
                  </a:lnTo>
                  <a:cubicBezTo>
                    <a:pt x="18466" y="8380"/>
                    <a:pt x="19412" y="9346"/>
                    <a:pt x="19412" y="10519"/>
                  </a:cubicBezTo>
                  <a:lnTo>
                    <a:pt x="19412" y="14236"/>
                  </a:lnTo>
                  <a:cubicBezTo>
                    <a:pt x="19412" y="15424"/>
                    <a:pt x="18466" y="16390"/>
                    <a:pt x="17278" y="16390"/>
                  </a:cubicBezTo>
                  <a:lnTo>
                    <a:pt x="4994" y="16390"/>
                  </a:lnTo>
                  <a:cubicBezTo>
                    <a:pt x="3801" y="16390"/>
                    <a:pt x="2835" y="15424"/>
                    <a:pt x="2835" y="14236"/>
                  </a:cubicBezTo>
                  <a:lnTo>
                    <a:pt x="2835" y="10519"/>
                  </a:lnTo>
                  <a:cubicBezTo>
                    <a:pt x="2835" y="9346"/>
                    <a:pt x="3801" y="8380"/>
                    <a:pt x="4994" y="8380"/>
                  </a:cubicBezTo>
                  <a:lnTo>
                    <a:pt x="6389" y="8380"/>
                  </a:lnTo>
                  <a:cubicBezTo>
                    <a:pt x="6635" y="8380"/>
                    <a:pt x="6842" y="8178"/>
                    <a:pt x="6842" y="7907"/>
                  </a:cubicBezTo>
                  <a:cubicBezTo>
                    <a:pt x="6842" y="7660"/>
                    <a:pt x="6635" y="7458"/>
                    <a:pt x="6389" y="7458"/>
                  </a:cubicBezTo>
                  <a:lnTo>
                    <a:pt x="4767" y="7458"/>
                  </a:lnTo>
                  <a:lnTo>
                    <a:pt x="3968" y="6472"/>
                  </a:lnTo>
                  <a:lnTo>
                    <a:pt x="6699" y="6472"/>
                  </a:lnTo>
                  <a:cubicBezTo>
                    <a:pt x="6946" y="6472"/>
                    <a:pt x="7148" y="6265"/>
                    <a:pt x="7148" y="5999"/>
                  </a:cubicBezTo>
                  <a:cubicBezTo>
                    <a:pt x="7148" y="5753"/>
                    <a:pt x="6946" y="5546"/>
                    <a:pt x="6699" y="5546"/>
                  </a:cubicBezTo>
                  <a:lnTo>
                    <a:pt x="3742" y="5546"/>
                  </a:lnTo>
                  <a:cubicBezTo>
                    <a:pt x="3022" y="5546"/>
                    <a:pt x="2425" y="5033"/>
                    <a:pt x="2263" y="4377"/>
                  </a:cubicBezTo>
                  <a:lnTo>
                    <a:pt x="2263" y="4377"/>
                  </a:lnTo>
                  <a:cubicBezTo>
                    <a:pt x="2672" y="4683"/>
                    <a:pt x="3185" y="4870"/>
                    <a:pt x="3742" y="4870"/>
                  </a:cubicBezTo>
                  <a:lnTo>
                    <a:pt x="14483" y="4870"/>
                  </a:lnTo>
                  <a:cubicBezTo>
                    <a:pt x="14729" y="4870"/>
                    <a:pt x="14936" y="4663"/>
                    <a:pt x="14936" y="4397"/>
                  </a:cubicBezTo>
                  <a:cubicBezTo>
                    <a:pt x="14936" y="4151"/>
                    <a:pt x="14729" y="3944"/>
                    <a:pt x="14483" y="3944"/>
                  </a:cubicBezTo>
                  <a:lnTo>
                    <a:pt x="3742" y="3944"/>
                  </a:lnTo>
                  <a:cubicBezTo>
                    <a:pt x="3249" y="3944"/>
                    <a:pt x="2795" y="3697"/>
                    <a:pt x="2529" y="3327"/>
                  </a:cubicBezTo>
                  <a:cubicBezTo>
                    <a:pt x="2795" y="2938"/>
                    <a:pt x="3249" y="2711"/>
                    <a:pt x="3742" y="2711"/>
                  </a:cubicBezTo>
                  <a:close/>
                  <a:moveTo>
                    <a:pt x="3742" y="0"/>
                  </a:moveTo>
                  <a:cubicBezTo>
                    <a:pt x="2406" y="0"/>
                    <a:pt x="1297" y="1089"/>
                    <a:pt x="1297" y="2425"/>
                  </a:cubicBezTo>
                  <a:lnTo>
                    <a:pt x="1297" y="4027"/>
                  </a:lnTo>
                  <a:cubicBezTo>
                    <a:pt x="1297" y="4929"/>
                    <a:pt x="1790" y="5713"/>
                    <a:pt x="2529" y="6142"/>
                  </a:cubicBezTo>
                  <a:lnTo>
                    <a:pt x="3781" y="7705"/>
                  </a:lnTo>
                  <a:cubicBezTo>
                    <a:pt x="2879" y="8094"/>
                    <a:pt x="2179" y="8917"/>
                    <a:pt x="1972" y="9923"/>
                  </a:cubicBezTo>
                  <a:lnTo>
                    <a:pt x="1602" y="9923"/>
                  </a:lnTo>
                  <a:cubicBezTo>
                    <a:pt x="720" y="9923"/>
                    <a:pt x="0" y="10643"/>
                    <a:pt x="0" y="11525"/>
                  </a:cubicBezTo>
                  <a:cubicBezTo>
                    <a:pt x="0" y="12407"/>
                    <a:pt x="720" y="13127"/>
                    <a:pt x="1602" y="13127"/>
                  </a:cubicBezTo>
                  <a:lnTo>
                    <a:pt x="1913" y="13127"/>
                  </a:lnTo>
                  <a:lnTo>
                    <a:pt x="1913" y="14236"/>
                  </a:lnTo>
                  <a:cubicBezTo>
                    <a:pt x="1913" y="15942"/>
                    <a:pt x="3308" y="17317"/>
                    <a:pt x="4994" y="17317"/>
                  </a:cubicBezTo>
                  <a:lnTo>
                    <a:pt x="17278" y="17317"/>
                  </a:lnTo>
                  <a:cubicBezTo>
                    <a:pt x="18958" y="17317"/>
                    <a:pt x="20334" y="15942"/>
                    <a:pt x="20334" y="14236"/>
                  </a:cubicBezTo>
                  <a:lnTo>
                    <a:pt x="20334" y="13127"/>
                  </a:lnTo>
                  <a:lnTo>
                    <a:pt x="20644" y="13127"/>
                  </a:lnTo>
                  <a:cubicBezTo>
                    <a:pt x="21384" y="13127"/>
                    <a:pt x="22000" y="12634"/>
                    <a:pt x="22207" y="11954"/>
                  </a:cubicBezTo>
                  <a:lnTo>
                    <a:pt x="23661" y="11954"/>
                  </a:lnTo>
                  <a:cubicBezTo>
                    <a:pt x="23868" y="11954"/>
                    <a:pt x="24031" y="12121"/>
                    <a:pt x="24031" y="12323"/>
                  </a:cubicBezTo>
                  <a:lnTo>
                    <a:pt x="24031" y="12511"/>
                  </a:lnTo>
                  <a:cubicBezTo>
                    <a:pt x="24031" y="12713"/>
                    <a:pt x="23868" y="12880"/>
                    <a:pt x="23661" y="12880"/>
                  </a:cubicBezTo>
                  <a:cubicBezTo>
                    <a:pt x="22966" y="12880"/>
                    <a:pt x="22370" y="13452"/>
                    <a:pt x="22370" y="14172"/>
                  </a:cubicBezTo>
                  <a:lnTo>
                    <a:pt x="22370" y="14295"/>
                  </a:lnTo>
                  <a:cubicBezTo>
                    <a:pt x="22370" y="14995"/>
                    <a:pt x="22966" y="15592"/>
                    <a:pt x="23661" y="15592"/>
                  </a:cubicBezTo>
                  <a:lnTo>
                    <a:pt x="25677" y="15592"/>
                  </a:lnTo>
                  <a:cubicBezTo>
                    <a:pt x="25924" y="15592"/>
                    <a:pt x="26126" y="15385"/>
                    <a:pt x="26126" y="15118"/>
                  </a:cubicBezTo>
                  <a:cubicBezTo>
                    <a:pt x="26126" y="14872"/>
                    <a:pt x="25924" y="14665"/>
                    <a:pt x="25677" y="14665"/>
                  </a:cubicBezTo>
                  <a:lnTo>
                    <a:pt x="23661" y="14665"/>
                  </a:lnTo>
                  <a:cubicBezTo>
                    <a:pt x="23479" y="14665"/>
                    <a:pt x="23291" y="14502"/>
                    <a:pt x="23291" y="14295"/>
                  </a:cubicBezTo>
                  <a:lnTo>
                    <a:pt x="23291" y="14172"/>
                  </a:lnTo>
                  <a:cubicBezTo>
                    <a:pt x="23291" y="13970"/>
                    <a:pt x="23479" y="13802"/>
                    <a:pt x="23661" y="13802"/>
                  </a:cubicBezTo>
                  <a:cubicBezTo>
                    <a:pt x="24381" y="13802"/>
                    <a:pt x="24957" y="13206"/>
                    <a:pt x="24957" y="12511"/>
                  </a:cubicBezTo>
                  <a:lnTo>
                    <a:pt x="24957" y="12323"/>
                  </a:lnTo>
                  <a:cubicBezTo>
                    <a:pt x="24957" y="11604"/>
                    <a:pt x="24381" y="11032"/>
                    <a:pt x="23661" y="11032"/>
                  </a:cubicBezTo>
                  <a:lnTo>
                    <a:pt x="22182" y="11032"/>
                  </a:lnTo>
                  <a:cubicBezTo>
                    <a:pt x="21980" y="10371"/>
                    <a:pt x="21364" y="9923"/>
                    <a:pt x="20644" y="9923"/>
                  </a:cubicBezTo>
                  <a:lnTo>
                    <a:pt x="20294" y="9923"/>
                  </a:lnTo>
                  <a:cubicBezTo>
                    <a:pt x="20087" y="8917"/>
                    <a:pt x="19392" y="8094"/>
                    <a:pt x="18485" y="7705"/>
                  </a:cubicBezTo>
                  <a:lnTo>
                    <a:pt x="19718" y="6226"/>
                  </a:lnTo>
                  <a:cubicBezTo>
                    <a:pt x="20521" y="5836"/>
                    <a:pt x="21073" y="4994"/>
                    <a:pt x="21073" y="4027"/>
                  </a:cubicBezTo>
                  <a:lnTo>
                    <a:pt x="21073" y="2425"/>
                  </a:lnTo>
                  <a:cubicBezTo>
                    <a:pt x="21073" y="1089"/>
                    <a:pt x="19989" y="0"/>
                    <a:pt x="186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3860184" y="4926475"/>
              <a:ext cx="74312" cy="74245"/>
            </a:xfrm>
            <a:custGeom>
              <a:avLst/>
              <a:gdLst/>
              <a:ahLst/>
              <a:cxnLst/>
              <a:rect l="l" t="t" r="r" b="b"/>
              <a:pathLst>
                <a:path w="4501" h="4497" extrusionOk="0">
                  <a:moveTo>
                    <a:pt x="2263" y="922"/>
                  </a:moveTo>
                  <a:cubicBezTo>
                    <a:pt x="3002" y="922"/>
                    <a:pt x="3574" y="1519"/>
                    <a:pt x="3574" y="2239"/>
                  </a:cubicBezTo>
                  <a:cubicBezTo>
                    <a:pt x="3574" y="2978"/>
                    <a:pt x="3002" y="3574"/>
                    <a:pt x="2263" y="3574"/>
                  </a:cubicBezTo>
                  <a:cubicBezTo>
                    <a:pt x="1523" y="3574"/>
                    <a:pt x="927" y="2978"/>
                    <a:pt x="927" y="2239"/>
                  </a:cubicBezTo>
                  <a:cubicBezTo>
                    <a:pt x="927" y="1519"/>
                    <a:pt x="1523" y="922"/>
                    <a:pt x="2263" y="922"/>
                  </a:cubicBezTo>
                  <a:close/>
                  <a:moveTo>
                    <a:pt x="2263" y="1"/>
                  </a:moveTo>
                  <a:cubicBezTo>
                    <a:pt x="1030" y="1"/>
                    <a:pt x="0" y="1006"/>
                    <a:pt x="0" y="2239"/>
                  </a:cubicBezTo>
                  <a:cubicBezTo>
                    <a:pt x="0" y="3491"/>
                    <a:pt x="1030" y="4496"/>
                    <a:pt x="2263" y="4496"/>
                  </a:cubicBezTo>
                  <a:cubicBezTo>
                    <a:pt x="3495" y="4496"/>
                    <a:pt x="4501" y="3491"/>
                    <a:pt x="4501" y="2239"/>
                  </a:cubicBezTo>
                  <a:cubicBezTo>
                    <a:pt x="4501" y="1006"/>
                    <a:pt x="3495" y="1"/>
                    <a:pt x="226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3980228" y="4896935"/>
              <a:ext cx="51940" cy="51940"/>
            </a:xfrm>
            <a:custGeom>
              <a:avLst/>
              <a:gdLst/>
              <a:ahLst/>
              <a:cxnLst/>
              <a:rect l="l" t="t" r="r" b="b"/>
              <a:pathLst>
                <a:path w="3146" h="3146" extrusionOk="0">
                  <a:moveTo>
                    <a:pt x="1583" y="927"/>
                  </a:moveTo>
                  <a:cubicBezTo>
                    <a:pt x="1933" y="927"/>
                    <a:pt x="2219" y="1213"/>
                    <a:pt x="2219" y="1563"/>
                  </a:cubicBezTo>
                  <a:cubicBezTo>
                    <a:pt x="2219" y="1933"/>
                    <a:pt x="1933" y="2218"/>
                    <a:pt x="1583" y="2218"/>
                  </a:cubicBezTo>
                  <a:cubicBezTo>
                    <a:pt x="1233" y="2218"/>
                    <a:pt x="928" y="1933"/>
                    <a:pt x="928" y="1563"/>
                  </a:cubicBezTo>
                  <a:cubicBezTo>
                    <a:pt x="928" y="1213"/>
                    <a:pt x="1233" y="927"/>
                    <a:pt x="1583" y="927"/>
                  </a:cubicBezTo>
                  <a:close/>
                  <a:moveTo>
                    <a:pt x="1583" y="0"/>
                  </a:moveTo>
                  <a:cubicBezTo>
                    <a:pt x="721" y="0"/>
                    <a:pt x="1" y="700"/>
                    <a:pt x="1" y="1563"/>
                  </a:cubicBezTo>
                  <a:cubicBezTo>
                    <a:pt x="1" y="2425"/>
                    <a:pt x="721" y="3145"/>
                    <a:pt x="1583" y="3145"/>
                  </a:cubicBezTo>
                  <a:cubicBezTo>
                    <a:pt x="2446" y="3145"/>
                    <a:pt x="3146" y="2425"/>
                    <a:pt x="3146" y="1563"/>
                  </a:cubicBezTo>
                  <a:cubicBezTo>
                    <a:pt x="3146" y="700"/>
                    <a:pt x="2446" y="0"/>
                    <a:pt x="158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3931401" y="4773871"/>
              <a:ext cx="96699" cy="96617"/>
            </a:xfrm>
            <a:custGeom>
              <a:avLst/>
              <a:gdLst/>
              <a:ahLst/>
              <a:cxnLst/>
              <a:rect l="l" t="t" r="r" b="b"/>
              <a:pathLst>
                <a:path w="5857" h="5852" extrusionOk="0">
                  <a:moveTo>
                    <a:pt x="2938" y="922"/>
                  </a:moveTo>
                  <a:cubicBezTo>
                    <a:pt x="4047" y="922"/>
                    <a:pt x="4930" y="1804"/>
                    <a:pt x="4930" y="2913"/>
                  </a:cubicBezTo>
                  <a:cubicBezTo>
                    <a:pt x="4930" y="4022"/>
                    <a:pt x="4047" y="4929"/>
                    <a:pt x="2938" y="4929"/>
                  </a:cubicBezTo>
                  <a:cubicBezTo>
                    <a:pt x="1829" y="4929"/>
                    <a:pt x="927" y="4022"/>
                    <a:pt x="927" y="2913"/>
                  </a:cubicBezTo>
                  <a:cubicBezTo>
                    <a:pt x="927" y="1804"/>
                    <a:pt x="1829" y="922"/>
                    <a:pt x="2938" y="922"/>
                  </a:cubicBezTo>
                  <a:close/>
                  <a:moveTo>
                    <a:pt x="2938" y="0"/>
                  </a:moveTo>
                  <a:cubicBezTo>
                    <a:pt x="1317" y="0"/>
                    <a:pt x="0" y="1311"/>
                    <a:pt x="0" y="2913"/>
                  </a:cubicBezTo>
                  <a:cubicBezTo>
                    <a:pt x="0" y="4540"/>
                    <a:pt x="1317" y="5851"/>
                    <a:pt x="2938" y="5851"/>
                  </a:cubicBezTo>
                  <a:cubicBezTo>
                    <a:pt x="4560" y="5851"/>
                    <a:pt x="5856" y="4540"/>
                    <a:pt x="5856" y="2913"/>
                  </a:cubicBezTo>
                  <a:cubicBezTo>
                    <a:pt x="5856" y="1311"/>
                    <a:pt x="4560" y="0"/>
                    <a:pt x="293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3790024" y="4921356"/>
              <a:ext cx="23362" cy="15305"/>
            </a:xfrm>
            <a:custGeom>
              <a:avLst/>
              <a:gdLst/>
              <a:ahLst/>
              <a:cxnLst/>
              <a:rect l="l" t="t" r="r" b="b"/>
              <a:pathLst>
                <a:path w="1415" h="927" extrusionOk="0">
                  <a:moveTo>
                    <a:pt x="473" y="0"/>
                  </a:moveTo>
                  <a:cubicBezTo>
                    <a:pt x="227" y="0"/>
                    <a:pt x="0" y="207"/>
                    <a:pt x="0" y="454"/>
                  </a:cubicBezTo>
                  <a:cubicBezTo>
                    <a:pt x="0" y="720"/>
                    <a:pt x="227" y="927"/>
                    <a:pt x="473" y="927"/>
                  </a:cubicBezTo>
                  <a:lnTo>
                    <a:pt x="966" y="927"/>
                  </a:lnTo>
                  <a:cubicBezTo>
                    <a:pt x="1213" y="927"/>
                    <a:pt x="1415" y="720"/>
                    <a:pt x="1415" y="454"/>
                  </a:cubicBezTo>
                  <a:cubicBezTo>
                    <a:pt x="1415" y="207"/>
                    <a:pt x="1213" y="0"/>
                    <a:pt x="96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4148157" y="5094303"/>
              <a:ext cx="15239" cy="23461"/>
            </a:xfrm>
            <a:custGeom>
              <a:avLst/>
              <a:gdLst/>
              <a:ahLst/>
              <a:cxnLst/>
              <a:rect l="l" t="t" r="r" b="b"/>
              <a:pathLst>
                <a:path w="923" h="1421" extrusionOk="0">
                  <a:moveTo>
                    <a:pt x="473" y="1"/>
                  </a:moveTo>
                  <a:cubicBezTo>
                    <a:pt x="227" y="1"/>
                    <a:pt x="0" y="208"/>
                    <a:pt x="0" y="454"/>
                  </a:cubicBezTo>
                  <a:lnTo>
                    <a:pt x="0" y="947"/>
                  </a:lnTo>
                  <a:cubicBezTo>
                    <a:pt x="0" y="1214"/>
                    <a:pt x="227" y="1421"/>
                    <a:pt x="473" y="1421"/>
                  </a:cubicBezTo>
                  <a:cubicBezTo>
                    <a:pt x="720" y="1421"/>
                    <a:pt x="922" y="1214"/>
                    <a:pt x="922" y="947"/>
                  </a:cubicBezTo>
                  <a:lnTo>
                    <a:pt x="922" y="454"/>
                  </a:lnTo>
                  <a:cubicBezTo>
                    <a:pt x="922" y="208"/>
                    <a:pt x="720" y="1"/>
                    <a:pt x="47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4166469" y="5121828"/>
              <a:ext cx="23378" cy="15222"/>
            </a:xfrm>
            <a:custGeom>
              <a:avLst/>
              <a:gdLst/>
              <a:ahLst/>
              <a:cxnLst/>
              <a:rect l="l" t="t" r="r" b="b"/>
              <a:pathLst>
                <a:path w="1416" h="922" extrusionOk="0">
                  <a:moveTo>
                    <a:pt x="474" y="0"/>
                  </a:moveTo>
                  <a:cubicBezTo>
                    <a:pt x="227" y="0"/>
                    <a:pt x="0" y="202"/>
                    <a:pt x="0" y="449"/>
                  </a:cubicBezTo>
                  <a:cubicBezTo>
                    <a:pt x="0" y="720"/>
                    <a:pt x="227" y="922"/>
                    <a:pt x="474" y="922"/>
                  </a:cubicBezTo>
                  <a:lnTo>
                    <a:pt x="967" y="922"/>
                  </a:lnTo>
                  <a:cubicBezTo>
                    <a:pt x="1213" y="922"/>
                    <a:pt x="1415" y="720"/>
                    <a:pt x="1415" y="449"/>
                  </a:cubicBezTo>
                  <a:cubicBezTo>
                    <a:pt x="1415" y="202"/>
                    <a:pt x="1213" y="0"/>
                    <a:pt x="96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4147100" y="5140140"/>
              <a:ext cx="15305" cy="23362"/>
            </a:xfrm>
            <a:custGeom>
              <a:avLst/>
              <a:gdLst/>
              <a:ahLst/>
              <a:cxnLst/>
              <a:rect l="l" t="t" r="r" b="b"/>
              <a:pathLst>
                <a:path w="927" h="1415" extrusionOk="0">
                  <a:moveTo>
                    <a:pt x="473" y="0"/>
                  </a:moveTo>
                  <a:cubicBezTo>
                    <a:pt x="227" y="0"/>
                    <a:pt x="0" y="202"/>
                    <a:pt x="0" y="449"/>
                  </a:cubicBezTo>
                  <a:lnTo>
                    <a:pt x="0" y="942"/>
                  </a:lnTo>
                  <a:cubicBezTo>
                    <a:pt x="0" y="1213"/>
                    <a:pt x="227" y="1415"/>
                    <a:pt x="473" y="1415"/>
                  </a:cubicBezTo>
                  <a:cubicBezTo>
                    <a:pt x="720" y="1415"/>
                    <a:pt x="927" y="1213"/>
                    <a:pt x="927" y="942"/>
                  </a:cubicBezTo>
                  <a:lnTo>
                    <a:pt x="927" y="449"/>
                  </a:lnTo>
                  <a:cubicBezTo>
                    <a:pt x="927" y="202"/>
                    <a:pt x="720" y="0"/>
                    <a:pt x="47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4120648" y="5120755"/>
              <a:ext cx="23444" cy="15321"/>
            </a:xfrm>
            <a:custGeom>
              <a:avLst/>
              <a:gdLst/>
              <a:ahLst/>
              <a:cxnLst/>
              <a:rect l="l" t="t" r="r" b="b"/>
              <a:pathLst>
                <a:path w="1420" h="928" extrusionOk="0">
                  <a:moveTo>
                    <a:pt x="473" y="1"/>
                  </a:moveTo>
                  <a:cubicBezTo>
                    <a:pt x="227" y="1"/>
                    <a:pt x="0" y="208"/>
                    <a:pt x="0" y="454"/>
                  </a:cubicBezTo>
                  <a:cubicBezTo>
                    <a:pt x="0" y="721"/>
                    <a:pt x="227" y="928"/>
                    <a:pt x="473" y="928"/>
                  </a:cubicBezTo>
                  <a:lnTo>
                    <a:pt x="966" y="928"/>
                  </a:lnTo>
                  <a:cubicBezTo>
                    <a:pt x="1213" y="928"/>
                    <a:pt x="1420" y="721"/>
                    <a:pt x="1420" y="454"/>
                  </a:cubicBezTo>
                  <a:cubicBezTo>
                    <a:pt x="1420" y="208"/>
                    <a:pt x="1213" y="1"/>
                    <a:pt x="96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21"/>
          <p:cNvGrpSpPr/>
          <p:nvPr/>
        </p:nvGrpSpPr>
        <p:grpSpPr>
          <a:xfrm>
            <a:off x="1351431" y="2556517"/>
            <a:ext cx="469691" cy="420637"/>
            <a:chOff x="5901125" y="3318848"/>
            <a:chExt cx="634717" cy="562725"/>
          </a:xfrm>
        </p:grpSpPr>
        <p:sp>
          <p:nvSpPr>
            <p:cNvPr id="496" name="Google Shape;496;p21"/>
            <p:cNvSpPr/>
            <p:nvPr/>
          </p:nvSpPr>
          <p:spPr>
            <a:xfrm>
              <a:off x="5948362" y="3678596"/>
              <a:ext cx="168735" cy="162134"/>
            </a:xfrm>
            <a:custGeom>
              <a:avLst/>
              <a:gdLst/>
              <a:ahLst/>
              <a:cxnLst/>
              <a:rect l="l" t="t" r="r" b="b"/>
              <a:pathLst>
                <a:path w="409" h="393" extrusionOk="0">
                  <a:moveTo>
                    <a:pt x="236" y="0"/>
                  </a:moveTo>
                  <a:cubicBezTo>
                    <a:pt x="233" y="3"/>
                    <a:pt x="233" y="3"/>
                    <a:pt x="233" y="3"/>
                  </a:cubicBezTo>
                  <a:cubicBezTo>
                    <a:pt x="201" y="121"/>
                    <a:pt x="201" y="121"/>
                    <a:pt x="201" y="12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1" y="298"/>
                    <a:pt x="0" y="306"/>
                    <a:pt x="5" y="311"/>
                  </a:cubicBezTo>
                  <a:cubicBezTo>
                    <a:pt x="72" y="387"/>
                    <a:pt x="72" y="387"/>
                    <a:pt x="72" y="387"/>
                  </a:cubicBezTo>
                  <a:cubicBezTo>
                    <a:pt x="77" y="392"/>
                    <a:pt x="85" y="393"/>
                    <a:pt x="90" y="388"/>
                  </a:cubicBezTo>
                  <a:cubicBezTo>
                    <a:pt x="285" y="216"/>
                    <a:pt x="285" y="216"/>
                    <a:pt x="285" y="216"/>
                  </a:cubicBezTo>
                  <a:cubicBezTo>
                    <a:pt x="406" y="199"/>
                    <a:pt x="406" y="199"/>
                    <a:pt x="406" y="199"/>
                  </a:cubicBezTo>
                  <a:cubicBezTo>
                    <a:pt x="409" y="198"/>
                    <a:pt x="409" y="198"/>
                    <a:pt x="409" y="198"/>
                  </a:cubicBezTo>
                  <a:lnTo>
                    <a:pt x="236" y="0"/>
                  </a:lnTo>
                  <a:close/>
                  <a:moveTo>
                    <a:pt x="236" y="0"/>
                  </a:moveTo>
                  <a:cubicBezTo>
                    <a:pt x="236" y="0"/>
                    <a:pt x="236" y="0"/>
                    <a:pt x="236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6086568" y="3327925"/>
              <a:ext cx="439784" cy="394815"/>
            </a:xfrm>
            <a:custGeom>
              <a:avLst/>
              <a:gdLst/>
              <a:ahLst/>
              <a:cxnLst/>
              <a:rect l="l" t="t" r="r" b="b"/>
              <a:pathLst>
                <a:path w="1066" h="957" extrusionOk="0">
                  <a:moveTo>
                    <a:pt x="614" y="17"/>
                  </a:moveTo>
                  <a:cubicBezTo>
                    <a:pt x="613" y="21"/>
                    <a:pt x="613" y="21"/>
                    <a:pt x="613" y="21"/>
                  </a:cubicBezTo>
                  <a:cubicBezTo>
                    <a:pt x="607" y="60"/>
                    <a:pt x="607" y="60"/>
                    <a:pt x="607" y="60"/>
                  </a:cubicBezTo>
                  <a:cubicBezTo>
                    <a:pt x="580" y="227"/>
                    <a:pt x="496" y="378"/>
                    <a:pt x="370" y="490"/>
                  </a:cubicBezTo>
                  <a:cubicBezTo>
                    <a:pt x="0" y="817"/>
                    <a:pt x="0" y="817"/>
                    <a:pt x="0" y="817"/>
                  </a:cubicBezTo>
                  <a:cubicBezTo>
                    <a:pt x="56" y="880"/>
                    <a:pt x="56" y="880"/>
                    <a:pt x="56" y="880"/>
                  </a:cubicBezTo>
                  <a:cubicBezTo>
                    <a:pt x="124" y="957"/>
                    <a:pt x="124" y="957"/>
                    <a:pt x="124" y="957"/>
                  </a:cubicBezTo>
                  <a:cubicBezTo>
                    <a:pt x="163" y="923"/>
                    <a:pt x="163" y="923"/>
                    <a:pt x="163" y="923"/>
                  </a:cubicBezTo>
                  <a:cubicBezTo>
                    <a:pt x="494" y="631"/>
                    <a:pt x="494" y="631"/>
                    <a:pt x="494" y="631"/>
                  </a:cubicBezTo>
                  <a:cubicBezTo>
                    <a:pt x="553" y="578"/>
                    <a:pt x="620" y="536"/>
                    <a:pt x="692" y="506"/>
                  </a:cubicBezTo>
                  <a:cubicBezTo>
                    <a:pt x="696" y="504"/>
                    <a:pt x="701" y="502"/>
                    <a:pt x="706" y="500"/>
                  </a:cubicBezTo>
                  <a:cubicBezTo>
                    <a:pt x="725" y="492"/>
                    <a:pt x="745" y="485"/>
                    <a:pt x="765" y="479"/>
                  </a:cubicBezTo>
                  <a:cubicBezTo>
                    <a:pt x="775" y="476"/>
                    <a:pt x="785" y="473"/>
                    <a:pt x="795" y="471"/>
                  </a:cubicBezTo>
                  <a:cubicBezTo>
                    <a:pt x="805" y="468"/>
                    <a:pt x="815" y="466"/>
                    <a:pt x="825" y="464"/>
                  </a:cubicBezTo>
                  <a:cubicBezTo>
                    <a:pt x="835" y="462"/>
                    <a:pt x="846" y="460"/>
                    <a:pt x="856" y="458"/>
                  </a:cubicBezTo>
                  <a:cubicBezTo>
                    <a:pt x="866" y="456"/>
                    <a:pt x="875" y="455"/>
                    <a:pt x="885" y="454"/>
                  </a:cubicBezTo>
                  <a:cubicBezTo>
                    <a:pt x="906" y="451"/>
                    <a:pt x="928" y="449"/>
                    <a:pt x="950" y="448"/>
                  </a:cubicBezTo>
                  <a:cubicBezTo>
                    <a:pt x="991" y="447"/>
                    <a:pt x="991" y="447"/>
                    <a:pt x="991" y="447"/>
                  </a:cubicBezTo>
                  <a:cubicBezTo>
                    <a:pt x="993" y="447"/>
                    <a:pt x="993" y="447"/>
                    <a:pt x="993" y="447"/>
                  </a:cubicBezTo>
                  <a:cubicBezTo>
                    <a:pt x="1065" y="7"/>
                    <a:pt x="1065" y="7"/>
                    <a:pt x="1065" y="7"/>
                  </a:cubicBezTo>
                  <a:cubicBezTo>
                    <a:pt x="1066" y="0"/>
                    <a:pt x="1066" y="0"/>
                    <a:pt x="1066" y="0"/>
                  </a:cubicBezTo>
                  <a:lnTo>
                    <a:pt x="614" y="17"/>
                  </a:lnTo>
                  <a:close/>
                  <a:moveTo>
                    <a:pt x="614" y="17"/>
                  </a:moveTo>
                  <a:cubicBezTo>
                    <a:pt x="614" y="17"/>
                    <a:pt x="614" y="17"/>
                    <a:pt x="614" y="17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5910201" y="3807726"/>
              <a:ext cx="68278" cy="64771"/>
            </a:xfrm>
            <a:custGeom>
              <a:avLst/>
              <a:gdLst/>
              <a:ahLst/>
              <a:cxnLst/>
              <a:rect l="l" t="t" r="r" b="b"/>
              <a:pathLst>
                <a:path w="165" h="157" extrusionOk="0">
                  <a:moveTo>
                    <a:pt x="119" y="0"/>
                  </a:moveTo>
                  <a:cubicBezTo>
                    <a:pt x="108" y="11"/>
                    <a:pt x="108" y="11"/>
                    <a:pt x="108" y="11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0" y="15"/>
                    <a:pt x="22" y="22"/>
                    <a:pt x="20" y="31"/>
                  </a:cubicBezTo>
                  <a:cubicBezTo>
                    <a:pt x="2" y="132"/>
                    <a:pt x="2" y="132"/>
                    <a:pt x="2" y="132"/>
                  </a:cubicBezTo>
                  <a:cubicBezTo>
                    <a:pt x="0" y="145"/>
                    <a:pt x="10" y="157"/>
                    <a:pt x="23" y="157"/>
                  </a:cubicBezTo>
                  <a:cubicBezTo>
                    <a:pt x="126" y="151"/>
                    <a:pt x="126" y="151"/>
                    <a:pt x="126" y="151"/>
                  </a:cubicBezTo>
                  <a:cubicBezTo>
                    <a:pt x="135" y="151"/>
                    <a:pt x="143" y="144"/>
                    <a:pt x="145" y="134"/>
                  </a:cubicBezTo>
                  <a:cubicBezTo>
                    <a:pt x="157" y="66"/>
                    <a:pt x="157" y="66"/>
                    <a:pt x="157" y="66"/>
                  </a:cubicBezTo>
                  <a:cubicBezTo>
                    <a:pt x="165" y="53"/>
                    <a:pt x="165" y="53"/>
                    <a:pt x="165" y="53"/>
                  </a:cubicBezTo>
                  <a:lnTo>
                    <a:pt x="119" y="0"/>
                  </a:lnTo>
                  <a:close/>
                  <a:moveTo>
                    <a:pt x="119" y="0"/>
                  </a:moveTo>
                  <a:cubicBezTo>
                    <a:pt x="119" y="0"/>
                    <a:pt x="119" y="0"/>
                    <a:pt x="119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6445078" y="3327925"/>
              <a:ext cx="81273" cy="184412"/>
            </a:xfrm>
            <a:custGeom>
              <a:avLst/>
              <a:gdLst/>
              <a:ahLst/>
              <a:cxnLst/>
              <a:rect l="l" t="t" r="r" b="b"/>
              <a:pathLst>
                <a:path w="394" h="894" extrusionOk="0">
                  <a:moveTo>
                    <a:pt x="380" y="12"/>
                  </a:moveTo>
                  <a:lnTo>
                    <a:pt x="100" y="260"/>
                  </a:lnTo>
                  <a:lnTo>
                    <a:pt x="100" y="260"/>
                  </a:lnTo>
                  <a:lnTo>
                    <a:pt x="0" y="576"/>
                  </a:lnTo>
                  <a:lnTo>
                    <a:pt x="36" y="652"/>
                  </a:lnTo>
                  <a:lnTo>
                    <a:pt x="42" y="660"/>
                  </a:lnTo>
                  <a:lnTo>
                    <a:pt x="242" y="888"/>
                  </a:lnTo>
                  <a:lnTo>
                    <a:pt x="246" y="890"/>
                  </a:lnTo>
                  <a:lnTo>
                    <a:pt x="248" y="894"/>
                  </a:lnTo>
                  <a:lnTo>
                    <a:pt x="394" y="0"/>
                  </a:lnTo>
                  <a:lnTo>
                    <a:pt x="380" y="12"/>
                  </a:lnTo>
                  <a:moveTo>
                    <a:pt x="380" y="12"/>
                  </a:moveTo>
                  <a:lnTo>
                    <a:pt x="380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6017671" y="3603099"/>
              <a:ext cx="177811" cy="190600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415" y="365"/>
                  </a:moveTo>
                  <a:cubicBezTo>
                    <a:pt x="427" y="367"/>
                    <a:pt x="431" y="381"/>
                    <a:pt x="423" y="388"/>
                  </a:cubicBezTo>
                  <a:cubicBezTo>
                    <a:pt x="359" y="444"/>
                    <a:pt x="359" y="444"/>
                    <a:pt x="359" y="444"/>
                  </a:cubicBezTo>
                  <a:cubicBezTo>
                    <a:pt x="339" y="462"/>
                    <a:pt x="307" y="460"/>
                    <a:pt x="289" y="440"/>
                  </a:cubicBezTo>
                  <a:cubicBezTo>
                    <a:pt x="18" y="133"/>
                    <a:pt x="18" y="133"/>
                    <a:pt x="18" y="133"/>
                  </a:cubicBezTo>
                  <a:cubicBezTo>
                    <a:pt x="0" y="112"/>
                    <a:pt x="2" y="81"/>
                    <a:pt x="23" y="63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94" y="0"/>
                    <a:pt x="108" y="6"/>
                    <a:pt x="107" y="18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352" y="359"/>
                    <a:pt x="352" y="359"/>
                    <a:pt x="352" y="359"/>
                  </a:cubicBezTo>
                  <a:lnTo>
                    <a:pt x="415" y="365"/>
                  </a:lnTo>
                  <a:close/>
                  <a:moveTo>
                    <a:pt x="415" y="365"/>
                  </a:moveTo>
                  <a:cubicBezTo>
                    <a:pt x="415" y="365"/>
                    <a:pt x="415" y="365"/>
                    <a:pt x="415" y="36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5997456" y="3736354"/>
              <a:ext cx="59408" cy="61058"/>
            </a:xfrm>
            <a:custGeom>
              <a:avLst/>
              <a:gdLst/>
              <a:ahLst/>
              <a:cxnLst/>
              <a:rect l="l" t="t" r="r" b="b"/>
              <a:pathLst>
                <a:path w="288" h="296" extrusionOk="0">
                  <a:moveTo>
                    <a:pt x="0" y="106"/>
                  </a:moveTo>
                  <a:lnTo>
                    <a:pt x="120" y="0"/>
                  </a:lnTo>
                  <a:lnTo>
                    <a:pt x="288" y="190"/>
                  </a:lnTo>
                  <a:lnTo>
                    <a:pt x="170" y="296"/>
                  </a:lnTo>
                  <a:lnTo>
                    <a:pt x="0" y="106"/>
                  </a:lnTo>
                  <a:moveTo>
                    <a:pt x="0" y="106"/>
                  </a:moveTo>
                  <a:lnTo>
                    <a:pt x="0" y="1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6370818" y="3381557"/>
              <a:ext cx="94888" cy="83749"/>
            </a:xfrm>
            <a:custGeom>
              <a:avLst/>
              <a:gdLst/>
              <a:ahLst/>
              <a:cxnLst/>
              <a:rect l="l" t="t" r="r" b="b"/>
              <a:pathLst>
                <a:path w="460" h="406" extrusionOk="0">
                  <a:moveTo>
                    <a:pt x="460" y="0"/>
                  </a:moveTo>
                  <a:lnTo>
                    <a:pt x="396" y="392"/>
                  </a:lnTo>
                  <a:lnTo>
                    <a:pt x="0" y="406"/>
                  </a:lnTo>
                  <a:lnTo>
                    <a:pt x="62" y="16"/>
                  </a:lnTo>
                  <a:lnTo>
                    <a:pt x="460" y="0"/>
                  </a:lnTo>
                  <a:close/>
                  <a:moveTo>
                    <a:pt x="460" y="0"/>
                  </a:moveTo>
                  <a:lnTo>
                    <a:pt x="46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6370818" y="3381557"/>
              <a:ext cx="94888" cy="83749"/>
            </a:xfrm>
            <a:custGeom>
              <a:avLst/>
              <a:gdLst/>
              <a:ahLst/>
              <a:cxnLst/>
              <a:rect l="l" t="t" r="r" b="b"/>
              <a:pathLst>
                <a:path w="460" h="406" extrusionOk="0">
                  <a:moveTo>
                    <a:pt x="460" y="0"/>
                  </a:moveTo>
                  <a:lnTo>
                    <a:pt x="396" y="392"/>
                  </a:lnTo>
                  <a:lnTo>
                    <a:pt x="0" y="406"/>
                  </a:lnTo>
                  <a:lnTo>
                    <a:pt x="62" y="16"/>
                  </a:lnTo>
                  <a:lnTo>
                    <a:pt x="460" y="0"/>
                  </a:lnTo>
                  <a:moveTo>
                    <a:pt x="460" y="0"/>
                  </a:moveTo>
                  <a:lnTo>
                    <a:pt x="46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5901125" y="3318848"/>
              <a:ext cx="634717" cy="562725"/>
            </a:xfrm>
            <a:custGeom>
              <a:avLst/>
              <a:gdLst/>
              <a:ahLst/>
              <a:cxnLst/>
              <a:rect l="l" t="t" r="r" b="b"/>
              <a:pathLst>
                <a:path w="1538" h="1364" extrusionOk="0">
                  <a:moveTo>
                    <a:pt x="1532" y="8"/>
                  </a:moveTo>
                  <a:cubicBezTo>
                    <a:pt x="1527" y="3"/>
                    <a:pt x="1521" y="0"/>
                    <a:pt x="1514" y="0"/>
                  </a:cubicBezTo>
                  <a:cubicBezTo>
                    <a:pt x="1062" y="17"/>
                    <a:pt x="1062" y="17"/>
                    <a:pt x="1062" y="17"/>
                  </a:cubicBezTo>
                  <a:cubicBezTo>
                    <a:pt x="1051" y="17"/>
                    <a:pt x="1042" y="25"/>
                    <a:pt x="1041" y="36"/>
                  </a:cubicBezTo>
                  <a:cubicBezTo>
                    <a:pt x="1034" y="79"/>
                    <a:pt x="1034" y="79"/>
                    <a:pt x="1034" y="79"/>
                  </a:cubicBezTo>
                  <a:cubicBezTo>
                    <a:pt x="1008" y="239"/>
                    <a:pt x="926" y="387"/>
                    <a:pt x="804" y="495"/>
                  </a:cubicBezTo>
                  <a:cubicBezTo>
                    <a:pt x="451" y="807"/>
                    <a:pt x="451" y="807"/>
                    <a:pt x="451" y="807"/>
                  </a:cubicBezTo>
                  <a:cubicBezTo>
                    <a:pt x="410" y="760"/>
                    <a:pt x="410" y="760"/>
                    <a:pt x="410" y="760"/>
                  </a:cubicBezTo>
                  <a:cubicBezTo>
                    <a:pt x="412" y="707"/>
                    <a:pt x="412" y="707"/>
                    <a:pt x="412" y="707"/>
                  </a:cubicBezTo>
                  <a:cubicBezTo>
                    <a:pt x="412" y="693"/>
                    <a:pt x="404" y="680"/>
                    <a:pt x="391" y="674"/>
                  </a:cubicBezTo>
                  <a:cubicBezTo>
                    <a:pt x="378" y="668"/>
                    <a:pt x="363" y="670"/>
                    <a:pt x="353" y="679"/>
                  </a:cubicBezTo>
                  <a:cubicBezTo>
                    <a:pt x="290" y="735"/>
                    <a:pt x="290" y="735"/>
                    <a:pt x="290" y="735"/>
                  </a:cubicBezTo>
                  <a:cubicBezTo>
                    <a:pt x="275" y="748"/>
                    <a:pt x="267" y="765"/>
                    <a:pt x="265" y="785"/>
                  </a:cubicBezTo>
                  <a:cubicBezTo>
                    <a:pt x="264" y="804"/>
                    <a:pt x="271" y="822"/>
                    <a:pt x="283" y="837"/>
                  </a:cubicBezTo>
                  <a:cubicBezTo>
                    <a:pt x="322" y="881"/>
                    <a:pt x="322" y="881"/>
                    <a:pt x="322" y="881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105" y="1148"/>
                    <a:pt x="105" y="1148"/>
                    <a:pt x="105" y="1148"/>
                  </a:cubicBezTo>
                  <a:cubicBezTo>
                    <a:pt x="105" y="1148"/>
                    <a:pt x="105" y="1148"/>
                    <a:pt x="105" y="1148"/>
                  </a:cubicBezTo>
                  <a:cubicBezTo>
                    <a:pt x="98" y="1154"/>
                    <a:pt x="94" y="1163"/>
                    <a:pt x="93" y="1172"/>
                  </a:cubicBezTo>
                  <a:cubicBezTo>
                    <a:pt x="93" y="1173"/>
                    <a:pt x="93" y="1174"/>
                    <a:pt x="93" y="1175"/>
                  </a:cubicBezTo>
                  <a:cubicBezTo>
                    <a:pt x="60" y="1177"/>
                    <a:pt x="60" y="1177"/>
                    <a:pt x="60" y="1177"/>
                  </a:cubicBezTo>
                  <a:cubicBezTo>
                    <a:pt x="40" y="1178"/>
                    <a:pt x="23" y="1193"/>
                    <a:pt x="20" y="1212"/>
                  </a:cubicBezTo>
                  <a:cubicBezTo>
                    <a:pt x="2" y="1313"/>
                    <a:pt x="2" y="1313"/>
                    <a:pt x="2" y="1313"/>
                  </a:cubicBezTo>
                  <a:cubicBezTo>
                    <a:pt x="0" y="1327"/>
                    <a:pt x="3" y="1340"/>
                    <a:pt x="12" y="1350"/>
                  </a:cubicBezTo>
                  <a:cubicBezTo>
                    <a:pt x="20" y="1359"/>
                    <a:pt x="32" y="1364"/>
                    <a:pt x="44" y="1364"/>
                  </a:cubicBezTo>
                  <a:cubicBezTo>
                    <a:pt x="45" y="1364"/>
                    <a:pt x="46" y="1364"/>
                    <a:pt x="47" y="1364"/>
                  </a:cubicBezTo>
                  <a:cubicBezTo>
                    <a:pt x="149" y="1359"/>
                    <a:pt x="149" y="1359"/>
                    <a:pt x="149" y="1359"/>
                  </a:cubicBezTo>
                  <a:cubicBezTo>
                    <a:pt x="169" y="1358"/>
                    <a:pt x="186" y="1343"/>
                    <a:pt x="189" y="1323"/>
                  </a:cubicBezTo>
                  <a:cubicBezTo>
                    <a:pt x="196" y="1286"/>
                    <a:pt x="196" y="1286"/>
                    <a:pt x="196" y="1286"/>
                  </a:cubicBezTo>
                  <a:cubicBezTo>
                    <a:pt x="204" y="1286"/>
                    <a:pt x="212" y="1283"/>
                    <a:pt x="219" y="1277"/>
                  </a:cubicBezTo>
                  <a:cubicBezTo>
                    <a:pt x="218" y="1276"/>
                    <a:pt x="218" y="1276"/>
                    <a:pt x="218" y="1276"/>
                  </a:cubicBezTo>
                  <a:cubicBezTo>
                    <a:pt x="409" y="1109"/>
                    <a:pt x="409" y="1109"/>
                    <a:pt x="409" y="1109"/>
                  </a:cubicBezTo>
                  <a:cubicBezTo>
                    <a:pt x="392" y="1124"/>
                    <a:pt x="392" y="1124"/>
                    <a:pt x="392" y="1124"/>
                  </a:cubicBezTo>
                  <a:cubicBezTo>
                    <a:pt x="409" y="1109"/>
                    <a:pt x="409" y="1109"/>
                    <a:pt x="409" y="1109"/>
                  </a:cubicBezTo>
                  <a:cubicBezTo>
                    <a:pt x="511" y="1095"/>
                    <a:pt x="511" y="1095"/>
                    <a:pt x="511" y="1095"/>
                  </a:cubicBezTo>
                  <a:cubicBezTo>
                    <a:pt x="554" y="1144"/>
                    <a:pt x="554" y="1144"/>
                    <a:pt x="554" y="1144"/>
                  </a:cubicBezTo>
                  <a:cubicBezTo>
                    <a:pt x="569" y="1160"/>
                    <a:pt x="588" y="1168"/>
                    <a:pt x="608" y="1168"/>
                  </a:cubicBezTo>
                  <a:cubicBezTo>
                    <a:pt x="625" y="1168"/>
                    <a:pt x="642" y="1162"/>
                    <a:pt x="656" y="1150"/>
                  </a:cubicBezTo>
                  <a:cubicBezTo>
                    <a:pt x="720" y="1094"/>
                    <a:pt x="720" y="1094"/>
                    <a:pt x="720" y="1094"/>
                  </a:cubicBezTo>
                  <a:cubicBezTo>
                    <a:pt x="730" y="1085"/>
                    <a:pt x="734" y="1070"/>
                    <a:pt x="730" y="1057"/>
                  </a:cubicBezTo>
                  <a:cubicBezTo>
                    <a:pt x="726" y="1043"/>
                    <a:pt x="714" y="1034"/>
                    <a:pt x="700" y="1032"/>
                  </a:cubicBezTo>
                  <a:cubicBezTo>
                    <a:pt x="645" y="1026"/>
                    <a:pt x="645" y="1026"/>
                    <a:pt x="645" y="1026"/>
                  </a:cubicBezTo>
                  <a:cubicBezTo>
                    <a:pt x="605" y="981"/>
                    <a:pt x="605" y="981"/>
                    <a:pt x="605" y="981"/>
                  </a:cubicBezTo>
                  <a:cubicBezTo>
                    <a:pt x="684" y="912"/>
                    <a:pt x="684" y="912"/>
                    <a:pt x="684" y="912"/>
                  </a:cubicBezTo>
                  <a:cubicBezTo>
                    <a:pt x="693" y="903"/>
                    <a:pt x="694" y="889"/>
                    <a:pt x="685" y="880"/>
                  </a:cubicBezTo>
                  <a:cubicBezTo>
                    <a:pt x="677" y="870"/>
                    <a:pt x="663" y="870"/>
                    <a:pt x="654" y="878"/>
                  </a:cubicBezTo>
                  <a:cubicBezTo>
                    <a:pt x="575" y="947"/>
                    <a:pt x="575" y="947"/>
                    <a:pt x="575" y="947"/>
                  </a:cubicBezTo>
                  <a:cubicBezTo>
                    <a:pt x="543" y="911"/>
                    <a:pt x="543" y="911"/>
                    <a:pt x="543" y="911"/>
                  </a:cubicBezTo>
                  <a:cubicBezTo>
                    <a:pt x="936" y="563"/>
                    <a:pt x="936" y="563"/>
                    <a:pt x="936" y="563"/>
                  </a:cubicBezTo>
                  <a:cubicBezTo>
                    <a:pt x="946" y="555"/>
                    <a:pt x="947" y="541"/>
                    <a:pt x="938" y="531"/>
                  </a:cubicBezTo>
                  <a:cubicBezTo>
                    <a:pt x="930" y="522"/>
                    <a:pt x="916" y="521"/>
                    <a:pt x="907" y="530"/>
                  </a:cubicBezTo>
                  <a:cubicBezTo>
                    <a:pt x="513" y="877"/>
                    <a:pt x="513" y="877"/>
                    <a:pt x="513" y="877"/>
                  </a:cubicBezTo>
                  <a:cubicBezTo>
                    <a:pt x="481" y="841"/>
                    <a:pt x="481" y="841"/>
                    <a:pt x="481" y="841"/>
                  </a:cubicBezTo>
                  <a:cubicBezTo>
                    <a:pt x="834" y="529"/>
                    <a:pt x="834" y="529"/>
                    <a:pt x="834" y="529"/>
                  </a:cubicBezTo>
                  <a:cubicBezTo>
                    <a:pt x="963" y="415"/>
                    <a:pt x="1049" y="259"/>
                    <a:pt x="1078" y="90"/>
                  </a:cubicBezTo>
                  <a:cubicBezTo>
                    <a:pt x="1146" y="167"/>
                    <a:pt x="1146" y="167"/>
                    <a:pt x="1146" y="167"/>
                  </a:cubicBezTo>
                  <a:cubicBezTo>
                    <a:pt x="1117" y="344"/>
                    <a:pt x="1117" y="344"/>
                    <a:pt x="1117" y="344"/>
                  </a:cubicBezTo>
                  <a:cubicBezTo>
                    <a:pt x="972" y="472"/>
                    <a:pt x="972" y="472"/>
                    <a:pt x="972" y="472"/>
                  </a:cubicBezTo>
                  <a:cubicBezTo>
                    <a:pt x="962" y="480"/>
                    <a:pt x="962" y="494"/>
                    <a:pt x="970" y="504"/>
                  </a:cubicBezTo>
                  <a:cubicBezTo>
                    <a:pt x="974" y="509"/>
                    <a:pt x="980" y="511"/>
                    <a:pt x="987" y="511"/>
                  </a:cubicBezTo>
                  <a:cubicBezTo>
                    <a:pt x="992" y="511"/>
                    <a:pt x="997" y="509"/>
                    <a:pt x="1002" y="506"/>
                  </a:cubicBezTo>
                  <a:cubicBezTo>
                    <a:pt x="1146" y="378"/>
                    <a:pt x="1146" y="378"/>
                    <a:pt x="1146" y="378"/>
                  </a:cubicBezTo>
                  <a:cubicBezTo>
                    <a:pt x="1326" y="371"/>
                    <a:pt x="1326" y="371"/>
                    <a:pt x="1326" y="371"/>
                  </a:cubicBezTo>
                  <a:cubicBezTo>
                    <a:pt x="1394" y="448"/>
                    <a:pt x="1394" y="448"/>
                    <a:pt x="1394" y="448"/>
                  </a:cubicBezTo>
                  <a:cubicBezTo>
                    <a:pt x="1222" y="455"/>
                    <a:pt x="1057" y="522"/>
                    <a:pt x="928" y="636"/>
                  </a:cubicBezTo>
                  <a:cubicBezTo>
                    <a:pt x="721" y="818"/>
                    <a:pt x="721" y="818"/>
                    <a:pt x="721" y="818"/>
                  </a:cubicBezTo>
                  <a:cubicBezTo>
                    <a:pt x="712" y="826"/>
                    <a:pt x="711" y="841"/>
                    <a:pt x="719" y="850"/>
                  </a:cubicBezTo>
                  <a:cubicBezTo>
                    <a:pt x="727" y="859"/>
                    <a:pt x="742" y="860"/>
                    <a:pt x="751" y="852"/>
                  </a:cubicBezTo>
                  <a:cubicBezTo>
                    <a:pt x="958" y="669"/>
                    <a:pt x="958" y="669"/>
                    <a:pt x="958" y="669"/>
                  </a:cubicBezTo>
                  <a:cubicBezTo>
                    <a:pt x="1080" y="562"/>
                    <a:pt x="1237" y="499"/>
                    <a:pt x="1400" y="493"/>
                  </a:cubicBezTo>
                  <a:cubicBezTo>
                    <a:pt x="1443" y="491"/>
                    <a:pt x="1443" y="491"/>
                    <a:pt x="1443" y="491"/>
                  </a:cubicBezTo>
                  <a:cubicBezTo>
                    <a:pt x="1454" y="491"/>
                    <a:pt x="1463" y="483"/>
                    <a:pt x="1464" y="472"/>
                  </a:cubicBezTo>
                  <a:cubicBezTo>
                    <a:pt x="1537" y="26"/>
                    <a:pt x="1537" y="26"/>
                    <a:pt x="1537" y="26"/>
                  </a:cubicBezTo>
                  <a:cubicBezTo>
                    <a:pt x="1538" y="19"/>
                    <a:pt x="1536" y="13"/>
                    <a:pt x="1532" y="8"/>
                  </a:cubicBezTo>
                  <a:close/>
                  <a:moveTo>
                    <a:pt x="319" y="1128"/>
                  </a:moveTo>
                  <a:cubicBezTo>
                    <a:pt x="265" y="1067"/>
                    <a:pt x="265" y="1067"/>
                    <a:pt x="265" y="1067"/>
                  </a:cubicBezTo>
                  <a:cubicBezTo>
                    <a:pt x="291" y="1044"/>
                    <a:pt x="291" y="1044"/>
                    <a:pt x="291" y="1044"/>
                  </a:cubicBezTo>
                  <a:cubicBezTo>
                    <a:pt x="345" y="1105"/>
                    <a:pt x="345" y="1105"/>
                    <a:pt x="345" y="1105"/>
                  </a:cubicBezTo>
                  <a:lnTo>
                    <a:pt x="319" y="1128"/>
                  </a:lnTo>
                  <a:close/>
                  <a:moveTo>
                    <a:pt x="260" y="1181"/>
                  </a:moveTo>
                  <a:cubicBezTo>
                    <a:pt x="205" y="1120"/>
                    <a:pt x="205" y="1120"/>
                    <a:pt x="205" y="1120"/>
                  </a:cubicBezTo>
                  <a:cubicBezTo>
                    <a:pt x="231" y="1097"/>
                    <a:pt x="231" y="1097"/>
                    <a:pt x="231" y="1097"/>
                  </a:cubicBezTo>
                  <a:cubicBezTo>
                    <a:pt x="286" y="1158"/>
                    <a:pt x="286" y="1158"/>
                    <a:pt x="286" y="1158"/>
                  </a:cubicBezTo>
                  <a:lnTo>
                    <a:pt x="260" y="1181"/>
                  </a:lnTo>
                  <a:close/>
                  <a:moveTo>
                    <a:pt x="145" y="1314"/>
                  </a:moveTo>
                  <a:cubicBezTo>
                    <a:pt x="47" y="1319"/>
                    <a:pt x="47" y="1319"/>
                    <a:pt x="47" y="1319"/>
                  </a:cubicBezTo>
                  <a:cubicBezTo>
                    <a:pt x="64" y="1222"/>
                    <a:pt x="64" y="1222"/>
                    <a:pt x="64" y="1222"/>
                  </a:cubicBezTo>
                  <a:cubicBezTo>
                    <a:pt x="121" y="1219"/>
                    <a:pt x="121" y="1219"/>
                    <a:pt x="121" y="1219"/>
                  </a:cubicBezTo>
                  <a:cubicBezTo>
                    <a:pt x="155" y="1258"/>
                    <a:pt x="155" y="1258"/>
                    <a:pt x="155" y="1258"/>
                  </a:cubicBezTo>
                  <a:lnTo>
                    <a:pt x="145" y="1314"/>
                  </a:lnTo>
                  <a:close/>
                  <a:moveTo>
                    <a:pt x="197" y="1237"/>
                  </a:moveTo>
                  <a:cubicBezTo>
                    <a:pt x="142" y="1175"/>
                    <a:pt x="142" y="1175"/>
                    <a:pt x="142" y="1175"/>
                  </a:cubicBezTo>
                  <a:cubicBezTo>
                    <a:pt x="172" y="1149"/>
                    <a:pt x="172" y="1149"/>
                    <a:pt x="172" y="1149"/>
                  </a:cubicBezTo>
                  <a:cubicBezTo>
                    <a:pt x="226" y="1211"/>
                    <a:pt x="226" y="1211"/>
                    <a:pt x="226" y="1211"/>
                  </a:cubicBezTo>
                  <a:lnTo>
                    <a:pt x="197" y="1237"/>
                  </a:lnTo>
                  <a:close/>
                  <a:moveTo>
                    <a:pt x="370" y="783"/>
                  </a:moveTo>
                  <a:cubicBezTo>
                    <a:pt x="370" y="783"/>
                    <a:pt x="370" y="783"/>
                    <a:pt x="370" y="783"/>
                  </a:cubicBezTo>
                  <a:cubicBezTo>
                    <a:pt x="617" y="1063"/>
                    <a:pt x="617" y="1063"/>
                    <a:pt x="617" y="1063"/>
                  </a:cubicBezTo>
                  <a:cubicBezTo>
                    <a:pt x="620" y="1067"/>
                    <a:pt x="626" y="1070"/>
                    <a:pt x="631" y="1070"/>
                  </a:cubicBezTo>
                  <a:cubicBezTo>
                    <a:pt x="674" y="1075"/>
                    <a:pt x="674" y="1075"/>
                    <a:pt x="674" y="1075"/>
                  </a:cubicBezTo>
                  <a:cubicBezTo>
                    <a:pt x="626" y="1116"/>
                    <a:pt x="626" y="1116"/>
                    <a:pt x="626" y="1116"/>
                  </a:cubicBezTo>
                  <a:cubicBezTo>
                    <a:pt x="615" y="1126"/>
                    <a:pt x="598" y="1125"/>
                    <a:pt x="588" y="1114"/>
                  </a:cubicBezTo>
                  <a:cubicBezTo>
                    <a:pt x="537" y="1056"/>
                    <a:pt x="537" y="1056"/>
                    <a:pt x="537" y="1056"/>
                  </a:cubicBezTo>
                  <a:cubicBezTo>
                    <a:pt x="537" y="1056"/>
                    <a:pt x="537" y="1056"/>
                    <a:pt x="536" y="1056"/>
                  </a:cubicBezTo>
                  <a:cubicBezTo>
                    <a:pt x="468" y="978"/>
                    <a:pt x="468" y="978"/>
                    <a:pt x="468" y="978"/>
                  </a:cubicBezTo>
                  <a:cubicBezTo>
                    <a:pt x="460" y="969"/>
                    <a:pt x="446" y="968"/>
                    <a:pt x="436" y="976"/>
                  </a:cubicBezTo>
                  <a:cubicBezTo>
                    <a:pt x="427" y="984"/>
                    <a:pt x="426" y="999"/>
                    <a:pt x="434" y="1008"/>
                  </a:cubicBezTo>
                  <a:cubicBezTo>
                    <a:pt x="475" y="1054"/>
                    <a:pt x="475" y="1054"/>
                    <a:pt x="475" y="1054"/>
                  </a:cubicBezTo>
                  <a:cubicBezTo>
                    <a:pt x="396" y="1066"/>
                    <a:pt x="396" y="1066"/>
                    <a:pt x="396" y="1066"/>
                  </a:cubicBezTo>
                  <a:cubicBezTo>
                    <a:pt x="391" y="1066"/>
                    <a:pt x="387" y="1068"/>
                    <a:pt x="384" y="1071"/>
                  </a:cubicBezTo>
                  <a:cubicBezTo>
                    <a:pt x="379" y="1076"/>
                    <a:pt x="379" y="1076"/>
                    <a:pt x="379" y="1076"/>
                  </a:cubicBezTo>
                  <a:cubicBezTo>
                    <a:pt x="325" y="1014"/>
                    <a:pt x="325" y="1014"/>
                    <a:pt x="325" y="1014"/>
                  </a:cubicBezTo>
                  <a:cubicBezTo>
                    <a:pt x="330" y="1010"/>
                    <a:pt x="330" y="1010"/>
                    <a:pt x="330" y="1010"/>
                  </a:cubicBezTo>
                  <a:cubicBezTo>
                    <a:pt x="333" y="1007"/>
                    <a:pt x="335" y="1003"/>
                    <a:pt x="337" y="999"/>
                  </a:cubicBezTo>
                  <a:cubicBezTo>
                    <a:pt x="358" y="921"/>
                    <a:pt x="358" y="921"/>
                    <a:pt x="358" y="921"/>
                  </a:cubicBezTo>
                  <a:cubicBezTo>
                    <a:pt x="375" y="940"/>
                    <a:pt x="375" y="940"/>
                    <a:pt x="375" y="940"/>
                  </a:cubicBezTo>
                  <a:cubicBezTo>
                    <a:pt x="383" y="950"/>
                    <a:pt x="397" y="951"/>
                    <a:pt x="406" y="942"/>
                  </a:cubicBezTo>
                  <a:cubicBezTo>
                    <a:pt x="416" y="934"/>
                    <a:pt x="417" y="920"/>
                    <a:pt x="408" y="911"/>
                  </a:cubicBezTo>
                  <a:cubicBezTo>
                    <a:pt x="317" y="807"/>
                    <a:pt x="317" y="807"/>
                    <a:pt x="317" y="807"/>
                  </a:cubicBezTo>
                  <a:cubicBezTo>
                    <a:pt x="312" y="802"/>
                    <a:pt x="310" y="795"/>
                    <a:pt x="310" y="787"/>
                  </a:cubicBezTo>
                  <a:cubicBezTo>
                    <a:pt x="311" y="780"/>
                    <a:pt x="314" y="774"/>
                    <a:pt x="319" y="769"/>
                  </a:cubicBezTo>
                  <a:cubicBezTo>
                    <a:pt x="366" y="728"/>
                    <a:pt x="366" y="728"/>
                    <a:pt x="366" y="728"/>
                  </a:cubicBezTo>
                  <a:cubicBezTo>
                    <a:pt x="364" y="768"/>
                    <a:pt x="364" y="768"/>
                    <a:pt x="364" y="768"/>
                  </a:cubicBezTo>
                  <a:cubicBezTo>
                    <a:pt x="364" y="773"/>
                    <a:pt x="366" y="779"/>
                    <a:pt x="370" y="783"/>
                  </a:cubicBezTo>
                  <a:moveTo>
                    <a:pt x="1359" y="130"/>
                  </a:moveTo>
                  <a:cubicBezTo>
                    <a:pt x="1179" y="137"/>
                    <a:pt x="1179" y="137"/>
                    <a:pt x="1179" y="137"/>
                  </a:cubicBezTo>
                  <a:cubicBezTo>
                    <a:pt x="1111" y="60"/>
                    <a:pt x="1111" y="60"/>
                    <a:pt x="1111" y="60"/>
                  </a:cubicBezTo>
                  <a:cubicBezTo>
                    <a:pt x="1453" y="47"/>
                    <a:pt x="1453" y="47"/>
                    <a:pt x="1453" y="47"/>
                  </a:cubicBezTo>
                  <a:lnTo>
                    <a:pt x="1359" y="130"/>
                  </a:lnTo>
                  <a:close/>
                  <a:moveTo>
                    <a:pt x="1164" y="332"/>
                  </a:moveTo>
                  <a:cubicBezTo>
                    <a:pt x="1189" y="182"/>
                    <a:pt x="1189" y="182"/>
                    <a:pt x="1189" y="182"/>
                  </a:cubicBezTo>
                  <a:cubicBezTo>
                    <a:pt x="1341" y="176"/>
                    <a:pt x="1341" y="176"/>
                    <a:pt x="1341" y="176"/>
                  </a:cubicBezTo>
                  <a:cubicBezTo>
                    <a:pt x="1316" y="326"/>
                    <a:pt x="1316" y="326"/>
                    <a:pt x="1316" y="326"/>
                  </a:cubicBezTo>
                  <a:lnTo>
                    <a:pt x="1164" y="332"/>
                  </a:lnTo>
                  <a:close/>
                  <a:moveTo>
                    <a:pt x="1428" y="418"/>
                  </a:moveTo>
                  <a:cubicBezTo>
                    <a:pt x="1360" y="341"/>
                    <a:pt x="1360" y="341"/>
                    <a:pt x="1360" y="341"/>
                  </a:cubicBezTo>
                  <a:cubicBezTo>
                    <a:pt x="1388" y="164"/>
                    <a:pt x="1388" y="164"/>
                    <a:pt x="1388" y="164"/>
                  </a:cubicBezTo>
                  <a:cubicBezTo>
                    <a:pt x="1482" y="81"/>
                    <a:pt x="1482" y="81"/>
                    <a:pt x="1482" y="81"/>
                  </a:cubicBezTo>
                  <a:lnTo>
                    <a:pt x="1428" y="418"/>
                  </a:lnTo>
                  <a:close/>
                  <a:moveTo>
                    <a:pt x="1428" y="418"/>
                  </a:moveTo>
                  <a:cubicBezTo>
                    <a:pt x="1428" y="418"/>
                    <a:pt x="1428" y="418"/>
                    <a:pt x="1428" y="41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5" name="Google Shape;505;p21"/>
          <p:cNvSpPr/>
          <p:nvPr/>
        </p:nvSpPr>
        <p:spPr>
          <a:xfrm>
            <a:off x="5152325" y="2351486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6" name="Google Shape;506;p21"/>
          <p:cNvGrpSpPr/>
          <p:nvPr/>
        </p:nvGrpSpPr>
        <p:grpSpPr>
          <a:xfrm>
            <a:off x="5307030" y="2592505"/>
            <a:ext cx="521287" cy="348662"/>
            <a:chOff x="1845662" y="4933558"/>
            <a:chExt cx="521287" cy="348662"/>
          </a:xfrm>
        </p:grpSpPr>
        <p:sp>
          <p:nvSpPr>
            <p:cNvPr id="507" name="Google Shape;507;p21"/>
            <p:cNvSpPr/>
            <p:nvPr/>
          </p:nvSpPr>
          <p:spPr>
            <a:xfrm>
              <a:off x="1995593" y="4970925"/>
              <a:ext cx="209248" cy="304791"/>
            </a:xfrm>
            <a:custGeom>
              <a:avLst/>
              <a:gdLst/>
              <a:ahLst/>
              <a:cxnLst/>
              <a:rect l="l" t="t" r="r" b="b"/>
              <a:pathLst>
                <a:path w="12674" h="18461" extrusionOk="0">
                  <a:moveTo>
                    <a:pt x="0" y="0"/>
                  </a:moveTo>
                  <a:lnTo>
                    <a:pt x="0" y="18460"/>
                  </a:lnTo>
                  <a:lnTo>
                    <a:pt x="3431" y="18460"/>
                  </a:lnTo>
                  <a:cubicBezTo>
                    <a:pt x="8543" y="18460"/>
                    <a:pt x="12674" y="14335"/>
                    <a:pt x="12674" y="9243"/>
                  </a:cubicBezTo>
                  <a:cubicBezTo>
                    <a:pt x="12674" y="4126"/>
                    <a:pt x="8543" y="0"/>
                    <a:pt x="3431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1852498" y="4970925"/>
              <a:ext cx="305204" cy="304791"/>
            </a:xfrm>
            <a:custGeom>
              <a:avLst/>
              <a:gdLst/>
              <a:ahLst/>
              <a:cxnLst/>
              <a:rect l="l" t="t" r="r" b="b"/>
              <a:pathLst>
                <a:path w="18486" h="18461" extrusionOk="0">
                  <a:moveTo>
                    <a:pt x="9243" y="0"/>
                  </a:moveTo>
                  <a:cubicBezTo>
                    <a:pt x="4146" y="0"/>
                    <a:pt x="1" y="4126"/>
                    <a:pt x="1" y="9243"/>
                  </a:cubicBezTo>
                  <a:cubicBezTo>
                    <a:pt x="1" y="14335"/>
                    <a:pt x="4146" y="18460"/>
                    <a:pt x="9243" y="18460"/>
                  </a:cubicBezTo>
                  <a:cubicBezTo>
                    <a:pt x="14355" y="18460"/>
                    <a:pt x="18486" y="14335"/>
                    <a:pt x="18486" y="9243"/>
                  </a:cubicBezTo>
                  <a:cubicBezTo>
                    <a:pt x="18486" y="4126"/>
                    <a:pt x="14355" y="0"/>
                    <a:pt x="9243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2025133" y="5014632"/>
              <a:ext cx="132592" cy="198417"/>
            </a:xfrm>
            <a:custGeom>
              <a:avLst/>
              <a:gdLst/>
              <a:ahLst/>
              <a:cxnLst/>
              <a:rect l="l" t="t" r="r" b="b"/>
              <a:pathLst>
                <a:path w="8031" h="12018" extrusionOk="0">
                  <a:moveTo>
                    <a:pt x="2465" y="0"/>
                  </a:moveTo>
                  <a:cubicBezTo>
                    <a:pt x="2219" y="0"/>
                    <a:pt x="2012" y="143"/>
                    <a:pt x="1908" y="350"/>
                  </a:cubicBezTo>
                  <a:lnTo>
                    <a:pt x="99" y="4131"/>
                  </a:lnTo>
                  <a:cubicBezTo>
                    <a:pt x="1" y="4353"/>
                    <a:pt x="40" y="4599"/>
                    <a:pt x="183" y="4786"/>
                  </a:cubicBezTo>
                  <a:lnTo>
                    <a:pt x="6261" y="12018"/>
                  </a:lnTo>
                  <a:cubicBezTo>
                    <a:pt x="7370" y="10495"/>
                    <a:pt x="8031" y="8607"/>
                    <a:pt x="8031" y="6596"/>
                  </a:cubicBezTo>
                  <a:cubicBezTo>
                    <a:pt x="8031" y="4008"/>
                    <a:pt x="6981" y="1686"/>
                    <a:pt x="5275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1889452" y="5009910"/>
              <a:ext cx="226501" cy="226831"/>
            </a:xfrm>
            <a:custGeom>
              <a:avLst/>
              <a:gdLst/>
              <a:ahLst/>
              <a:cxnLst/>
              <a:rect l="l" t="t" r="r" b="b"/>
              <a:pathLst>
                <a:path w="13719" h="13739" extrusionOk="0">
                  <a:moveTo>
                    <a:pt x="6862" y="0"/>
                  </a:moveTo>
                  <a:cubicBezTo>
                    <a:pt x="3081" y="0"/>
                    <a:pt x="1" y="3081"/>
                    <a:pt x="1" y="6882"/>
                  </a:cubicBezTo>
                  <a:cubicBezTo>
                    <a:pt x="1" y="10657"/>
                    <a:pt x="3081" y="13738"/>
                    <a:pt x="6862" y="13738"/>
                  </a:cubicBezTo>
                  <a:cubicBezTo>
                    <a:pt x="10658" y="13738"/>
                    <a:pt x="13719" y="10657"/>
                    <a:pt x="13719" y="6882"/>
                  </a:cubicBezTo>
                  <a:cubicBezTo>
                    <a:pt x="13719" y="3081"/>
                    <a:pt x="10658" y="0"/>
                    <a:pt x="6862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1946915" y="5093015"/>
              <a:ext cx="116148" cy="63729"/>
            </a:xfrm>
            <a:custGeom>
              <a:avLst/>
              <a:gdLst/>
              <a:ahLst/>
              <a:cxnLst/>
              <a:rect l="l" t="t" r="r" b="b"/>
              <a:pathLst>
                <a:path w="7035" h="3860" extrusionOk="0">
                  <a:moveTo>
                    <a:pt x="7035" y="0"/>
                  </a:moveTo>
                  <a:lnTo>
                    <a:pt x="6665" y="370"/>
                  </a:lnTo>
                  <a:lnTo>
                    <a:pt x="5167" y="1395"/>
                  </a:lnTo>
                  <a:cubicBezTo>
                    <a:pt x="5122" y="1431"/>
                    <a:pt x="5070" y="1447"/>
                    <a:pt x="5016" y="1447"/>
                  </a:cubicBezTo>
                  <a:cubicBezTo>
                    <a:pt x="4947" y="1447"/>
                    <a:pt x="4875" y="1420"/>
                    <a:pt x="4817" y="1375"/>
                  </a:cubicBezTo>
                  <a:lnTo>
                    <a:pt x="3688" y="266"/>
                  </a:lnTo>
                  <a:cubicBezTo>
                    <a:pt x="3636" y="214"/>
                    <a:pt x="3570" y="189"/>
                    <a:pt x="3503" y="189"/>
                  </a:cubicBezTo>
                  <a:cubicBezTo>
                    <a:pt x="3436" y="189"/>
                    <a:pt x="3370" y="214"/>
                    <a:pt x="3318" y="266"/>
                  </a:cubicBezTo>
                  <a:lnTo>
                    <a:pt x="2106" y="1375"/>
                  </a:lnTo>
                  <a:cubicBezTo>
                    <a:pt x="2047" y="1420"/>
                    <a:pt x="1976" y="1447"/>
                    <a:pt x="1906" y="1447"/>
                  </a:cubicBezTo>
                  <a:cubicBezTo>
                    <a:pt x="1853" y="1447"/>
                    <a:pt x="1800" y="1431"/>
                    <a:pt x="1756" y="1395"/>
                  </a:cubicBezTo>
                  <a:lnTo>
                    <a:pt x="464" y="468"/>
                  </a:lnTo>
                  <a:cubicBezTo>
                    <a:pt x="416" y="432"/>
                    <a:pt x="362" y="416"/>
                    <a:pt x="309" y="416"/>
                  </a:cubicBezTo>
                  <a:cubicBezTo>
                    <a:pt x="152" y="416"/>
                    <a:pt x="1" y="556"/>
                    <a:pt x="30" y="739"/>
                  </a:cubicBezTo>
                  <a:lnTo>
                    <a:pt x="444" y="3529"/>
                  </a:lnTo>
                  <a:cubicBezTo>
                    <a:pt x="464" y="3717"/>
                    <a:pt x="627" y="3860"/>
                    <a:pt x="814" y="3860"/>
                  </a:cubicBezTo>
                  <a:lnTo>
                    <a:pt x="6217" y="3860"/>
                  </a:lnTo>
                  <a:cubicBezTo>
                    <a:pt x="6379" y="3860"/>
                    <a:pt x="6542" y="3717"/>
                    <a:pt x="6586" y="3529"/>
                  </a:cubicBezTo>
                  <a:lnTo>
                    <a:pt x="6976" y="759"/>
                  </a:lnTo>
                  <a:lnTo>
                    <a:pt x="7035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2208600" y="4941352"/>
              <a:ext cx="46492" cy="44940"/>
            </a:xfrm>
            <a:custGeom>
              <a:avLst/>
              <a:gdLst/>
              <a:ahLst/>
              <a:cxnLst/>
              <a:rect l="l" t="t" r="r" b="b"/>
              <a:pathLst>
                <a:path w="2816" h="2722" extrusionOk="0">
                  <a:moveTo>
                    <a:pt x="1433" y="0"/>
                  </a:moveTo>
                  <a:cubicBezTo>
                    <a:pt x="1381" y="0"/>
                    <a:pt x="1333" y="27"/>
                    <a:pt x="1312" y="85"/>
                  </a:cubicBezTo>
                  <a:cubicBezTo>
                    <a:pt x="1046" y="618"/>
                    <a:pt x="636" y="1007"/>
                    <a:pt x="124" y="1273"/>
                  </a:cubicBezTo>
                  <a:cubicBezTo>
                    <a:pt x="1" y="1338"/>
                    <a:pt x="20" y="1500"/>
                    <a:pt x="124" y="1545"/>
                  </a:cubicBezTo>
                  <a:cubicBezTo>
                    <a:pt x="696" y="1747"/>
                    <a:pt x="1110" y="2097"/>
                    <a:pt x="1312" y="2629"/>
                  </a:cubicBezTo>
                  <a:cubicBezTo>
                    <a:pt x="1334" y="2691"/>
                    <a:pt x="1391" y="2721"/>
                    <a:pt x="1447" y="2721"/>
                  </a:cubicBezTo>
                  <a:cubicBezTo>
                    <a:pt x="1504" y="2721"/>
                    <a:pt x="1561" y="2691"/>
                    <a:pt x="1583" y="2629"/>
                  </a:cubicBezTo>
                  <a:cubicBezTo>
                    <a:pt x="1785" y="2037"/>
                    <a:pt x="2155" y="1668"/>
                    <a:pt x="2667" y="1520"/>
                  </a:cubicBezTo>
                  <a:cubicBezTo>
                    <a:pt x="2815" y="1480"/>
                    <a:pt x="2815" y="1298"/>
                    <a:pt x="2712" y="1254"/>
                  </a:cubicBezTo>
                  <a:cubicBezTo>
                    <a:pt x="2174" y="988"/>
                    <a:pt x="1785" y="598"/>
                    <a:pt x="1583" y="85"/>
                  </a:cubicBezTo>
                  <a:cubicBezTo>
                    <a:pt x="1549" y="31"/>
                    <a:pt x="1489" y="0"/>
                    <a:pt x="1433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1953189" y="5036990"/>
              <a:ext cx="46476" cy="44940"/>
            </a:xfrm>
            <a:custGeom>
              <a:avLst/>
              <a:gdLst/>
              <a:ahLst/>
              <a:cxnLst/>
              <a:rect l="l" t="t" r="r" b="b"/>
              <a:pathLst>
                <a:path w="2815" h="2722" extrusionOk="0">
                  <a:moveTo>
                    <a:pt x="1433" y="0"/>
                  </a:moveTo>
                  <a:cubicBezTo>
                    <a:pt x="1383" y="0"/>
                    <a:pt x="1335" y="26"/>
                    <a:pt x="1316" y="85"/>
                  </a:cubicBezTo>
                  <a:cubicBezTo>
                    <a:pt x="1050" y="618"/>
                    <a:pt x="636" y="1007"/>
                    <a:pt x="104" y="1273"/>
                  </a:cubicBezTo>
                  <a:cubicBezTo>
                    <a:pt x="0" y="1338"/>
                    <a:pt x="0" y="1500"/>
                    <a:pt x="123" y="1545"/>
                  </a:cubicBezTo>
                  <a:cubicBezTo>
                    <a:pt x="700" y="1747"/>
                    <a:pt x="1090" y="2097"/>
                    <a:pt x="1316" y="2629"/>
                  </a:cubicBezTo>
                  <a:cubicBezTo>
                    <a:pt x="1336" y="2691"/>
                    <a:pt x="1393" y="2721"/>
                    <a:pt x="1449" y="2721"/>
                  </a:cubicBezTo>
                  <a:cubicBezTo>
                    <a:pt x="1506" y="2721"/>
                    <a:pt x="1563" y="2691"/>
                    <a:pt x="1583" y="2629"/>
                  </a:cubicBezTo>
                  <a:cubicBezTo>
                    <a:pt x="1790" y="2037"/>
                    <a:pt x="2159" y="1668"/>
                    <a:pt x="2672" y="1520"/>
                  </a:cubicBezTo>
                  <a:cubicBezTo>
                    <a:pt x="2795" y="1480"/>
                    <a:pt x="2815" y="1298"/>
                    <a:pt x="2692" y="1254"/>
                  </a:cubicBezTo>
                  <a:cubicBezTo>
                    <a:pt x="2159" y="988"/>
                    <a:pt x="1790" y="598"/>
                    <a:pt x="1563" y="85"/>
                  </a:cubicBezTo>
                  <a:cubicBezTo>
                    <a:pt x="1542" y="31"/>
                    <a:pt x="1487" y="0"/>
                    <a:pt x="1433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2045806" y="5032944"/>
              <a:ext cx="313030" cy="239114"/>
            </a:xfrm>
            <a:custGeom>
              <a:avLst/>
              <a:gdLst/>
              <a:ahLst/>
              <a:cxnLst/>
              <a:rect l="l" t="t" r="r" b="b"/>
              <a:pathLst>
                <a:path w="18960" h="14483" extrusionOk="0">
                  <a:moveTo>
                    <a:pt x="1519" y="0"/>
                  </a:moveTo>
                  <a:lnTo>
                    <a:pt x="1" y="3204"/>
                  </a:lnTo>
                  <a:lnTo>
                    <a:pt x="9470" y="14483"/>
                  </a:lnTo>
                  <a:lnTo>
                    <a:pt x="18959" y="3204"/>
                  </a:lnTo>
                  <a:lnTo>
                    <a:pt x="17436" y="0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2249616" y="5032944"/>
              <a:ext cx="109247" cy="52915"/>
            </a:xfrm>
            <a:custGeom>
              <a:avLst/>
              <a:gdLst/>
              <a:ahLst/>
              <a:cxnLst/>
              <a:rect l="l" t="t" r="r" b="b"/>
              <a:pathLst>
                <a:path w="6617" h="3205" extrusionOk="0">
                  <a:moveTo>
                    <a:pt x="1" y="0"/>
                  </a:moveTo>
                  <a:lnTo>
                    <a:pt x="780" y="3204"/>
                  </a:lnTo>
                  <a:lnTo>
                    <a:pt x="6616" y="3204"/>
                  </a:lnTo>
                  <a:lnTo>
                    <a:pt x="5093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2142105" y="5085849"/>
              <a:ext cx="120061" cy="186216"/>
            </a:xfrm>
            <a:custGeom>
              <a:avLst/>
              <a:gdLst/>
              <a:ahLst/>
              <a:cxnLst/>
              <a:rect l="l" t="t" r="r" b="b"/>
              <a:pathLst>
                <a:path w="7272" h="11279" extrusionOk="0">
                  <a:moveTo>
                    <a:pt x="0" y="0"/>
                  </a:moveTo>
                  <a:lnTo>
                    <a:pt x="3638" y="11279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2045806" y="5032944"/>
              <a:ext cx="109164" cy="52915"/>
            </a:xfrm>
            <a:custGeom>
              <a:avLst/>
              <a:gdLst/>
              <a:ahLst/>
              <a:cxnLst/>
              <a:rect l="l" t="t" r="r" b="b"/>
              <a:pathLst>
                <a:path w="6612" h="3205" extrusionOk="0">
                  <a:moveTo>
                    <a:pt x="1519" y="0"/>
                  </a:moveTo>
                  <a:lnTo>
                    <a:pt x="1" y="3204"/>
                  </a:lnTo>
                  <a:lnTo>
                    <a:pt x="5813" y="3204"/>
                  </a:lnTo>
                  <a:lnTo>
                    <a:pt x="6611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2201434" y="4933558"/>
              <a:ext cx="61054" cy="60410"/>
            </a:xfrm>
            <a:custGeom>
              <a:avLst/>
              <a:gdLst/>
              <a:ahLst/>
              <a:cxnLst/>
              <a:rect l="l" t="t" r="r" b="b"/>
              <a:pathLst>
                <a:path w="3698" h="3659" extrusionOk="0">
                  <a:moveTo>
                    <a:pt x="1869" y="1253"/>
                  </a:moveTo>
                  <a:cubicBezTo>
                    <a:pt x="2017" y="1460"/>
                    <a:pt x="2199" y="1647"/>
                    <a:pt x="2406" y="1810"/>
                  </a:cubicBezTo>
                  <a:cubicBezTo>
                    <a:pt x="2199" y="1952"/>
                    <a:pt x="2017" y="2140"/>
                    <a:pt x="1849" y="2386"/>
                  </a:cubicBezTo>
                  <a:cubicBezTo>
                    <a:pt x="1706" y="2160"/>
                    <a:pt x="1499" y="1992"/>
                    <a:pt x="1277" y="1849"/>
                  </a:cubicBezTo>
                  <a:cubicBezTo>
                    <a:pt x="1499" y="1667"/>
                    <a:pt x="1687" y="1479"/>
                    <a:pt x="1869" y="1253"/>
                  </a:cubicBezTo>
                  <a:close/>
                  <a:moveTo>
                    <a:pt x="1894" y="0"/>
                  </a:moveTo>
                  <a:cubicBezTo>
                    <a:pt x="1647" y="0"/>
                    <a:pt x="1420" y="143"/>
                    <a:pt x="1317" y="350"/>
                  </a:cubicBezTo>
                  <a:cubicBezTo>
                    <a:pt x="1110" y="784"/>
                    <a:pt x="804" y="1110"/>
                    <a:pt x="351" y="1336"/>
                  </a:cubicBezTo>
                  <a:cubicBezTo>
                    <a:pt x="124" y="1440"/>
                    <a:pt x="1" y="1667"/>
                    <a:pt x="1" y="1913"/>
                  </a:cubicBezTo>
                  <a:cubicBezTo>
                    <a:pt x="20" y="2160"/>
                    <a:pt x="188" y="2362"/>
                    <a:pt x="415" y="2445"/>
                  </a:cubicBezTo>
                  <a:cubicBezTo>
                    <a:pt x="863" y="2608"/>
                    <a:pt x="1154" y="2879"/>
                    <a:pt x="1317" y="3288"/>
                  </a:cubicBezTo>
                  <a:cubicBezTo>
                    <a:pt x="1420" y="3515"/>
                    <a:pt x="1623" y="3658"/>
                    <a:pt x="1894" y="3658"/>
                  </a:cubicBezTo>
                  <a:cubicBezTo>
                    <a:pt x="2160" y="3658"/>
                    <a:pt x="2362" y="3495"/>
                    <a:pt x="2446" y="3249"/>
                  </a:cubicBezTo>
                  <a:cubicBezTo>
                    <a:pt x="2608" y="2815"/>
                    <a:pt x="2855" y="2549"/>
                    <a:pt x="3249" y="2426"/>
                  </a:cubicBezTo>
                  <a:cubicBezTo>
                    <a:pt x="3496" y="2362"/>
                    <a:pt x="3658" y="2140"/>
                    <a:pt x="3678" y="1893"/>
                  </a:cubicBezTo>
                  <a:cubicBezTo>
                    <a:pt x="3698" y="1647"/>
                    <a:pt x="3555" y="1420"/>
                    <a:pt x="3348" y="1297"/>
                  </a:cubicBezTo>
                  <a:cubicBezTo>
                    <a:pt x="2899" y="1090"/>
                    <a:pt x="2589" y="784"/>
                    <a:pt x="2426" y="390"/>
                  </a:cubicBezTo>
                  <a:cubicBezTo>
                    <a:pt x="2342" y="168"/>
                    <a:pt x="2115" y="20"/>
                    <a:pt x="189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1945775" y="5029196"/>
              <a:ext cx="61384" cy="60394"/>
            </a:xfrm>
            <a:custGeom>
              <a:avLst/>
              <a:gdLst/>
              <a:ahLst/>
              <a:cxnLst/>
              <a:rect l="l" t="t" r="r" b="b"/>
              <a:pathLst>
                <a:path w="3718" h="3658" extrusionOk="0">
                  <a:moveTo>
                    <a:pt x="1869" y="1252"/>
                  </a:moveTo>
                  <a:cubicBezTo>
                    <a:pt x="2032" y="1460"/>
                    <a:pt x="2219" y="1647"/>
                    <a:pt x="2421" y="1810"/>
                  </a:cubicBezTo>
                  <a:cubicBezTo>
                    <a:pt x="2219" y="1952"/>
                    <a:pt x="2032" y="2140"/>
                    <a:pt x="1869" y="2386"/>
                  </a:cubicBezTo>
                  <a:cubicBezTo>
                    <a:pt x="1701" y="2179"/>
                    <a:pt x="1519" y="1992"/>
                    <a:pt x="1292" y="1849"/>
                  </a:cubicBezTo>
                  <a:cubicBezTo>
                    <a:pt x="1519" y="1667"/>
                    <a:pt x="1701" y="1479"/>
                    <a:pt x="1869" y="1252"/>
                  </a:cubicBezTo>
                  <a:close/>
                  <a:moveTo>
                    <a:pt x="1908" y="0"/>
                  </a:moveTo>
                  <a:cubicBezTo>
                    <a:pt x="1662" y="0"/>
                    <a:pt x="1435" y="143"/>
                    <a:pt x="1332" y="350"/>
                  </a:cubicBezTo>
                  <a:cubicBezTo>
                    <a:pt x="1129" y="784"/>
                    <a:pt x="799" y="1110"/>
                    <a:pt x="370" y="1336"/>
                  </a:cubicBezTo>
                  <a:cubicBezTo>
                    <a:pt x="144" y="1440"/>
                    <a:pt x="1" y="1667"/>
                    <a:pt x="20" y="1913"/>
                  </a:cubicBezTo>
                  <a:cubicBezTo>
                    <a:pt x="40" y="2159"/>
                    <a:pt x="183" y="2362"/>
                    <a:pt x="430" y="2445"/>
                  </a:cubicBezTo>
                  <a:cubicBezTo>
                    <a:pt x="883" y="2608"/>
                    <a:pt x="1169" y="2879"/>
                    <a:pt x="1332" y="3288"/>
                  </a:cubicBezTo>
                  <a:cubicBezTo>
                    <a:pt x="1415" y="3515"/>
                    <a:pt x="1642" y="3658"/>
                    <a:pt x="1889" y="3658"/>
                  </a:cubicBezTo>
                  <a:lnTo>
                    <a:pt x="1908" y="3658"/>
                  </a:lnTo>
                  <a:cubicBezTo>
                    <a:pt x="2155" y="3658"/>
                    <a:pt x="2382" y="3495"/>
                    <a:pt x="2465" y="3269"/>
                  </a:cubicBezTo>
                  <a:cubicBezTo>
                    <a:pt x="2628" y="2815"/>
                    <a:pt x="2874" y="2549"/>
                    <a:pt x="3264" y="2426"/>
                  </a:cubicBezTo>
                  <a:cubicBezTo>
                    <a:pt x="3491" y="2362"/>
                    <a:pt x="3673" y="2140"/>
                    <a:pt x="3698" y="1893"/>
                  </a:cubicBezTo>
                  <a:cubicBezTo>
                    <a:pt x="3717" y="1647"/>
                    <a:pt x="3574" y="1420"/>
                    <a:pt x="3348" y="1297"/>
                  </a:cubicBezTo>
                  <a:cubicBezTo>
                    <a:pt x="2914" y="1090"/>
                    <a:pt x="2608" y="784"/>
                    <a:pt x="2441" y="390"/>
                  </a:cubicBezTo>
                  <a:cubicBezTo>
                    <a:pt x="2362" y="168"/>
                    <a:pt x="2135" y="20"/>
                    <a:pt x="190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1845662" y="4963759"/>
              <a:ext cx="521287" cy="318461"/>
            </a:xfrm>
            <a:custGeom>
              <a:avLst/>
              <a:gdLst/>
              <a:ahLst/>
              <a:cxnLst/>
              <a:rect l="l" t="t" r="r" b="b"/>
              <a:pathLst>
                <a:path w="31574" h="19289" extrusionOk="0">
                  <a:moveTo>
                    <a:pt x="13951" y="1006"/>
                  </a:moveTo>
                  <a:lnTo>
                    <a:pt x="13951" y="1006"/>
                  </a:lnTo>
                  <a:cubicBezTo>
                    <a:pt x="14892" y="1149"/>
                    <a:pt x="15799" y="1440"/>
                    <a:pt x="16662" y="1888"/>
                  </a:cubicBezTo>
                  <a:cubicBezTo>
                    <a:pt x="17544" y="2361"/>
                    <a:pt x="18362" y="2978"/>
                    <a:pt x="19062" y="3717"/>
                  </a:cubicBezTo>
                  <a:lnTo>
                    <a:pt x="17253" y="3717"/>
                  </a:lnTo>
                  <a:cubicBezTo>
                    <a:pt x="16391" y="2628"/>
                    <a:pt x="15306" y="1706"/>
                    <a:pt x="14049" y="1070"/>
                  </a:cubicBezTo>
                  <a:cubicBezTo>
                    <a:pt x="14030" y="1050"/>
                    <a:pt x="13990" y="1026"/>
                    <a:pt x="13951" y="1006"/>
                  </a:cubicBezTo>
                  <a:close/>
                  <a:moveTo>
                    <a:pt x="18141" y="4644"/>
                  </a:moveTo>
                  <a:lnTo>
                    <a:pt x="17584" y="6941"/>
                  </a:lnTo>
                  <a:lnTo>
                    <a:pt x="12842" y="6941"/>
                  </a:lnTo>
                  <a:lnTo>
                    <a:pt x="13926" y="4644"/>
                  </a:lnTo>
                  <a:close/>
                  <a:moveTo>
                    <a:pt x="24095" y="4644"/>
                  </a:moveTo>
                  <a:lnTo>
                    <a:pt x="24672" y="6941"/>
                  </a:lnTo>
                  <a:lnTo>
                    <a:pt x="18530" y="6941"/>
                  </a:lnTo>
                  <a:lnTo>
                    <a:pt x="19082" y="4644"/>
                  </a:lnTo>
                  <a:close/>
                  <a:moveTo>
                    <a:pt x="29251" y="4644"/>
                  </a:moveTo>
                  <a:lnTo>
                    <a:pt x="30341" y="6941"/>
                  </a:lnTo>
                  <a:lnTo>
                    <a:pt x="25613" y="6941"/>
                  </a:lnTo>
                  <a:lnTo>
                    <a:pt x="25061" y="4644"/>
                  </a:lnTo>
                  <a:close/>
                  <a:moveTo>
                    <a:pt x="9637" y="8543"/>
                  </a:moveTo>
                  <a:lnTo>
                    <a:pt x="10623" y="9529"/>
                  </a:lnTo>
                  <a:cubicBezTo>
                    <a:pt x="10773" y="9667"/>
                    <a:pt x="10962" y="9736"/>
                    <a:pt x="11149" y="9736"/>
                  </a:cubicBezTo>
                  <a:cubicBezTo>
                    <a:pt x="11295" y="9736"/>
                    <a:pt x="11440" y="9694"/>
                    <a:pt x="11565" y="9612"/>
                  </a:cubicBezTo>
                  <a:lnTo>
                    <a:pt x="12615" y="8893"/>
                  </a:lnTo>
                  <a:lnTo>
                    <a:pt x="12615" y="8893"/>
                  </a:lnTo>
                  <a:lnTo>
                    <a:pt x="12265" y="11214"/>
                  </a:lnTo>
                  <a:lnTo>
                    <a:pt x="7005" y="11214"/>
                  </a:lnTo>
                  <a:lnTo>
                    <a:pt x="6700" y="8937"/>
                  </a:lnTo>
                  <a:lnTo>
                    <a:pt x="6700" y="8937"/>
                  </a:lnTo>
                  <a:lnTo>
                    <a:pt x="7621" y="9593"/>
                  </a:lnTo>
                  <a:cubicBezTo>
                    <a:pt x="7753" y="9686"/>
                    <a:pt x="7904" y="9732"/>
                    <a:pt x="8053" y="9732"/>
                  </a:cubicBezTo>
                  <a:cubicBezTo>
                    <a:pt x="8234" y="9732"/>
                    <a:pt x="8413" y="9664"/>
                    <a:pt x="8548" y="9529"/>
                  </a:cubicBezTo>
                  <a:lnTo>
                    <a:pt x="9637" y="8543"/>
                  </a:lnTo>
                  <a:close/>
                  <a:moveTo>
                    <a:pt x="9637" y="3145"/>
                  </a:moveTo>
                  <a:cubicBezTo>
                    <a:pt x="10909" y="3145"/>
                    <a:pt x="12102" y="3490"/>
                    <a:pt x="13147" y="4170"/>
                  </a:cubicBezTo>
                  <a:lnTo>
                    <a:pt x="11688" y="7212"/>
                  </a:lnTo>
                  <a:cubicBezTo>
                    <a:pt x="11629" y="7355"/>
                    <a:pt x="11629" y="7517"/>
                    <a:pt x="11732" y="7641"/>
                  </a:cubicBezTo>
                  <a:cubicBezTo>
                    <a:pt x="11732" y="7660"/>
                    <a:pt x="12102" y="8114"/>
                    <a:pt x="12102" y="8114"/>
                  </a:cubicBezTo>
                  <a:lnTo>
                    <a:pt x="11156" y="8750"/>
                  </a:lnTo>
                  <a:lnTo>
                    <a:pt x="10150" y="7764"/>
                  </a:lnTo>
                  <a:cubicBezTo>
                    <a:pt x="10002" y="7628"/>
                    <a:pt x="9818" y="7562"/>
                    <a:pt x="9635" y="7562"/>
                  </a:cubicBezTo>
                  <a:cubicBezTo>
                    <a:pt x="9459" y="7562"/>
                    <a:pt x="9285" y="7623"/>
                    <a:pt x="9145" y="7744"/>
                  </a:cubicBezTo>
                  <a:lnTo>
                    <a:pt x="8035" y="8750"/>
                  </a:lnTo>
                  <a:lnTo>
                    <a:pt x="6862" y="7927"/>
                  </a:lnTo>
                  <a:cubicBezTo>
                    <a:pt x="6735" y="7833"/>
                    <a:pt x="6593" y="7787"/>
                    <a:pt x="6451" y="7787"/>
                  </a:cubicBezTo>
                  <a:cubicBezTo>
                    <a:pt x="6317" y="7787"/>
                    <a:pt x="6183" y="7828"/>
                    <a:pt x="6064" y="7907"/>
                  </a:cubicBezTo>
                  <a:cubicBezTo>
                    <a:pt x="5793" y="8050"/>
                    <a:pt x="5669" y="8341"/>
                    <a:pt x="5714" y="8646"/>
                  </a:cubicBezTo>
                  <a:lnTo>
                    <a:pt x="6103" y="11422"/>
                  </a:lnTo>
                  <a:lnTo>
                    <a:pt x="6103" y="11441"/>
                  </a:lnTo>
                  <a:cubicBezTo>
                    <a:pt x="6187" y="11850"/>
                    <a:pt x="6532" y="12141"/>
                    <a:pt x="6946" y="12141"/>
                  </a:cubicBezTo>
                  <a:lnTo>
                    <a:pt x="12324" y="12141"/>
                  </a:lnTo>
                  <a:cubicBezTo>
                    <a:pt x="12758" y="12141"/>
                    <a:pt x="13108" y="11850"/>
                    <a:pt x="13167" y="11441"/>
                  </a:cubicBezTo>
                  <a:lnTo>
                    <a:pt x="13167" y="11422"/>
                  </a:lnTo>
                  <a:lnTo>
                    <a:pt x="13413" y="9677"/>
                  </a:lnTo>
                  <a:lnTo>
                    <a:pt x="14049" y="10416"/>
                  </a:lnTo>
                  <a:cubicBezTo>
                    <a:pt x="14133" y="10515"/>
                    <a:pt x="14276" y="10579"/>
                    <a:pt x="14399" y="10579"/>
                  </a:cubicBezTo>
                  <a:cubicBezTo>
                    <a:pt x="14503" y="10579"/>
                    <a:pt x="14606" y="10539"/>
                    <a:pt x="14710" y="10475"/>
                  </a:cubicBezTo>
                  <a:cubicBezTo>
                    <a:pt x="14892" y="10312"/>
                    <a:pt x="14912" y="10022"/>
                    <a:pt x="14749" y="9819"/>
                  </a:cubicBezTo>
                  <a:cubicBezTo>
                    <a:pt x="14749" y="9819"/>
                    <a:pt x="13127" y="7887"/>
                    <a:pt x="13108" y="7867"/>
                  </a:cubicBezTo>
                  <a:lnTo>
                    <a:pt x="17623" y="7867"/>
                  </a:lnTo>
                  <a:lnTo>
                    <a:pt x="20438" y="16578"/>
                  </a:lnTo>
                  <a:lnTo>
                    <a:pt x="20438" y="16578"/>
                  </a:lnTo>
                  <a:lnTo>
                    <a:pt x="15942" y="11234"/>
                  </a:lnTo>
                  <a:cubicBezTo>
                    <a:pt x="15846" y="11130"/>
                    <a:pt x="15711" y="11071"/>
                    <a:pt x="15579" y="11071"/>
                  </a:cubicBezTo>
                  <a:cubicBezTo>
                    <a:pt x="15481" y="11071"/>
                    <a:pt x="15384" y="11103"/>
                    <a:pt x="15306" y="11175"/>
                  </a:cubicBezTo>
                  <a:cubicBezTo>
                    <a:pt x="15099" y="11338"/>
                    <a:pt x="15079" y="11648"/>
                    <a:pt x="15242" y="11831"/>
                  </a:cubicBezTo>
                  <a:lnTo>
                    <a:pt x="15592" y="12264"/>
                  </a:lnTo>
                  <a:cubicBezTo>
                    <a:pt x="15119" y="13349"/>
                    <a:pt x="14340" y="14295"/>
                    <a:pt x="13354" y="14995"/>
                  </a:cubicBezTo>
                  <a:cubicBezTo>
                    <a:pt x="12265" y="15754"/>
                    <a:pt x="10968" y="16144"/>
                    <a:pt x="9637" y="16144"/>
                  </a:cubicBezTo>
                  <a:cubicBezTo>
                    <a:pt x="6064" y="16144"/>
                    <a:pt x="3145" y="13226"/>
                    <a:pt x="3145" y="9652"/>
                  </a:cubicBezTo>
                  <a:cubicBezTo>
                    <a:pt x="3145" y="6058"/>
                    <a:pt x="6064" y="3145"/>
                    <a:pt x="9637" y="3145"/>
                  </a:cubicBezTo>
                  <a:close/>
                  <a:moveTo>
                    <a:pt x="30094" y="7867"/>
                  </a:moveTo>
                  <a:lnTo>
                    <a:pt x="22759" y="16578"/>
                  </a:lnTo>
                  <a:lnTo>
                    <a:pt x="25574" y="7867"/>
                  </a:lnTo>
                  <a:close/>
                  <a:moveTo>
                    <a:pt x="24588" y="7867"/>
                  </a:moveTo>
                  <a:lnTo>
                    <a:pt x="21591" y="17169"/>
                  </a:lnTo>
                  <a:lnTo>
                    <a:pt x="18589" y="7867"/>
                  </a:lnTo>
                  <a:close/>
                  <a:moveTo>
                    <a:pt x="17771" y="14828"/>
                  </a:moveTo>
                  <a:lnTo>
                    <a:pt x="18693" y="15937"/>
                  </a:lnTo>
                  <a:cubicBezTo>
                    <a:pt x="17377" y="17214"/>
                    <a:pt x="15735" y="18012"/>
                    <a:pt x="13951" y="18278"/>
                  </a:cubicBezTo>
                  <a:cubicBezTo>
                    <a:pt x="15489" y="17499"/>
                    <a:pt x="16824" y="16331"/>
                    <a:pt x="17771" y="14828"/>
                  </a:cubicBezTo>
                  <a:close/>
                  <a:moveTo>
                    <a:pt x="9637" y="0"/>
                  </a:moveTo>
                  <a:cubicBezTo>
                    <a:pt x="4314" y="0"/>
                    <a:pt x="1" y="4333"/>
                    <a:pt x="1" y="9652"/>
                  </a:cubicBezTo>
                  <a:cubicBezTo>
                    <a:pt x="1" y="11954"/>
                    <a:pt x="824" y="14192"/>
                    <a:pt x="2342" y="15961"/>
                  </a:cubicBezTo>
                  <a:cubicBezTo>
                    <a:pt x="2426" y="16060"/>
                    <a:pt x="2569" y="16104"/>
                    <a:pt x="2692" y="16104"/>
                  </a:cubicBezTo>
                  <a:cubicBezTo>
                    <a:pt x="2795" y="16104"/>
                    <a:pt x="2899" y="16085"/>
                    <a:pt x="3003" y="16001"/>
                  </a:cubicBezTo>
                  <a:cubicBezTo>
                    <a:pt x="3185" y="15838"/>
                    <a:pt x="3205" y="15547"/>
                    <a:pt x="3042" y="15345"/>
                  </a:cubicBezTo>
                  <a:cubicBezTo>
                    <a:pt x="1667" y="13763"/>
                    <a:pt x="927" y="11747"/>
                    <a:pt x="927" y="9652"/>
                  </a:cubicBezTo>
                  <a:cubicBezTo>
                    <a:pt x="927" y="4826"/>
                    <a:pt x="4831" y="927"/>
                    <a:pt x="9637" y="927"/>
                  </a:cubicBezTo>
                  <a:cubicBezTo>
                    <a:pt x="11052" y="927"/>
                    <a:pt x="12388" y="1252"/>
                    <a:pt x="13640" y="1888"/>
                  </a:cubicBezTo>
                  <a:cubicBezTo>
                    <a:pt x="14522" y="2361"/>
                    <a:pt x="15346" y="2978"/>
                    <a:pt x="16046" y="3717"/>
                  </a:cubicBezTo>
                  <a:lnTo>
                    <a:pt x="14133" y="3717"/>
                  </a:lnTo>
                  <a:cubicBezTo>
                    <a:pt x="12817" y="2731"/>
                    <a:pt x="11279" y="2218"/>
                    <a:pt x="9637" y="2218"/>
                  </a:cubicBezTo>
                  <a:cubicBezTo>
                    <a:pt x="5546" y="2218"/>
                    <a:pt x="2219" y="5546"/>
                    <a:pt x="2219" y="9652"/>
                  </a:cubicBezTo>
                  <a:cubicBezTo>
                    <a:pt x="2219" y="13743"/>
                    <a:pt x="5546" y="17071"/>
                    <a:pt x="9637" y="17071"/>
                  </a:cubicBezTo>
                  <a:cubicBezTo>
                    <a:pt x="11156" y="17071"/>
                    <a:pt x="12634" y="16617"/>
                    <a:pt x="13867" y="15754"/>
                  </a:cubicBezTo>
                  <a:cubicBezTo>
                    <a:pt x="14892" y="15035"/>
                    <a:pt x="15696" y="14113"/>
                    <a:pt x="16248" y="13043"/>
                  </a:cubicBezTo>
                  <a:lnTo>
                    <a:pt x="17130" y="14088"/>
                  </a:lnTo>
                  <a:cubicBezTo>
                    <a:pt x="15572" y="16740"/>
                    <a:pt x="12718" y="18362"/>
                    <a:pt x="9637" y="18362"/>
                  </a:cubicBezTo>
                  <a:cubicBezTo>
                    <a:pt x="7705" y="18362"/>
                    <a:pt x="5857" y="17746"/>
                    <a:pt x="4314" y="16553"/>
                  </a:cubicBezTo>
                  <a:cubicBezTo>
                    <a:pt x="4229" y="16485"/>
                    <a:pt x="4130" y="16452"/>
                    <a:pt x="4032" y="16452"/>
                  </a:cubicBezTo>
                  <a:cubicBezTo>
                    <a:pt x="3895" y="16452"/>
                    <a:pt x="3761" y="16516"/>
                    <a:pt x="3678" y="16637"/>
                  </a:cubicBezTo>
                  <a:cubicBezTo>
                    <a:pt x="3515" y="16844"/>
                    <a:pt x="3555" y="17130"/>
                    <a:pt x="3762" y="17292"/>
                  </a:cubicBezTo>
                  <a:cubicBezTo>
                    <a:pt x="5447" y="18589"/>
                    <a:pt x="7498" y="19289"/>
                    <a:pt x="9637" y="19289"/>
                  </a:cubicBezTo>
                  <a:lnTo>
                    <a:pt x="12654" y="19289"/>
                  </a:lnTo>
                  <a:cubicBezTo>
                    <a:pt x="15158" y="19289"/>
                    <a:pt x="17500" y="18362"/>
                    <a:pt x="19289" y="16656"/>
                  </a:cubicBezTo>
                  <a:lnTo>
                    <a:pt x="21241" y="18978"/>
                  </a:lnTo>
                  <a:cubicBezTo>
                    <a:pt x="21320" y="19082"/>
                    <a:pt x="21468" y="19141"/>
                    <a:pt x="21591" y="19141"/>
                  </a:cubicBezTo>
                  <a:cubicBezTo>
                    <a:pt x="21734" y="19141"/>
                    <a:pt x="21857" y="19082"/>
                    <a:pt x="21961" y="18978"/>
                  </a:cubicBezTo>
                  <a:lnTo>
                    <a:pt x="31425" y="7705"/>
                  </a:lnTo>
                  <a:lnTo>
                    <a:pt x="31470" y="7641"/>
                  </a:lnTo>
                  <a:cubicBezTo>
                    <a:pt x="31548" y="7517"/>
                    <a:pt x="31573" y="7355"/>
                    <a:pt x="31489" y="7212"/>
                  </a:cubicBezTo>
                  <a:lnTo>
                    <a:pt x="29971" y="3983"/>
                  </a:lnTo>
                  <a:cubicBezTo>
                    <a:pt x="29887" y="3820"/>
                    <a:pt x="29725" y="3717"/>
                    <a:pt x="29557" y="3717"/>
                  </a:cubicBezTo>
                  <a:lnTo>
                    <a:pt x="20275" y="3717"/>
                  </a:lnTo>
                  <a:cubicBezTo>
                    <a:pt x="19412" y="2628"/>
                    <a:pt x="18323" y="1706"/>
                    <a:pt x="17071" y="1070"/>
                  </a:cubicBezTo>
                  <a:cubicBezTo>
                    <a:pt x="15715" y="370"/>
                    <a:pt x="14197" y="0"/>
                    <a:pt x="126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535ABFE7-3C8D-1233-3435-B2C67F288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A129828-DFFF-CAD0-8DF3-B5382DBE9EC0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2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aphicFrame>
        <p:nvGraphicFramePr>
          <p:cNvPr id="526" name="Google Shape;526;p22"/>
          <p:cNvGraphicFramePr/>
          <p:nvPr/>
        </p:nvGraphicFramePr>
        <p:xfrm>
          <a:off x="848925" y="1157375"/>
          <a:ext cx="7465950" cy="3352750"/>
        </p:xfrm>
        <a:graphic>
          <a:graphicData uri="http://schemas.openxmlformats.org/drawingml/2006/table">
            <a:tbl>
              <a:tblPr>
                <a:noFill/>
                <a:tableStyleId>{53BAE949-E040-40C8-B60A-91FA4EEEBF5B}</a:tableStyleId>
              </a:tblPr>
              <a:tblGrid>
                <a:gridCol w="124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4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Mon</a:t>
                      </a:r>
                      <a:endParaRPr sz="1600"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Tue</a:t>
                      </a:r>
                      <a:endParaRPr sz="1600"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Wed</a:t>
                      </a:r>
                      <a:endParaRPr sz="1600"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Thu</a:t>
                      </a:r>
                      <a:endParaRPr sz="1600"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Fri</a:t>
                      </a:r>
                      <a:endParaRPr sz="1600"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Week 1</a:t>
                      </a:r>
                      <a:endParaRPr sz="1800">
                        <a:solidFill>
                          <a:schemeClr val="accen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We all live on Earth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Venus has a nice name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Week 2</a:t>
                      </a:r>
                      <a:endParaRPr sz="1800">
                        <a:solidFill>
                          <a:schemeClr val="accen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Mars is a cold planet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Week 3</a:t>
                      </a:r>
                      <a:endParaRPr sz="1800">
                        <a:solidFill>
                          <a:schemeClr val="accen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Neptune is an ice giant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Jupiter is very big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Week 4</a:t>
                      </a:r>
                      <a:endParaRPr sz="1800">
                        <a:solidFill>
                          <a:schemeClr val="accen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Mercury is very small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Saturn is a gas giant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40E61BA3-08E1-6D19-C77B-A8448858A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8404F07-3259-F86C-DE04-D455F4FA1EF3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3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532" name="Google Shape;532;p23"/>
          <p:cNvGrpSpPr/>
          <p:nvPr/>
        </p:nvGrpSpPr>
        <p:grpSpPr>
          <a:xfrm>
            <a:off x="720000" y="1306450"/>
            <a:ext cx="2718000" cy="2920975"/>
            <a:chOff x="720000" y="1306450"/>
            <a:chExt cx="2718000" cy="2920975"/>
          </a:xfrm>
        </p:grpSpPr>
        <p:sp>
          <p:nvSpPr>
            <p:cNvPr id="533" name="Google Shape;533;p23"/>
            <p:cNvSpPr/>
            <p:nvPr/>
          </p:nvSpPr>
          <p:spPr>
            <a:xfrm>
              <a:off x="1428713" y="1306450"/>
              <a:ext cx="1300500" cy="547200"/>
            </a:xfrm>
            <a:prstGeom prst="roundRect">
              <a:avLst>
                <a:gd name="adj" fmla="val 0"/>
              </a:avLst>
            </a:pr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5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Game 1</a:t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534" name="Google Shape;534;p23"/>
            <p:cNvSpPr txBox="1"/>
            <p:nvPr/>
          </p:nvSpPr>
          <p:spPr>
            <a:xfrm>
              <a:off x="720000" y="3684725"/>
              <a:ext cx="2718000" cy="54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Chrono quest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5014400" y="1209358"/>
            <a:ext cx="3408975" cy="741392"/>
            <a:chOff x="5014400" y="1209358"/>
            <a:chExt cx="3408975" cy="741392"/>
          </a:xfrm>
        </p:grpSpPr>
        <p:sp>
          <p:nvSpPr>
            <p:cNvPr id="536" name="Google Shape;536;p23"/>
            <p:cNvSpPr txBox="1"/>
            <p:nvPr/>
          </p:nvSpPr>
          <p:spPr>
            <a:xfrm>
              <a:off x="5840675" y="1209450"/>
              <a:ext cx="2582700" cy="74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37" name="Google Shape;537;p23"/>
            <p:cNvSpPr/>
            <p:nvPr/>
          </p:nvSpPr>
          <p:spPr>
            <a:xfrm>
              <a:off x="5014400" y="1209358"/>
              <a:ext cx="741300" cy="741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01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538" name="Google Shape;538;p23"/>
          <p:cNvGrpSpPr/>
          <p:nvPr/>
        </p:nvGrpSpPr>
        <p:grpSpPr>
          <a:xfrm>
            <a:off x="5014463" y="2397413"/>
            <a:ext cx="3408913" cy="741332"/>
            <a:chOff x="5014463" y="2397413"/>
            <a:chExt cx="3408913" cy="741332"/>
          </a:xfrm>
        </p:grpSpPr>
        <p:sp>
          <p:nvSpPr>
            <p:cNvPr id="539" name="Google Shape;539;p23"/>
            <p:cNvSpPr txBox="1"/>
            <p:nvPr/>
          </p:nvSpPr>
          <p:spPr>
            <a:xfrm>
              <a:off x="5840675" y="2397413"/>
              <a:ext cx="2582700" cy="74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Despite being red, Mars is a cold place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40" name="Google Shape;540;p23"/>
            <p:cNvSpPr/>
            <p:nvPr/>
          </p:nvSpPr>
          <p:spPr>
            <a:xfrm>
              <a:off x="5014463" y="2397445"/>
              <a:ext cx="741300" cy="741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02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541" name="Google Shape;541;p23"/>
          <p:cNvGrpSpPr/>
          <p:nvPr/>
        </p:nvGrpSpPr>
        <p:grpSpPr>
          <a:xfrm>
            <a:off x="5014483" y="3585425"/>
            <a:ext cx="3408892" cy="741325"/>
            <a:chOff x="5014483" y="3585425"/>
            <a:chExt cx="3408892" cy="741325"/>
          </a:xfrm>
        </p:grpSpPr>
        <p:sp>
          <p:nvSpPr>
            <p:cNvPr id="542" name="Google Shape;542;p23"/>
            <p:cNvSpPr txBox="1"/>
            <p:nvPr/>
          </p:nvSpPr>
          <p:spPr>
            <a:xfrm>
              <a:off x="5840675" y="3585425"/>
              <a:ext cx="2582700" cy="74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a gas giant and the biggest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43" name="Google Shape;543;p23"/>
            <p:cNvSpPr/>
            <p:nvPr/>
          </p:nvSpPr>
          <p:spPr>
            <a:xfrm>
              <a:off x="5014483" y="3585450"/>
              <a:ext cx="741300" cy="741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03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cxnSp>
        <p:nvCxnSpPr>
          <p:cNvPr id="544" name="Google Shape;544;p23"/>
          <p:cNvCxnSpPr>
            <a:stCxn id="534" idx="3"/>
            <a:endCxn id="537" idx="2"/>
          </p:cNvCxnSpPr>
          <p:nvPr/>
        </p:nvCxnSpPr>
        <p:spPr>
          <a:xfrm rot="10800000" flipH="1">
            <a:off x="3438000" y="1580075"/>
            <a:ext cx="1576500" cy="2376000"/>
          </a:xfrm>
          <a:prstGeom prst="bentConnector3">
            <a:avLst>
              <a:gd name="adj1" fmla="val 4999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5" name="Google Shape;545;p23"/>
          <p:cNvCxnSpPr>
            <a:stCxn id="534" idx="3"/>
            <a:endCxn id="540" idx="2"/>
          </p:cNvCxnSpPr>
          <p:nvPr/>
        </p:nvCxnSpPr>
        <p:spPr>
          <a:xfrm rot="10800000" flipH="1">
            <a:off x="3438000" y="2768075"/>
            <a:ext cx="1576500" cy="1188000"/>
          </a:xfrm>
          <a:prstGeom prst="bentConnector3">
            <a:avLst>
              <a:gd name="adj1" fmla="val 49999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6" name="Google Shape;546;p23"/>
          <p:cNvCxnSpPr>
            <a:stCxn id="534" idx="3"/>
            <a:endCxn id="543" idx="2"/>
          </p:cNvCxnSpPr>
          <p:nvPr/>
        </p:nvCxnSpPr>
        <p:spPr>
          <a:xfrm>
            <a:off x="3438000" y="3956075"/>
            <a:ext cx="1576500" cy="600"/>
          </a:xfrm>
          <a:prstGeom prst="bentConnector3">
            <a:avLst>
              <a:gd name="adj1" fmla="val 49999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" name="Google Shape;547;p23"/>
          <p:cNvCxnSpPr>
            <a:stCxn id="533" idx="2"/>
            <a:endCxn id="548" idx="0"/>
          </p:cNvCxnSpPr>
          <p:nvPr/>
        </p:nvCxnSpPr>
        <p:spPr>
          <a:xfrm>
            <a:off x="2078963" y="1853650"/>
            <a:ext cx="0" cy="3828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9" name="Google Shape;549;p23"/>
          <p:cNvCxnSpPr>
            <a:stCxn id="548" idx="4"/>
            <a:endCxn id="534" idx="0"/>
          </p:cNvCxnSpPr>
          <p:nvPr/>
        </p:nvCxnSpPr>
        <p:spPr>
          <a:xfrm>
            <a:off x="2079000" y="3301988"/>
            <a:ext cx="0" cy="3828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8" name="Google Shape;548;p23"/>
          <p:cNvSpPr/>
          <p:nvPr/>
        </p:nvSpPr>
        <p:spPr>
          <a:xfrm>
            <a:off x="1546200" y="2236388"/>
            <a:ext cx="1065600" cy="10656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3"/>
          <p:cNvGrpSpPr/>
          <p:nvPr/>
        </p:nvGrpSpPr>
        <p:grpSpPr>
          <a:xfrm>
            <a:off x="1915998" y="2558901"/>
            <a:ext cx="325972" cy="420636"/>
            <a:chOff x="1414307" y="2774310"/>
            <a:chExt cx="430099" cy="547561"/>
          </a:xfrm>
        </p:grpSpPr>
        <p:sp>
          <p:nvSpPr>
            <p:cNvPr id="551" name="Google Shape;551;p23"/>
            <p:cNvSpPr/>
            <p:nvPr/>
          </p:nvSpPr>
          <p:spPr>
            <a:xfrm>
              <a:off x="1580786" y="3011016"/>
              <a:ext cx="55612" cy="270572"/>
            </a:xfrm>
            <a:custGeom>
              <a:avLst/>
              <a:gdLst/>
              <a:ahLst/>
              <a:cxnLst/>
              <a:rect l="l" t="t" r="r" b="b"/>
              <a:pathLst>
                <a:path w="156" h="759" extrusionOk="0">
                  <a:moveTo>
                    <a:pt x="0" y="0"/>
                  </a:moveTo>
                  <a:cubicBezTo>
                    <a:pt x="0" y="710"/>
                    <a:pt x="0" y="710"/>
                    <a:pt x="0" y="710"/>
                  </a:cubicBezTo>
                  <a:cubicBezTo>
                    <a:pt x="0" y="737"/>
                    <a:pt x="22" y="759"/>
                    <a:pt x="49" y="759"/>
                  </a:cubicBezTo>
                  <a:cubicBezTo>
                    <a:pt x="107" y="759"/>
                    <a:pt x="107" y="759"/>
                    <a:pt x="107" y="759"/>
                  </a:cubicBezTo>
                  <a:cubicBezTo>
                    <a:pt x="134" y="759"/>
                    <a:pt x="156" y="737"/>
                    <a:pt x="156" y="710"/>
                  </a:cubicBezTo>
                  <a:cubicBezTo>
                    <a:pt x="156" y="0"/>
                    <a:pt x="156" y="0"/>
                    <a:pt x="156" y="0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E458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1469206" y="3011016"/>
              <a:ext cx="55968" cy="270572"/>
            </a:xfrm>
            <a:custGeom>
              <a:avLst/>
              <a:gdLst/>
              <a:ahLst/>
              <a:cxnLst/>
              <a:rect l="l" t="t" r="r" b="b"/>
              <a:pathLst>
                <a:path w="157" h="759" extrusionOk="0">
                  <a:moveTo>
                    <a:pt x="0" y="0"/>
                  </a:moveTo>
                  <a:cubicBezTo>
                    <a:pt x="0" y="710"/>
                    <a:pt x="0" y="710"/>
                    <a:pt x="0" y="710"/>
                  </a:cubicBezTo>
                  <a:cubicBezTo>
                    <a:pt x="0" y="737"/>
                    <a:pt x="22" y="759"/>
                    <a:pt x="49" y="759"/>
                  </a:cubicBezTo>
                  <a:cubicBezTo>
                    <a:pt x="108" y="759"/>
                    <a:pt x="108" y="759"/>
                    <a:pt x="108" y="759"/>
                  </a:cubicBezTo>
                  <a:cubicBezTo>
                    <a:pt x="135" y="759"/>
                    <a:pt x="157" y="737"/>
                    <a:pt x="157" y="710"/>
                  </a:cubicBezTo>
                  <a:cubicBezTo>
                    <a:pt x="157" y="0"/>
                    <a:pt x="157" y="0"/>
                    <a:pt x="157" y="0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E458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23"/>
            <p:cNvSpPr/>
            <p:nvPr/>
          </p:nvSpPr>
          <p:spPr>
            <a:xfrm>
              <a:off x="1525174" y="3011016"/>
              <a:ext cx="55612" cy="270572"/>
            </a:xfrm>
            <a:custGeom>
              <a:avLst/>
              <a:gdLst/>
              <a:ahLst/>
              <a:cxnLst/>
              <a:rect l="l" t="t" r="r" b="b"/>
              <a:pathLst>
                <a:path w="156" h="759" extrusionOk="0">
                  <a:moveTo>
                    <a:pt x="0" y="0"/>
                  </a:moveTo>
                  <a:cubicBezTo>
                    <a:pt x="0" y="710"/>
                    <a:pt x="0" y="710"/>
                    <a:pt x="0" y="710"/>
                  </a:cubicBezTo>
                  <a:cubicBezTo>
                    <a:pt x="0" y="737"/>
                    <a:pt x="22" y="759"/>
                    <a:pt x="49" y="759"/>
                  </a:cubicBezTo>
                  <a:cubicBezTo>
                    <a:pt x="107" y="759"/>
                    <a:pt x="107" y="759"/>
                    <a:pt x="107" y="759"/>
                  </a:cubicBezTo>
                  <a:cubicBezTo>
                    <a:pt x="134" y="759"/>
                    <a:pt x="156" y="737"/>
                    <a:pt x="156" y="710"/>
                  </a:cubicBezTo>
                  <a:cubicBezTo>
                    <a:pt x="156" y="0"/>
                    <a:pt x="156" y="0"/>
                    <a:pt x="156" y="0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E715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1636397" y="3011016"/>
              <a:ext cx="55968" cy="270572"/>
            </a:xfrm>
            <a:custGeom>
              <a:avLst/>
              <a:gdLst/>
              <a:ahLst/>
              <a:cxnLst/>
              <a:rect l="l" t="t" r="r" b="b"/>
              <a:pathLst>
                <a:path w="157" h="759" extrusionOk="0">
                  <a:moveTo>
                    <a:pt x="0" y="0"/>
                  </a:moveTo>
                  <a:cubicBezTo>
                    <a:pt x="0" y="710"/>
                    <a:pt x="0" y="710"/>
                    <a:pt x="0" y="710"/>
                  </a:cubicBezTo>
                  <a:cubicBezTo>
                    <a:pt x="0" y="737"/>
                    <a:pt x="22" y="759"/>
                    <a:pt x="49" y="759"/>
                  </a:cubicBezTo>
                  <a:cubicBezTo>
                    <a:pt x="108" y="759"/>
                    <a:pt x="108" y="759"/>
                    <a:pt x="108" y="759"/>
                  </a:cubicBezTo>
                  <a:cubicBezTo>
                    <a:pt x="135" y="759"/>
                    <a:pt x="157" y="737"/>
                    <a:pt x="157" y="710"/>
                  </a:cubicBezTo>
                  <a:cubicBezTo>
                    <a:pt x="157" y="0"/>
                    <a:pt x="157" y="0"/>
                    <a:pt x="157" y="0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E715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23"/>
            <p:cNvSpPr/>
            <p:nvPr/>
          </p:nvSpPr>
          <p:spPr>
            <a:xfrm>
              <a:off x="1497368" y="3043100"/>
              <a:ext cx="55612" cy="270572"/>
            </a:xfrm>
            <a:custGeom>
              <a:avLst/>
              <a:gdLst/>
              <a:ahLst/>
              <a:cxnLst/>
              <a:rect l="l" t="t" r="r" b="b"/>
              <a:pathLst>
                <a:path w="156" h="759" extrusionOk="0">
                  <a:moveTo>
                    <a:pt x="0" y="0"/>
                  </a:moveTo>
                  <a:cubicBezTo>
                    <a:pt x="0" y="710"/>
                    <a:pt x="0" y="710"/>
                    <a:pt x="0" y="710"/>
                  </a:cubicBezTo>
                  <a:cubicBezTo>
                    <a:pt x="0" y="737"/>
                    <a:pt x="21" y="759"/>
                    <a:pt x="49" y="759"/>
                  </a:cubicBezTo>
                  <a:cubicBezTo>
                    <a:pt x="107" y="759"/>
                    <a:pt x="107" y="759"/>
                    <a:pt x="107" y="759"/>
                  </a:cubicBezTo>
                  <a:cubicBezTo>
                    <a:pt x="134" y="759"/>
                    <a:pt x="156" y="737"/>
                    <a:pt x="156" y="710"/>
                  </a:cubicBezTo>
                  <a:cubicBezTo>
                    <a:pt x="156" y="0"/>
                    <a:pt x="156" y="0"/>
                    <a:pt x="156" y="0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23"/>
            <p:cNvSpPr/>
            <p:nvPr/>
          </p:nvSpPr>
          <p:spPr>
            <a:xfrm>
              <a:off x="1552980" y="3043100"/>
              <a:ext cx="55612" cy="270572"/>
            </a:xfrm>
            <a:custGeom>
              <a:avLst/>
              <a:gdLst/>
              <a:ahLst/>
              <a:cxnLst/>
              <a:rect l="l" t="t" r="r" b="b"/>
              <a:pathLst>
                <a:path w="156" h="759" extrusionOk="0">
                  <a:moveTo>
                    <a:pt x="0" y="0"/>
                  </a:moveTo>
                  <a:cubicBezTo>
                    <a:pt x="0" y="710"/>
                    <a:pt x="0" y="710"/>
                    <a:pt x="0" y="710"/>
                  </a:cubicBezTo>
                  <a:cubicBezTo>
                    <a:pt x="0" y="737"/>
                    <a:pt x="22" y="759"/>
                    <a:pt x="49" y="759"/>
                  </a:cubicBezTo>
                  <a:cubicBezTo>
                    <a:pt x="107" y="759"/>
                    <a:pt x="107" y="759"/>
                    <a:pt x="107" y="759"/>
                  </a:cubicBezTo>
                  <a:cubicBezTo>
                    <a:pt x="134" y="759"/>
                    <a:pt x="156" y="737"/>
                    <a:pt x="156" y="710"/>
                  </a:cubicBezTo>
                  <a:cubicBezTo>
                    <a:pt x="156" y="0"/>
                    <a:pt x="156" y="0"/>
                    <a:pt x="156" y="0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23"/>
            <p:cNvSpPr/>
            <p:nvPr/>
          </p:nvSpPr>
          <p:spPr>
            <a:xfrm>
              <a:off x="1608591" y="3043100"/>
              <a:ext cx="55612" cy="270572"/>
            </a:xfrm>
            <a:custGeom>
              <a:avLst/>
              <a:gdLst/>
              <a:ahLst/>
              <a:cxnLst/>
              <a:rect l="l" t="t" r="r" b="b"/>
              <a:pathLst>
                <a:path w="156" h="759" extrusionOk="0">
                  <a:moveTo>
                    <a:pt x="0" y="0"/>
                  </a:moveTo>
                  <a:cubicBezTo>
                    <a:pt x="0" y="710"/>
                    <a:pt x="0" y="710"/>
                    <a:pt x="0" y="710"/>
                  </a:cubicBezTo>
                  <a:cubicBezTo>
                    <a:pt x="0" y="737"/>
                    <a:pt x="22" y="759"/>
                    <a:pt x="49" y="759"/>
                  </a:cubicBezTo>
                  <a:cubicBezTo>
                    <a:pt x="107" y="759"/>
                    <a:pt x="107" y="759"/>
                    <a:pt x="107" y="759"/>
                  </a:cubicBezTo>
                  <a:cubicBezTo>
                    <a:pt x="134" y="759"/>
                    <a:pt x="156" y="737"/>
                    <a:pt x="156" y="710"/>
                  </a:cubicBezTo>
                  <a:cubicBezTo>
                    <a:pt x="156" y="0"/>
                    <a:pt x="156" y="0"/>
                    <a:pt x="156" y="0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23"/>
            <p:cNvSpPr/>
            <p:nvPr/>
          </p:nvSpPr>
          <p:spPr>
            <a:xfrm>
              <a:off x="1441400" y="3043100"/>
              <a:ext cx="55968" cy="270572"/>
            </a:xfrm>
            <a:custGeom>
              <a:avLst/>
              <a:gdLst/>
              <a:ahLst/>
              <a:cxnLst/>
              <a:rect l="l" t="t" r="r" b="b"/>
              <a:pathLst>
                <a:path w="157" h="759" extrusionOk="0">
                  <a:moveTo>
                    <a:pt x="0" y="0"/>
                  </a:moveTo>
                  <a:cubicBezTo>
                    <a:pt x="0" y="710"/>
                    <a:pt x="0" y="710"/>
                    <a:pt x="0" y="710"/>
                  </a:cubicBezTo>
                  <a:cubicBezTo>
                    <a:pt x="0" y="737"/>
                    <a:pt x="22" y="759"/>
                    <a:pt x="49" y="759"/>
                  </a:cubicBezTo>
                  <a:cubicBezTo>
                    <a:pt x="107" y="759"/>
                    <a:pt x="107" y="759"/>
                    <a:pt x="107" y="759"/>
                  </a:cubicBezTo>
                  <a:cubicBezTo>
                    <a:pt x="135" y="759"/>
                    <a:pt x="157" y="737"/>
                    <a:pt x="157" y="710"/>
                  </a:cubicBezTo>
                  <a:cubicBezTo>
                    <a:pt x="157" y="0"/>
                    <a:pt x="157" y="0"/>
                    <a:pt x="157" y="0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23"/>
            <p:cNvSpPr/>
            <p:nvPr/>
          </p:nvSpPr>
          <p:spPr>
            <a:xfrm>
              <a:off x="1664203" y="3043100"/>
              <a:ext cx="55968" cy="270572"/>
            </a:xfrm>
            <a:custGeom>
              <a:avLst/>
              <a:gdLst/>
              <a:ahLst/>
              <a:cxnLst/>
              <a:rect l="l" t="t" r="r" b="b"/>
              <a:pathLst>
                <a:path w="157" h="759" extrusionOk="0">
                  <a:moveTo>
                    <a:pt x="0" y="0"/>
                  </a:moveTo>
                  <a:cubicBezTo>
                    <a:pt x="0" y="710"/>
                    <a:pt x="0" y="710"/>
                    <a:pt x="0" y="710"/>
                  </a:cubicBezTo>
                  <a:cubicBezTo>
                    <a:pt x="0" y="737"/>
                    <a:pt x="22" y="759"/>
                    <a:pt x="49" y="759"/>
                  </a:cubicBezTo>
                  <a:cubicBezTo>
                    <a:pt x="108" y="759"/>
                    <a:pt x="108" y="759"/>
                    <a:pt x="108" y="759"/>
                  </a:cubicBezTo>
                  <a:cubicBezTo>
                    <a:pt x="135" y="759"/>
                    <a:pt x="157" y="737"/>
                    <a:pt x="157" y="710"/>
                  </a:cubicBezTo>
                  <a:cubicBezTo>
                    <a:pt x="157" y="0"/>
                    <a:pt x="157" y="0"/>
                    <a:pt x="157" y="0"/>
                  </a:cubicBezTo>
                  <a:lnTo>
                    <a:pt x="0" y="0"/>
                  </a:ln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23"/>
            <p:cNvSpPr/>
            <p:nvPr/>
          </p:nvSpPr>
          <p:spPr>
            <a:xfrm>
              <a:off x="1567239" y="2828496"/>
              <a:ext cx="199275" cy="189650"/>
            </a:xfrm>
            <a:custGeom>
              <a:avLst/>
              <a:gdLst/>
              <a:ahLst/>
              <a:cxnLst/>
              <a:rect l="l" t="t" r="r" b="b"/>
              <a:pathLst>
                <a:path w="559" h="532" extrusionOk="0">
                  <a:moveTo>
                    <a:pt x="537" y="0"/>
                  </a:moveTo>
                  <a:cubicBezTo>
                    <a:pt x="559" y="40"/>
                    <a:pt x="559" y="40"/>
                    <a:pt x="559" y="40"/>
                  </a:cubicBezTo>
                  <a:cubicBezTo>
                    <a:pt x="540" y="75"/>
                    <a:pt x="540" y="75"/>
                    <a:pt x="540" y="75"/>
                  </a:cubicBezTo>
                  <a:cubicBezTo>
                    <a:pt x="435" y="75"/>
                    <a:pt x="435" y="75"/>
                    <a:pt x="435" y="75"/>
                  </a:cubicBezTo>
                  <a:cubicBezTo>
                    <a:pt x="411" y="75"/>
                    <a:pt x="391" y="94"/>
                    <a:pt x="391" y="118"/>
                  </a:cubicBezTo>
                  <a:cubicBezTo>
                    <a:pt x="391" y="198"/>
                    <a:pt x="391" y="198"/>
                    <a:pt x="391" y="198"/>
                  </a:cubicBezTo>
                  <a:cubicBezTo>
                    <a:pt x="391" y="261"/>
                    <a:pt x="340" y="312"/>
                    <a:pt x="277" y="312"/>
                  </a:cubicBezTo>
                  <a:cubicBezTo>
                    <a:pt x="214" y="312"/>
                    <a:pt x="163" y="261"/>
                    <a:pt x="163" y="198"/>
                  </a:cubicBezTo>
                  <a:cubicBezTo>
                    <a:pt x="163" y="185"/>
                    <a:pt x="163" y="185"/>
                    <a:pt x="163" y="185"/>
                  </a:cubicBezTo>
                  <a:cubicBezTo>
                    <a:pt x="163" y="161"/>
                    <a:pt x="143" y="141"/>
                    <a:pt x="119" y="141"/>
                  </a:cubicBezTo>
                  <a:cubicBezTo>
                    <a:pt x="95" y="141"/>
                    <a:pt x="76" y="161"/>
                    <a:pt x="76" y="185"/>
                  </a:cubicBezTo>
                  <a:cubicBezTo>
                    <a:pt x="76" y="532"/>
                    <a:pt x="76" y="532"/>
                    <a:pt x="76" y="532"/>
                  </a:cubicBezTo>
                  <a:cubicBezTo>
                    <a:pt x="0" y="532"/>
                    <a:pt x="0" y="532"/>
                    <a:pt x="0" y="532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119"/>
                    <a:pt x="54" y="66"/>
                    <a:pt x="119" y="66"/>
                  </a:cubicBezTo>
                  <a:cubicBezTo>
                    <a:pt x="185" y="66"/>
                    <a:pt x="238" y="119"/>
                    <a:pt x="238" y="185"/>
                  </a:cubicBezTo>
                  <a:cubicBezTo>
                    <a:pt x="238" y="198"/>
                    <a:pt x="238" y="198"/>
                    <a:pt x="238" y="198"/>
                  </a:cubicBezTo>
                  <a:cubicBezTo>
                    <a:pt x="238" y="220"/>
                    <a:pt x="255" y="237"/>
                    <a:pt x="277" y="237"/>
                  </a:cubicBezTo>
                  <a:cubicBezTo>
                    <a:pt x="298" y="237"/>
                    <a:pt x="316" y="220"/>
                    <a:pt x="316" y="198"/>
                  </a:cubicBezTo>
                  <a:cubicBezTo>
                    <a:pt x="316" y="118"/>
                    <a:pt x="316" y="118"/>
                    <a:pt x="316" y="118"/>
                  </a:cubicBezTo>
                  <a:cubicBezTo>
                    <a:pt x="316" y="53"/>
                    <a:pt x="369" y="0"/>
                    <a:pt x="435" y="0"/>
                  </a:cubicBezTo>
                  <a:cubicBezTo>
                    <a:pt x="435" y="0"/>
                    <a:pt x="537" y="0"/>
                    <a:pt x="537" y="0"/>
                  </a:cubicBezTo>
                  <a:close/>
                  <a:moveTo>
                    <a:pt x="537" y="0"/>
                  </a:moveTo>
                  <a:cubicBezTo>
                    <a:pt x="537" y="0"/>
                    <a:pt x="537" y="0"/>
                    <a:pt x="537" y="0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23"/>
            <p:cNvSpPr/>
            <p:nvPr/>
          </p:nvSpPr>
          <p:spPr>
            <a:xfrm>
              <a:off x="1664203" y="3027058"/>
              <a:ext cx="55968" cy="32084"/>
            </a:xfrm>
            <a:custGeom>
              <a:avLst/>
              <a:gdLst/>
              <a:ahLst/>
              <a:cxnLst/>
              <a:rect l="l" t="t" r="r" b="b"/>
              <a:pathLst>
                <a:path w="157" h="90" extrusionOk="0">
                  <a:moveTo>
                    <a:pt x="112" y="0"/>
                  </a:moveTo>
                  <a:cubicBezTo>
                    <a:pt x="137" y="0"/>
                    <a:pt x="157" y="21"/>
                    <a:pt x="157" y="45"/>
                  </a:cubicBezTo>
                  <a:cubicBezTo>
                    <a:pt x="157" y="58"/>
                    <a:pt x="152" y="69"/>
                    <a:pt x="144" y="77"/>
                  </a:cubicBezTo>
                  <a:cubicBezTo>
                    <a:pt x="135" y="85"/>
                    <a:pt x="124" y="90"/>
                    <a:pt x="112" y="90"/>
                  </a:cubicBezTo>
                  <a:cubicBezTo>
                    <a:pt x="46" y="90"/>
                    <a:pt x="46" y="90"/>
                    <a:pt x="46" y="90"/>
                  </a:cubicBezTo>
                  <a:cubicBezTo>
                    <a:pt x="21" y="90"/>
                    <a:pt x="0" y="70"/>
                    <a:pt x="0" y="45"/>
                  </a:cubicBezTo>
                  <a:cubicBezTo>
                    <a:pt x="0" y="33"/>
                    <a:pt x="5" y="22"/>
                    <a:pt x="14" y="14"/>
                  </a:cubicBezTo>
                  <a:cubicBezTo>
                    <a:pt x="20" y="7"/>
                    <a:pt x="29" y="2"/>
                    <a:pt x="39" y="1"/>
                  </a:cubicBezTo>
                  <a:cubicBezTo>
                    <a:pt x="41" y="0"/>
                    <a:pt x="43" y="0"/>
                    <a:pt x="46" y="0"/>
                  </a:cubicBezTo>
                  <a:lnTo>
                    <a:pt x="112" y="0"/>
                  </a:lnTo>
                  <a:close/>
                  <a:moveTo>
                    <a:pt x="112" y="0"/>
                  </a:move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23"/>
            <p:cNvSpPr/>
            <p:nvPr/>
          </p:nvSpPr>
          <p:spPr>
            <a:xfrm>
              <a:off x="1636397" y="2994974"/>
              <a:ext cx="55968" cy="32084"/>
            </a:xfrm>
            <a:custGeom>
              <a:avLst/>
              <a:gdLst/>
              <a:ahLst/>
              <a:cxnLst/>
              <a:rect l="l" t="t" r="r" b="b"/>
              <a:pathLst>
                <a:path w="157" h="90" extrusionOk="0">
                  <a:moveTo>
                    <a:pt x="111" y="0"/>
                  </a:moveTo>
                  <a:cubicBezTo>
                    <a:pt x="136" y="0"/>
                    <a:pt x="157" y="20"/>
                    <a:pt x="157" y="45"/>
                  </a:cubicBezTo>
                  <a:cubicBezTo>
                    <a:pt x="157" y="58"/>
                    <a:pt x="152" y="69"/>
                    <a:pt x="143" y="77"/>
                  </a:cubicBezTo>
                  <a:cubicBezTo>
                    <a:pt x="136" y="84"/>
                    <a:pt x="127" y="89"/>
                    <a:pt x="117" y="90"/>
                  </a:cubicBezTo>
                  <a:cubicBezTo>
                    <a:pt x="115" y="90"/>
                    <a:pt x="113" y="90"/>
                    <a:pt x="111" y="90"/>
                  </a:cubicBezTo>
                  <a:cubicBezTo>
                    <a:pt x="45" y="90"/>
                    <a:pt x="45" y="90"/>
                    <a:pt x="45" y="90"/>
                  </a:cubicBezTo>
                  <a:cubicBezTo>
                    <a:pt x="44" y="90"/>
                    <a:pt x="42" y="90"/>
                    <a:pt x="40" y="90"/>
                  </a:cubicBezTo>
                  <a:cubicBezTo>
                    <a:pt x="18" y="87"/>
                    <a:pt x="0" y="68"/>
                    <a:pt x="0" y="45"/>
                  </a:cubicBezTo>
                  <a:cubicBezTo>
                    <a:pt x="0" y="33"/>
                    <a:pt x="5" y="22"/>
                    <a:pt x="14" y="13"/>
                  </a:cubicBezTo>
                  <a:cubicBezTo>
                    <a:pt x="22" y="5"/>
                    <a:pt x="33" y="0"/>
                    <a:pt x="45" y="0"/>
                  </a:cubicBezTo>
                  <a:lnTo>
                    <a:pt x="111" y="0"/>
                  </a:lnTo>
                  <a:close/>
                  <a:moveTo>
                    <a:pt x="111" y="0"/>
                  </a:moveTo>
                  <a:cubicBezTo>
                    <a:pt x="111" y="0"/>
                    <a:pt x="111" y="0"/>
                    <a:pt x="111" y="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23"/>
            <p:cNvSpPr/>
            <p:nvPr/>
          </p:nvSpPr>
          <p:spPr>
            <a:xfrm>
              <a:off x="1608591" y="3027058"/>
              <a:ext cx="55612" cy="32084"/>
            </a:xfrm>
            <a:custGeom>
              <a:avLst/>
              <a:gdLst/>
              <a:ahLst/>
              <a:cxnLst/>
              <a:rect l="l" t="t" r="r" b="b"/>
              <a:pathLst>
                <a:path w="156" h="90" extrusionOk="0">
                  <a:moveTo>
                    <a:pt x="118" y="1"/>
                  </a:moveTo>
                  <a:cubicBezTo>
                    <a:pt x="140" y="4"/>
                    <a:pt x="156" y="23"/>
                    <a:pt x="156" y="45"/>
                  </a:cubicBezTo>
                  <a:cubicBezTo>
                    <a:pt x="156" y="58"/>
                    <a:pt x="151" y="69"/>
                    <a:pt x="143" y="77"/>
                  </a:cubicBezTo>
                  <a:cubicBezTo>
                    <a:pt x="135" y="85"/>
                    <a:pt x="124" y="90"/>
                    <a:pt x="111" y="90"/>
                  </a:cubicBezTo>
                  <a:cubicBezTo>
                    <a:pt x="45" y="90"/>
                    <a:pt x="45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33"/>
                    <a:pt x="5" y="22"/>
                    <a:pt x="13" y="14"/>
                  </a:cubicBezTo>
                  <a:cubicBezTo>
                    <a:pt x="20" y="7"/>
                    <a:pt x="29" y="2"/>
                    <a:pt x="38" y="1"/>
                  </a:cubicBezTo>
                  <a:cubicBezTo>
                    <a:pt x="41" y="0"/>
                    <a:pt x="43" y="0"/>
                    <a:pt x="45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4" y="0"/>
                    <a:pt x="116" y="0"/>
                    <a:pt x="118" y="1"/>
                  </a:cubicBezTo>
                  <a:close/>
                  <a:moveTo>
                    <a:pt x="118" y="1"/>
                  </a:moveTo>
                  <a:cubicBezTo>
                    <a:pt x="118" y="1"/>
                    <a:pt x="118" y="1"/>
                    <a:pt x="118" y="1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1580786" y="2994974"/>
              <a:ext cx="55612" cy="32084"/>
            </a:xfrm>
            <a:custGeom>
              <a:avLst/>
              <a:gdLst/>
              <a:ahLst/>
              <a:cxnLst/>
              <a:rect l="l" t="t" r="r" b="b"/>
              <a:pathLst>
                <a:path w="156" h="90" extrusionOk="0">
                  <a:moveTo>
                    <a:pt x="111" y="0"/>
                  </a:moveTo>
                  <a:cubicBezTo>
                    <a:pt x="136" y="0"/>
                    <a:pt x="156" y="20"/>
                    <a:pt x="156" y="45"/>
                  </a:cubicBezTo>
                  <a:cubicBezTo>
                    <a:pt x="156" y="58"/>
                    <a:pt x="151" y="69"/>
                    <a:pt x="143" y="77"/>
                  </a:cubicBezTo>
                  <a:cubicBezTo>
                    <a:pt x="136" y="84"/>
                    <a:pt x="127" y="89"/>
                    <a:pt x="116" y="90"/>
                  </a:cubicBezTo>
                  <a:cubicBezTo>
                    <a:pt x="115" y="90"/>
                    <a:pt x="113" y="90"/>
                    <a:pt x="111" y="90"/>
                  </a:cubicBezTo>
                  <a:cubicBezTo>
                    <a:pt x="45" y="90"/>
                    <a:pt x="45" y="90"/>
                    <a:pt x="45" y="90"/>
                  </a:cubicBezTo>
                  <a:cubicBezTo>
                    <a:pt x="43" y="90"/>
                    <a:pt x="42" y="90"/>
                    <a:pt x="40" y="90"/>
                  </a:cubicBezTo>
                  <a:cubicBezTo>
                    <a:pt x="17" y="87"/>
                    <a:pt x="0" y="68"/>
                    <a:pt x="0" y="45"/>
                  </a:cubicBezTo>
                  <a:cubicBezTo>
                    <a:pt x="0" y="33"/>
                    <a:pt x="5" y="22"/>
                    <a:pt x="13" y="13"/>
                  </a:cubicBezTo>
                  <a:cubicBezTo>
                    <a:pt x="20" y="7"/>
                    <a:pt x="28" y="2"/>
                    <a:pt x="38" y="1"/>
                  </a:cubicBezTo>
                  <a:cubicBezTo>
                    <a:pt x="40" y="0"/>
                    <a:pt x="43" y="0"/>
                    <a:pt x="45" y="0"/>
                  </a:cubicBezTo>
                  <a:lnTo>
                    <a:pt x="111" y="0"/>
                  </a:lnTo>
                  <a:close/>
                  <a:moveTo>
                    <a:pt x="111" y="0"/>
                  </a:moveTo>
                  <a:cubicBezTo>
                    <a:pt x="111" y="0"/>
                    <a:pt x="111" y="0"/>
                    <a:pt x="111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23"/>
            <p:cNvSpPr/>
            <p:nvPr/>
          </p:nvSpPr>
          <p:spPr>
            <a:xfrm>
              <a:off x="1552980" y="3026701"/>
              <a:ext cx="55612" cy="32084"/>
            </a:xfrm>
            <a:custGeom>
              <a:avLst/>
              <a:gdLst/>
              <a:ahLst/>
              <a:cxnLst/>
              <a:rect l="l" t="t" r="r" b="b"/>
              <a:pathLst>
                <a:path w="156" h="90" extrusionOk="0">
                  <a:moveTo>
                    <a:pt x="118" y="1"/>
                  </a:moveTo>
                  <a:cubicBezTo>
                    <a:pt x="140" y="4"/>
                    <a:pt x="156" y="23"/>
                    <a:pt x="156" y="45"/>
                  </a:cubicBezTo>
                  <a:cubicBezTo>
                    <a:pt x="156" y="58"/>
                    <a:pt x="151" y="69"/>
                    <a:pt x="143" y="77"/>
                  </a:cubicBezTo>
                  <a:cubicBezTo>
                    <a:pt x="135" y="85"/>
                    <a:pt x="123" y="90"/>
                    <a:pt x="111" y="90"/>
                  </a:cubicBezTo>
                  <a:cubicBezTo>
                    <a:pt x="45" y="90"/>
                    <a:pt x="45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33"/>
                    <a:pt x="5" y="21"/>
                    <a:pt x="13" y="13"/>
                  </a:cubicBezTo>
                  <a:cubicBezTo>
                    <a:pt x="20" y="7"/>
                    <a:pt x="28" y="2"/>
                    <a:pt x="38" y="1"/>
                  </a:cubicBezTo>
                  <a:cubicBezTo>
                    <a:pt x="40" y="0"/>
                    <a:pt x="43" y="0"/>
                    <a:pt x="45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3" y="0"/>
                    <a:pt x="116" y="0"/>
                    <a:pt x="118" y="1"/>
                  </a:cubicBezTo>
                  <a:close/>
                  <a:moveTo>
                    <a:pt x="118" y="1"/>
                  </a:moveTo>
                  <a:cubicBezTo>
                    <a:pt x="118" y="1"/>
                    <a:pt x="118" y="1"/>
                    <a:pt x="118" y="1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23"/>
            <p:cNvSpPr/>
            <p:nvPr/>
          </p:nvSpPr>
          <p:spPr>
            <a:xfrm>
              <a:off x="1525174" y="2994974"/>
              <a:ext cx="55612" cy="32084"/>
            </a:xfrm>
            <a:custGeom>
              <a:avLst/>
              <a:gdLst/>
              <a:ahLst/>
              <a:cxnLst/>
              <a:rect l="l" t="t" r="r" b="b"/>
              <a:pathLst>
                <a:path w="156" h="90" extrusionOk="0">
                  <a:moveTo>
                    <a:pt x="118" y="1"/>
                  </a:moveTo>
                  <a:cubicBezTo>
                    <a:pt x="140" y="4"/>
                    <a:pt x="156" y="23"/>
                    <a:pt x="156" y="45"/>
                  </a:cubicBezTo>
                  <a:cubicBezTo>
                    <a:pt x="156" y="58"/>
                    <a:pt x="151" y="69"/>
                    <a:pt x="143" y="77"/>
                  </a:cubicBezTo>
                  <a:cubicBezTo>
                    <a:pt x="136" y="84"/>
                    <a:pt x="126" y="89"/>
                    <a:pt x="116" y="90"/>
                  </a:cubicBezTo>
                  <a:cubicBezTo>
                    <a:pt x="114" y="90"/>
                    <a:pt x="113" y="90"/>
                    <a:pt x="111" y="90"/>
                  </a:cubicBezTo>
                  <a:cubicBezTo>
                    <a:pt x="45" y="90"/>
                    <a:pt x="45" y="90"/>
                    <a:pt x="45" y="90"/>
                  </a:cubicBezTo>
                  <a:cubicBezTo>
                    <a:pt x="42" y="90"/>
                    <a:pt x="40" y="90"/>
                    <a:pt x="38" y="90"/>
                  </a:cubicBezTo>
                  <a:cubicBezTo>
                    <a:pt x="16" y="86"/>
                    <a:pt x="0" y="68"/>
                    <a:pt x="0" y="45"/>
                  </a:cubicBezTo>
                  <a:cubicBezTo>
                    <a:pt x="0" y="33"/>
                    <a:pt x="5" y="22"/>
                    <a:pt x="13" y="13"/>
                  </a:cubicBezTo>
                  <a:cubicBezTo>
                    <a:pt x="21" y="5"/>
                    <a:pt x="32" y="0"/>
                    <a:pt x="45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3" y="0"/>
                    <a:pt x="116" y="0"/>
                    <a:pt x="118" y="1"/>
                  </a:cubicBezTo>
                  <a:close/>
                  <a:moveTo>
                    <a:pt x="118" y="1"/>
                  </a:moveTo>
                  <a:cubicBezTo>
                    <a:pt x="118" y="1"/>
                    <a:pt x="118" y="1"/>
                    <a:pt x="118" y="1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23"/>
            <p:cNvSpPr/>
            <p:nvPr/>
          </p:nvSpPr>
          <p:spPr>
            <a:xfrm>
              <a:off x="1497368" y="3026701"/>
              <a:ext cx="55612" cy="32084"/>
            </a:xfrm>
            <a:custGeom>
              <a:avLst/>
              <a:gdLst/>
              <a:ahLst/>
              <a:cxnLst/>
              <a:rect l="l" t="t" r="r" b="b"/>
              <a:pathLst>
                <a:path w="156" h="90" extrusionOk="0">
                  <a:moveTo>
                    <a:pt x="116" y="0"/>
                  </a:moveTo>
                  <a:cubicBezTo>
                    <a:pt x="138" y="3"/>
                    <a:pt x="156" y="22"/>
                    <a:pt x="156" y="45"/>
                  </a:cubicBezTo>
                  <a:cubicBezTo>
                    <a:pt x="156" y="58"/>
                    <a:pt x="151" y="69"/>
                    <a:pt x="143" y="77"/>
                  </a:cubicBezTo>
                  <a:cubicBezTo>
                    <a:pt x="134" y="85"/>
                    <a:pt x="123" y="90"/>
                    <a:pt x="111" y="90"/>
                  </a:cubicBezTo>
                  <a:cubicBezTo>
                    <a:pt x="45" y="90"/>
                    <a:pt x="45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33"/>
                    <a:pt x="5" y="21"/>
                    <a:pt x="13" y="13"/>
                  </a:cubicBezTo>
                  <a:cubicBezTo>
                    <a:pt x="19" y="7"/>
                    <a:pt x="28" y="2"/>
                    <a:pt x="38" y="1"/>
                  </a:cubicBezTo>
                  <a:cubicBezTo>
                    <a:pt x="40" y="0"/>
                    <a:pt x="42" y="0"/>
                    <a:pt x="45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2" y="0"/>
                    <a:pt x="114" y="0"/>
                    <a:pt x="116" y="0"/>
                  </a:cubicBezTo>
                  <a:close/>
                  <a:moveTo>
                    <a:pt x="116" y="0"/>
                  </a:moveTo>
                  <a:cubicBezTo>
                    <a:pt x="116" y="0"/>
                    <a:pt x="116" y="0"/>
                    <a:pt x="116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23"/>
            <p:cNvSpPr/>
            <p:nvPr/>
          </p:nvSpPr>
          <p:spPr>
            <a:xfrm>
              <a:off x="1469206" y="2994974"/>
              <a:ext cx="55968" cy="32084"/>
            </a:xfrm>
            <a:custGeom>
              <a:avLst/>
              <a:gdLst/>
              <a:ahLst/>
              <a:cxnLst/>
              <a:rect l="l" t="t" r="r" b="b"/>
              <a:pathLst>
                <a:path w="157" h="90" extrusionOk="0">
                  <a:moveTo>
                    <a:pt x="112" y="0"/>
                  </a:moveTo>
                  <a:cubicBezTo>
                    <a:pt x="136" y="0"/>
                    <a:pt x="157" y="20"/>
                    <a:pt x="157" y="45"/>
                  </a:cubicBezTo>
                  <a:cubicBezTo>
                    <a:pt x="157" y="58"/>
                    <a:pt x="152" y="69"/>
                    <a:pt x="143" y="77"/>
                  </a:cubicBezTo>
                  <a:cubicBezTo>
                    <a:pt x="136" y="84"/>
                    <a:pt x="127" y="89"/>
                    <a:pt x="117" y="90"/>
                  </a:cubicBezTo>
                  <a:cubicBezTo>
                    <a:pt x="115" y="90"/>
                    <a:pt x="113" y="90"/>
                    <a:pt x="112" y="90"/>
                  </a:cubicBezTo>
                  <a:cubicBezTo>
                    <a:pt x="45" y="90"/>
                    <a:pt x="45" y="90"/>
                    <a:pt x="45" y="90"/>
                  </a:cubicBezTo>
                  <a:cubicBezTo>
                    <a:pt x="43" y="90"/>
                    <a:pt x="41" y="90"/>
                    <a:pt x="39" y="90"/>
                  </a:cubicBezTo>
                  <a:cubicBezTo>
                    <a:pt x="17" y="86"/>
                    <a:pt x="0" y="68"/>
                    <a:pt x="0" y="45"/>
                  </a:cubicBezTo>
                  <a:cubicBezTo>
                    <a:pt x="0" y="33"/>
                    <a:pt x="5" y="22"/>
                    <a:pt x="14" y="13"/>
                  </a:cubicBezTo>
                  <a:cubicBezTo>
                    <a:pt x="22" y="5"/>
                    <a:pt x="33" y="0"/>
                    <a:pt x="45" y="0"/>
                  </a:cubicBezTo>
                  <a:lnTo>
                    <a:pt x="112" y="0"/>
                  </a:lnTo>
                  <a:close/>
                  <a:moveTo>
                    <a:pt x="112" y="0"/>
                  </a:move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23"/>
            <p:cNvSpPr/>
            <p:nvPr/>
          </p:nvSpPr>
          <p:spPr>
            <a:xfrm>
              <a:off x="1441400" y="3026701"/>
              <a:ext cx="55968" cy="32084"/>
            </a:xfrm>
            <a:custGeom>
              <a:avLst/>
              <a:gdLst/>
              <a:ahLst/>
              <a:cxnLst/>
              <a:rect l="l" t="t" r="r" b="b"/>
              <a:pathLst>
                <a:path w="157" h="90" extrusionOk="0">
                  <a:moveTo>
                    <a:pt x="117" y="0"/>
                  </a:moveTo>
                  <a:cubicBezTo>
                    <a:pt x="139" y="3"/>
                    <a:pt x="157" y="22"/>
                    <a:pt x="157" y="45"/>
                  </a:cubicBezTo>
                  <a:cubicBezTo>
                    <a:pt x="157" y="58"/>
                    <a:pt x="151" y="69"/>
                    <a:pt x="143" y="77"/>
                  </a:cubicBezTo>
                  <a:cubicBezTo>
                    <a:pt x="135" y="85"/>
                    <a:pt x="124" y="90"/>
                    <a:pt x="111" y="90"/>
                  </a:cubicBezTo>
                  <a:cubicBezTo>
                    <a:pt x="45" y="90"/>
                    <a:pt x="45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33"/>
                    <a:pt x="5" y="21"/>
                    <a:pt x="13" y="13"/>
                  </a:cubicBezTo>
                  <a:cubicBezTo>
                    <a:pt x="22" y="5"/>
                    <a:pt x="33" y="0"/>
                    <a:pt x="45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3" y="0"/>
                    <a:pt x="115" y="0"/>
                    <a:pt x="117" y="0"/>
                  </a:cubicBezTo>
                  <a:close/>
                  <a:moveTo>
                    <a:pt x="117" y="0"/>
                  </a:moveTo>
                  <a:cubicBezTo>
                    <a:pt x="117" y="0"/>
                    <a:pt x="117" y="0"/>
                    <a:pt x="117" y="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23"/>
            <p:cNvSpPr/>
            <p:nvPr/>
          </p:nvSpPr>
          <p:spPr>
            <a:xfrm>
              <a:off x="1731935" y="2784291"/>
              <a:ext cx="102846" cy="117284"/>
            </a:xfrm>
            <a:custGeom>
              <a:avLst/>
              <a:gdLst/>
              <a:ahLst/>
              <a:cxnLst/>
              <a:rect l="l" t="t" r="r" b="b"/>
              <a:pathLst>
                <a:path w="288" h="329" extrusionOk="0">
                  <a:moveTo>
                    <a:pt x="286" y="89"/>
                  </a:moveTo>
                  <a:cubicBezTo>
                    <a:pt x="247" y="161"/>
                    <a:pt x="247" y="161"/>
                    <a:pt x="247" y="161"/>
                  </a:cubicBezTo>
                  <a:cubicBezTo>
                    <a:pt x="246" y="163"/>
                    <a:pt x="246" y="166"/>
                    <a:pt x="247" y="168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8" y="244"/>
                    <a:pt x="285" y="249"/>
                    <a:pt x="280" y="250"/>
                  </a:cubicBezTo>
                  <a:cubicBezTo>
                    <a:pt x="198" y="252"/>
                    <a:pt x="198" y="252"/>
                    <a:pt x="198" y="252"/>
                  </a:cubicBezTo>
                  <a:cubicBezTo>
                    <a:pt x="196" y="252"/>
                    <a:pt x="194" y="253"/>
                    <a:pt x="193" y="255"/>
                  </a:cubicBezTo>
                  <a:cubicBezTo>
                    <a:pt x="150" y="325"/>
                    <a:pt x="150" y="325"/>
                    <a:pt x="150" y="325"/>
                  </a:cubicBezTo>
                  <a:cubicBezTo>
                    <a:pt x="147" y="329"/>
                    <a:pt x="141" y="329"/>
                    <a:pt x="138" y="325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4" y="253"/>
                    <a:pt x="92" y="252"/>
                    <a:pt x="90" y="252"/>
                  </a:cubicBezTo>
                  <a:cubicBezTo>
                    <a:pt x="8" y="250"/>
                    <a:pt x="8" y="250"/>
                    <a:pt x="8" y="250"/>
                  </a:cubicBezTo>
                  <a:cubicBezTo>
                    <a:pt x="3" y="249"/>
                    <a:pt x="0" y="244"/>
                    <a:pt x="2" y="239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41" y="168"/>
                    <a:pt x="41" y="168"/>
                    <a:pt x="41" y="168"/>
                  </a:cubicBezTo>
                  <a:cubicBezTo>
                    <a:pt x="42" y="166"/>
                    <a:pt x="42" y="163"/>
                    <a:pt x="41" y="161"/>
                  </a:cubicBezTo>
                  <a:cubicBezTo>
                    <a:pt x="21" y="124"/>
                    <a:pt x="21" y="124"/>
                    <a:pt x="21" y="124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0" y="85"/>
                    <a:pt x="3" y="79"/>
                    <a:pt x="8" y="79"/>
                  </a:cubicBezTo>
                  <a:cubicBezTo>
                    <a:pt x="90" y="77"/>
                    <a:pt x="90" y="77"/>
                    <a:pt x="90" y="77"/>
                  </a:cubicBezTo>
                  <a:cubicBezTo>
                    <a:pt x="92" y="77"/>
                    <a:pt x="94" y="75"/>
                    <a:pt x="95" y="73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41" y="0"/>
                    <a:pt x="147" y="0"/>
                    <a:pt x="150" y="4"/>
                  </a:cubicBezTo>
                  <a:cubicBezTo>
                    <a:pt x="193" y="73"/>
                    <a:pt x="193" y="73"/>
                    <a:pt x="193" y="73"/>
                  </a:cubicBezTo>
                  <a:cubicBezTo>
                    <a:pt x="194" y="75"/>
                    <a:pt x="196" y="77"/>
                    <a:pt x="198" y="77"/>
                  </a:cubicBezTo>
                  <a:cubicBezTo>
                    <a:pt x="280" y="79"/>
                    <a:pt x="280" y="79"/>
                    <a:pt x="280" y="79"/>
                  </a:cubicBezTo>
                  <a:cubicBezTo>
                    <a:pt x="285" y="79"/>
                    <a:pt x="288" y="85"/>
                    <a:pt x="286" y="89"/>
                  </a:cubicBezTo>
                  <a:close/>
                  <a:moveTo>
                    <a:pt x="286" y="89"/>
                  </a:moveTo>
                  <a:cubicBezTo>
                    <a:pt x="286" y="89"/>
                    <a:pt x="286" y="89"/>
                    <a:pt x="286" y="89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23"/>
            <p:cNvSpPr/>
            <p:nvPr/>
          </p:nvSpPr>
          <p:spPr>
            <a:xfrm>
              <a:off x="1422150" y="3129388"/>
              <a:ext cx="317272" cy="70584"/>
            </a:xfrm>
            <a:custGeom>
              <a:avLst/>
              <a:gdLst/>
              <a:ahLst/>
              <a:cxnLst/>
              <a:rect l="l" t="t" r="r" b="b"/>
              <a:pathLst>
                <a:path w="890" h="198" extrusionOk="0">
                  <a:moveTo>
                    <a:pt x="832" y="0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26" y="0"/>
                    <a:pt x="0" y="26"/>
                    <a:pt x="0" y="58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72"/>
                    <a:pt x="26" y="198"/>
                    <a:pt x="58" y="198"/>
                  </a:cubicBezTo>
                  <a:cubicBezTo>
                    <a:pt x="832" y="198"/>
                    <a:pt x="832" y="198"/>
                    <a:pt x="832" y="198"/>
                  </a:cubicBezTo>
                  <a:cubicBezTo>
                    <a:pt x="864" y="198"/>
                    <a:pt x="890" y="172"/>
                    <a:pt x="890" y="140"/>
                  </a:cubicBezTo>
                  <a:cubicBezTo>
                    <a:pt x="890" y="58"/>
                    <a:pt x="890" y="58"/>
                    <a:pt x="890" y="58"/>
                  </a:cubicBezTo>
                  <a:cubicBezTo>
                    <a:pt x="890" y="26"/>
                    <a:pt x="864" y="0"/>
                    <a:pt x="832" y="0"/>
                  </a:cubicBezTo>
                  <a:close/>
                  <a:moveTo>
                    <a:pt x="832" y="0"/>
                  </a:moveTo>
                  <a:cubicBezTo>
                    <a:pt x="832" y="0"/>
                    <a:pt x="832" y="0"/>
                    <a:pt x="832" y="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23"/>
            <p:cNvSpPr/>
            <p:nvPr/>
          </p:nvSpPr>
          <p:spPr>
            <a:xfrm>
              <a:off x="1519104" y="3103013"/>
              <a:ext cx="123344" cy="123344"/>
            </a:xfrm>
            <a:custGeom>
              <a:avLst/>
              <a:gdLst/>
              <a:ahLst/>
              <a:cxnLst/>
              <a:rect l="l" t="t" r="r" b="b"/>
              <a:pathLst>
                <a:path w="346" h="346" extrusionOk="0">
                  <a:moveTo>
                    <a:pt x="346" y="173"/>
                  </a:moveTo>
                  <a:cubicBezTo>
                    <a:pt x="346" y="268"/>
                    <a:pt x="268" y="346"/>
                    <a:pt x="173" y="346"/>
                  </a:cubicBezTo>
                  <a:cubicBezTo>
                    <a:pt x="77" y="346"/>
                    <a:pt x="0" y="268"/>
                    <a:pt x="0" y="173"/>
                  </a:cubicBezTo>
                  <a:cubicBezTo>
                    <a:pt x="0" y="78"/>
                    <a:pt x="77" y="0"/>
                    <a:pt x="173" y="0"/>
                  </a:cubicBezTo>
                  <a:cubicBezTo>
                    <a:pt x="268" y="0"/>
                    <a:pt x="346" y="78"/>
                    <a:pt x="346" y="173"/>
                  </a:cubicBezTo>
                  <a:close/>
                  <a:moveTo>
                    <a:pt x="346" y="173"/>
                  </a:moveTo>
                  <a:cubicBezTo>
                    <a:pt x="346" y="173"/>
                    <a:pt x="346" y="173"/>
                    <a:pt x="346" y="173"/>
                  </a:cubicBezTo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23"/>
            <p:cNvSpPr/>
            <p:nvPr/>
          </p:nvSpPr>
          <p:spPr>
            <a:xfrm>
              <a:off x="1414307" y="2774310"/>
              <a:ext cx="430099" cy="547561"/>
            </a:xfrm>
            <a:custGeom>
              <a:avLst/>
              <a:gdLst/>
              <a:ahLst/>
              <a:cxnLst/>
              <a:rect l="l" t="t" r="r" b="b"/>
              <a:pathLst>
                <a:path w="1206" h="1536" extrusionOk="0">
                  <a:moveTo>
                    <a:pt x="1162" y="192"/>
                  </a:moveTo>
                  <a:cubicBezTo>
                    <a:pt x="1202" y="118"/>
                    <a:pt x="1202" y="118"/>
                    <a:pt x="1202" y="118"/>
                  </a:cubicBezTo>
                  <a:cubicBezTo>
                    <a:pt x="1206" y="111"/>
                    <a:pt x="1206" y="103"/>
                    <a:pt x="1202" y="96"/>
                  </a:cubicBezTo>
                  <a:cubicBezTo>
                    <a:pt x="1198" y="89"/>
                    <a:pt x="1191" y="85"/>
                    <a:pt x="1183" y="85"/>
                  </a:cubicBezTo>
                  <a:cubicBezTo>
                    <a:pt x="1099" y="82"/>
                    <a:pt x="1099" y="82"/>
                    <a:pt x="1099" y="82"/>
                  </a:cubicBezTo>
                  <a:cubicBezTo>
                    <a:pt x="1054" y="11"/>
                    <a:pt x="1054" y="11"/>
                    <a:pt x="1054" y="11"/>
                  </a:cubicBezTo>
                  <a:cubicBezTo>
                    <a:pt x="1050" y="4"/>
                    <a:pt x="1043" y="0"/>
                    <a:pt x="1035" y="0"/>
                  </a:cubicBezTo>
                  <a:cubicBezTo>
                    <a:pt x="1027" y="0"/>
                    <a:pt x="1020" y="4"/>
                    <a:pt x="1016" y="11"/>
                  </a:cubicBezTo>
                  <a:cubicBezTo>
                    <a:pt x="972" y="82"/>
                    <a:pt x="972" y="82"/>
                    <a:pt x="972" y="82"/>
                  </a:cubicBezTo>
                  <a:cubicBezTo>
                    <a:pt x="887" y="85"/>
                    <a:pt x="887" y="85"/>
                    <a:pt x="887" y="85"/>
                  </a:cubicBezTo>
                  <a:cubicBezTo>
                    <a:pt x="880" y="85"/>
                    <a:pt x="872" y="89"/>
                    <a:pt x="868" y="96"/>
                  </a:cubicBezTo>
                  <a:cubicBezTo>
                    <a:pt x="865" y="103"/>
                    <a:pt x="864" y="111"/>
                    <a:pt x="868" y="118"/>
                  </a:cubicBezTo>
                  <a:cubicBezTo>
                    <a:pt x="874" y="129"/>
                    <a:pt x="874" y="129"/>
                    <a:pt x="874" y="129"/>
                  </a:cubicBezTo>
                  <a:cubicBezTo>
                    <a:pt x="864" y="129"/>
                    <a:pt x="864" y="129"/>
                    <a:pt x="864" y="129"/>
                  </a:cubicBezTo>
                  <a:cubicBezTo>
                    <a:pt x="786" y="129"/>
                    <a:pt x="722" y="192"/>
                    <a:pt x="722" y="270"/>
                  </a:cubicBezTo>
                  <a:cubicBezTo>
                    <a:pt x="722" y="350"/>
                    <a:pt x="722" y="350"/>
                    <a:pt x="722" y="350"/>
                  </a:cubicBezTo>
                  <a:cubicBezTo>
                    <a:pt x="722" y="359"/>
                    <a:pt x="715" y="367"/>
                    <a:pt x="706" y="367"/>
                  </a:cubicBezTo>
                  <a:cubicBezTo>
                    <a:pt x="697" y="367"/>
                    <a:pt x="689" y="359"/>
                    <a:pt x="689" y="350"/>
                  </a:cubicBezTo>
                  <a:cubicBezTo>
                    <a:pt x="689" y="337"/>
                    <a:pt x="689" y="337"/>
                    <a:pt x="689" y="337"/>
                  </a:cubicBezTo>
                  <a:cubicBezTo>
                    <a:pt x="689" y="259"/>
                    <a:pt x="626" y="195"/>
                    <a:pt x="548" y="195"/>
                  </a:cubicBezTo>
                  <a:cubicBezTo>
                    <a:pt x="470" y="195"/>
                    <a:pt x="407" y="259"/>
                    <a:pt x="407" y="337"/>
                  </a:cubicBezTo>
                  <a:cubicBezTo>
                    <a:pt x="407" y="597"/>
                    <a:pt x="407" y="597"/>
                    <a:pt x="407" y="597"/>
                  </a:cubicBezTo>
                  <a:cubicBezTo>
                    <a:pt x="356" y="597"/>
                    <a:pt x="356" y="597"/>
                    <a:pt x="356" y="597"/>
                  </a:cubicBezTo>
                  <a:cubicBezTo>
                    <a:pt x="338" y="597"/>
                    <a:pt x="323" y="603"/>
                    <a:pt x="311" y="614"/>
                  </a:cubicBezTo>
                  <a:cubicBezTo>
                    <a:pt x="299" y="603"/>
                    <a:pt x="283" y="597"/>
                    <a:pt x="266" y="597"/>
                  </a:cubicBezTo>
                  <a:cubicBezTo>
                    <a:pt x="199" y="597"/>
                    <a:pt x="199" y="597"/>
                    <a:pt x="199" y="597"/>
                  </a:cubicBezTo>
                  <a:cubicBezTo>
                    <a:pt x="162" y="597"/>
                    <a:pt x="132" y="627"/>
                    <a:pt x="132" y="664"/>
                  </a:cubicBezTo>
                  <a:cubicBezTo>
                    <a:pt x="132" y="672"/>
                    <a:pt x="133" y="680"/>
                    <a:pt x="136" y="687"/>
                  </a:cubicBezTo>
                  <a:cubicBezTo>
                    <a:pt x="121" y="687"/>
                    <a:pt x="121" y="687"/>
                    <a:pt x="121" y="687"/>
                  </a:cubicBezTo>
                  <a:cubicBezTo>
                    <a:pt x="84" y="687"/>
                    <a:pt x="54" y="717"/>
                    <a:pt x="54" y="754"/>
                  </a:cubicBezTo>
                  <a:cubicBezTo>
                    <a:pt x="54" y="977"/>
                    <a:pt x="54" y="977"/>
                    <a:pt x="54" y="977"/>
                  </a:cubicBezTo>
                  <a:cubicBezTo>
                    <a:pt x="22" y="988"/>
                    <a:pt x="0" y="1018"/>
                    <a:pt x="0" y="1053"/>
                  </a:cubicBezTo>
                  <a:cubicBezTo>
                    <a:pt x="0" y="1135"/>
                    <a:pt x="0" y="1135"/>
                    <a:pt x="0" y="1135"/>
                  </a:cubicBezTo>
                  <a:cubicBezTo>
                    <a:pt x="0" y="1170"/>
                    <a:pt x="22" y="1200"/>
                    <a:pt x="54" y="1211"/>
                  </a:cubicBezTo>
                  <a:cubicBezTo>
                    <a:pt x="54" y="1464"/>
                    <a:pt x="54" y="1464"/>
                    <a:pt x="54" y="1464"/>
                  </a:cubicBezTo>
                  <a:cubicBezTo>
                    <a:pt x="54" y="1504"/>
                    <a:pt x="86" y="1536"/>
                    <a:pt x="125" y="1536"/>
                  </a:cubicBezTo>
                  <a:cubicBezTo>
                    <a:pt x="183" y="1536"/>
                    <a:pt x="183" y="1536"/>
                    <a:pt x="183" y="1536"/>
                  </a:cubicBezTo>
                  <a:cubicBezTo>
                    <a:pt x="202" y="1536"/>
                    <a:pt x="220" y="1529"/>
                    <a:pt x="233" y="1516"/>
                  </a:cubicBezTo>
                  <a:cubicBezTo>
                    <a:pt x="245" y="1528"/>
                    <a:pt x="263" y="1536"/>
                    <a:pt x="282" y="1536"/>
                  </a:cubicBezTo>
                  <a:cubicBezTo>
                    <a:pt x="340" y="1536"/>
                    <a:pt x="340" y="1536"/>
                    <a:pt x="340" y="1536"/>
                  </a:cubicBezTo>
                  <a:cubicBezTo>
                    <a:pt x="359" y="1536"/>
                    <a:pt x="376" y="1529"/>
                    <a:pt x="389" y="1516"/>
                  </a:cubicBezTo>
                  <a:cubicBezTo>
                    <a:pt x="402" y="1528"/>
                    <a:pt x="419" y="1536"/>
                    <a:pt x="438" y="1536"/>
                  </a:cubicBezTo>
                  <a:cubicBezTo>
                    <a:pt x="496" y="1536"/>
                    <a:pt x="496" y="1536"/>
                    <a:pt x="496" y="1536"/>
                  </a:cubicBezTo>
                  <a:cubicBezTo>
                    <a:pt x="515" y="1536"/>
                    <a:pt x="532" y="1529"/>
                    <a:pt x="545" y="1516"/>
                  </a:cubicBezTo>
                  <a:cubicBezTo>
                    <a:pt x="558" y="1528"/>
                    <a:pt x="575" y="1536"/>
                    <a:pt x="594" y="1536"/>
                  </a:cubicBezTo>
                  <a:cubicBezTo>
                    <a:pt x="652" y="1536"/>
                    <a:pt x="652" y="1536"/>
                    <a:pt x="652" y="1536"/>
                  </a:cubicBezTo>
                  <a:cubicBezTo>
                    <a:pt x="671" y="1536"/>
                    <a:pt x="689" y="1529"/>
                    <a:pt x="701" y="1516"/>
                  </a:cubicBezTo>
                  <a:cubicBezTo>
                    <a:pt x="714" y="1528"/>
                    <a:pt x="732" y="1536"/>
                    <a:pt x="751" y="1536"/>
                  </a:cubicBezTo>
                  <a:cubicBezTo>
                    <a:pt x="809" y="1536"/>
                    <a:pt x="809" y="1536"/>
                    <a:pt x="809" y="1536"/>
                  </a:cubicBezTo>
                  <a:cubicBezTo>
                    <a:pt x="848" y="1536"/>
                    <a:pt x="880" y="1504"/>
                    <a:pt x="880" y="1464"/>
                  </a:cubicBezTo>
                  <a:cubicBezTo>
                    <a:pt x="880" y="1211"/>
                    <a:pt x="880" y="1211"/>
                    <a:pt x="880" y="1211"/>
                  </a:cubicBezTo>
                  <a:cubicBezTo>
                    <a:pt x="912" y="1200"/>
                    <a:pt x="934" y="1170"/>
                    <a:pt x="934" y="1135"/>
                  </a:cubicBezTo>
                  <a:cubicBezTo>
                    <a:pt x="934" y="1053"/>
                    <a:pt x="934" y="1053"/>
                    <a:pt x="934" y="1053"/>
                  </a:cubicBezTo>
                  <a:cubicBezTo>
                    <a:pt x="934" y="1018"/>
                    <a:pt x="912" y="988"/>
                    <a:pt x="880" y="977"/>
                  </a:cubicBezTo>
                  <a:cubicBezTo>
                    <a:pt x="880" y="754"/>
                    <a:pt x="880" y="754"/>
                    <a:pt x="880" y="754"/>
                  </a:cubicBezTo>
                  <a:cubicBezTo>
                    <a:pt x="880" y="717"/>
                    <a:pt x="850" y="687"/>
                    <a:pt x="813" y="687"/>
                  </a:cubicBezTo>
                  <a:cubicBezTo>
                    <a:pt x="798" y="687"/>
                    <a:pt x="798" y="687"/>
                    <a:pt x="798" y="687"/>
                  </a:cubicBezTo>
                  <a:cubicBezTo>
                    <a:pt x="801" y="680"/>
                    <a:pt x="802" y="672"/>
                    <a:pt x="802" y="664"/>
                  </a:cubicBezTo>
                  <a:cubicBezTo>
                    <a:pt x="802" y="627"/>
                    <a:pt x="772" y="597"/>
                    <a:pt x="735" y="597"/>
                  </a:cubicBezTo>
                  <a:cubicBezTo>
                    <a:pt x="668" y="597"/>
                    <a:pt x="668" y="597"/>
                    <a:pt x="668" y="597"/>
                  </a:cubicBezTo>
                  <a:cubicBezTo>
                    <a:pt x="651" y="597"/>
                    <a:pt x="635" y="603"/>
                    <a:pt x="623" y="614"/>
                  </a:cubicBezTo>
                  <a:cubicBezTo>
                    <a:pt x="611" y="603"/>
                    <a:pt x="596" y="597"/>
                    <a:pt x="578" y="597"/>
                  </a:cubicBezTo>
                  <a:cubicBezTo>
                    <a:pt x="527" y="597"/>
                    <a:pt x="527" y="597"/>
                    <a:pt x="527" y="597"/>
                  </a:cubicBezTo>
                  <a:cubicBezTo>
                    <a:pt x="527" y="337"/>
                    <a:pt x="527" y="337"/>
                    <a:pt x="527" y="337"/>
                  </a:cubicBezTo>
                  <a:cubicBezTo>
                    <a:pt x="527" y="325"/>
                    <a:pt x="537" y="316"/>
                    <a:pt x="548" y="316"/>
                  </a:cubicBezTo>
                  <a:cubicBezTo>
                    <a:pt x="560" y="316"/>
                    <a:pt x="569" y="325"/>
                    <a:pt x="569" y="337"/>
                  </a:cubicBezTo>
                  <a:cubicBezTo>
                    <a:pt x="569" y="350"/>
                    <a:pt x="569" y="350"/>
                    <a:pt x="569" y="350"/>
                  </a:cubicBezTo>
                  <a:cubicBezTo>
                    <a:pt x="569" y="426"/>
                    <a:pt x="631" y="487"/>
                    <a:pt x="706" y="487"/>
                  </a:cubicBezTo>
                  <a:cubicBezTo>
                    <a:pt x="781" y="487"/>
                    <a:pt x="843" y="426"/>
                    <a:pt x="843" y="350"/>
                  </a:cubicBezTo>
                  <a:cubicBezTo>
                    <a:pt x="843" y="270"/>
                    <a:pt x="843" y="270"/>
                    <a:pt x="843" y="270"/>
                  </a:cubicBezTo>
                  <a:cubicBezTo>
                    <a:pt x="843" y="259"/>
                    <a:pt x="852" y="249"/>
                    <a:pt x="864" y="249"/>
                  </a:cubicBezTo>
                  <a:cubicBezTo>
                    <a:pt x="877" y="249"/>
                    <a:pt x="877" y="249"/>
                    <a:pt x="877" y="249"/>
                  </a:cubicBezTo>
                  <a:cubicBezTo>
                    <a:pt x="868" y="267"/>
                    <a:pt x="868" y="267"/>
                    <a:pt x="868" y="267"/>
                  </a:cubicBezTo>
                  <a:cubicBezTo>
                    <a:pt x="864" y="273"/>
                    <a:pt x="865" y="282"/>
                    <a:pt x="868" y="288"/>
                  </a:cubicBezTo>
                  <a:cubicBezTo>
                    <a:pt x="872" y="295"/>
                    <a:pt x="880" y="300"/>
                    <a:pt x="887" y="300"/>
                  </a:cubicBezTo>
                  <a:cubicBezTo>
                    <a:pt x="972" y="302"/>
                    <a:pt x="972" y="302"/>
                    <a:pt x="972" y="302"/>
                  </a:cubicBezTo>
                  <a:cubicBezTo>
                    <a:pt x="1016" y="374"/>
                    <a:pt x="1016" y="374"/>
                    <a:pt x="1016" y="374"/>
                  </a:cubicBezTo>
                  <a:cubicBezTo>
                    <a:pt x="1020" y="381"/>
                    <a:pt x="1027" y="385"/>
                    <a:pt x="1035" y="385"/>
                  </a:cubicBezTo>
                  <a:cubicBezTo>
                    <a:pt x="1043" y="385"/>
                    <a:pt x="1050" y="381"/>
                    <a:pt x="1054" y="374"/>
                  </a:cubicBezTo>
                  <a:cubicBezTo>
                    <a:pt x="1099" y="302"/>
                    <a:pt x="1099" y="302"/>
                    <a:pt x="1099" y="302"/>
                  </a:cubicBezTo>
                  <a:cubicBezTo>
                    <a:pt x="1183" y="300"/>
                    <a:pt x="1183" y="300"/>
                    <a:pt x="1183" y="300"/>
                  </a:cubicBezTo>
                  <a:cubicBezTo>
                    <a:pt x="1191" y="300"/>
                    <a:pt x="1198" y="295"/>
                    <a:pt x="1202" y="288"/>
                  </a:cubicBezTo>
                  <a:cubicBezTo>
                    <a:pt x="1206" y="282"/>
                    <a:pt x="1206" y="273"/>
                    <a:pt x="1202" y="267"/>
                  </a:cubicBezTo>
                  <a:lnTo>
                    <a:pt x="1162" y="192"/>
                  </a:lnTo>
                  <a:close/>
                  <a:moveTo>
                    <a:pt x="356" y="642"/>
                  </a:moveTo>
                  <a:cubicBezTo>
                    <a:pt x="422" y="642"/>
                    <a:pt x="422" y="642"/>
                    <a:pt x="422" y="642"/>
                  </a:cubicBezTo>
                  <a:cubicBezTo>
                    <a:pt x="434" y="642"/>
                    <a:pt x="444" y="652"/>
                    <a:pt x="444" y="664"/>
                  </a:cubicBezTo>
                  <a:cubicBezTo>
                    <a:pt x="444" y="677"/>
                    <a:pt x="434" y="687"/>
                    <a:pt x="422" y="687"/>
                  </a:cubicBezTo>
                  <a:cubicBezTo>
                    <a:pt x="356" y="687"/>
                    <a:pt x="356" y="687"/>
                    <a:pt x="356" y="687"/>
                  </a:cubicBezTo>
                  <a:cubicBezTo>
                    <a:pt x="343" y="687"/>
                    <a:pt x="333" y="677"/>
                    <a:pt x="333" y="664"/>
                  </a:cubicBezTo>
                  <a:cubicBezTo>
                    <a:pt x="333" y="652"/>
                    <a:pt x="343" y="642"/>
                    <a:pt x="356" y="642"/>
                  </a:cubicBezTo>
                  <a:close/>
                  <a:moveTo>
                    <a:pt x="701" y="918"/>
                  </a:moveTo>
                  <a:cubicBezTo>
                    <a:pt x="689" y="918"/>
                    <a:pt x="679" y="928"/>
                    <a:pt x="679" y="941"/>
                  </a:cubicBezTo>
                  <a:cubicBezTo>
                    <a:pt x="679" y="972"/>
                    <a:pt x="679" y="972"/>
                    <a:pt x="679" y="972"/>
                  </a:cubicBezTo>
                  <a:cubicBezTo>
                    <a:pt x="614" y="972"/>
                    <a:pt x="614" y="972"/>
                    <a:pt x="614" y="972"/>
                  </a:cubicBezTo>
                  <a:cubicBezTo>
                    <a:pt x="601" y="957"/>
                    <a:pt x="585" y="943"/>
                    <a:pt x="568" y="932"/>
                  </a:cubicBezTo>
                  <a:cubicBezTo>
                    <a:pt x="568" y="818"/>
                    <a:pt x="568" y="818"/>
                    <a:pt x="568" y="818"/>
                  </a:cubicBezTo>
                  <a:cubicBezTo>
                    <a:pt x="575" y="821"/>
                    <a:pt x="582" y="822"/>
                    <a:pt x="590" y="822"/>
                  </a:cubicBezTo>
                  <a:cubicBezTo>
                    <a:pt x="656" y="822"/>
                    <a:pt x="656" y="822"/>
                    <a:pt x="656" y="822"/>
                  </a:cubicBezTo>
                  <a:cubicBezTo>
                    <a:pt x="664" y="822"/>
                    <a:pt x="672" y="821"/>
                    <a:pt x="679" y="818"/>
                  </a:cubicBezTo>
                  <a:cubicBezTo>
                    <a:pt x="679" y="851"/>
                    <a:pt x="679" y="851"/>
                    <a:pt x="679" y="851"/>
                  </a:cubicBezTo>
                  <a:cubicBezTo>
                    <a:pt x="679" y="863"/>
                    <a:pt x="689" y="873"/>
                    <a:pt x="701" y="873"/>
                  </a:cubicBezTo>
                  <a:cubicBezTo>
                    <a:pt x="714" y="873"/>
                    <a:pt x="724" y="863"/>
                    <a:pt x="724" y="851"/>
                  </a:cubicBezTo>
                  <a:cubicBezTo>
                    <a:pt x="724" y="818"/>
                    <a:pt x="724" y="818"/>
                    <a:pt x="724" y="818"/>
                  </a:cubicBezTo>
                  <a:cubicBezTo>
                    <a:pt x="731" y="821"/>
                    <a:pt x="739" y="822"/>
                    <a:pt x="747" y="822"/>
                  </a:cubicBezTo>
                  <a:cubicBezTo>
                    <a:pt x="813" y="822"/>
                    <a:pt x="813" y="822"/>
                    <a:pt x="813" y="822"/>
                  </a:cubicBezTo>
                  <a:cubicBezTo>
                    <a:pt x="821" y="822"/>
                    <a:pt x="828" y="821"/>
                    <a:pt x="835" y="818"/>
                  </a:cubicBezTo>
                  <a:cubicBezTo>
                    <a:pt x="835" y="972"/>
                    <a:pt x="835" y="972"/>
                    <a:pt x="835" y="972"/>
                  </a:cubicBezTo>
                  <a:cubicBezTo>
                    <a:pt x="724" y="972"/>
                    <a:pt x="724" y="972"/>
                    <a:pt x="724" y="972"/>
                  </a:cubicBezTo>
                  <a:cubicBezTo>
                    <a:pt x="724" y="941"/>
                    <a:pt x="724" y="941"/>
                    <a:pt x="724" y="941"/>
                  </a:cubicBezTo>
                  <a:cubicBezTo>
                    <a:pt x="724" y="928"/>
                    <a:pt x="714" y="918"/>
                    <a:pt x="701" y="918"/>
                  </a:cubicBezTo>
                  <a:close/>
                  <a:moveTo>
                    <a:pt x="467" y="1240"/>
                  </a:moveTo>
                  <a:cubicBezTo>
                    <a:pt x="387" y="1240"/>
                    <a:pt x="321" y="1174"/>
                    <a:pt x="321" y="1094"/>
                  </a:cubicBezTo>
                  <a:cubicBezTo>
                    <a:pt x="321" y="1014"/>
                    <a:pt x="387" y="948"/>
                    <a:pt x="467" y="948"/>
                  </a:cubicBezTo>
                  <a:cubicBezTo>
                    <a:pt x="547" y="948"/>
                    <a:pt x="613" y="1014"/>
                    <a:pt x="613" y="1094"/>
                  </a:cubicBezTo>
                  <a:cubicBezTo>
                    <a:pt x="613" y="1174"/>
                    <a:pt x="547" y="1240"/>
                    <a:pt x="467" y="1240"/>
                  </a:cubicBezTo>
                  <a:close/>
                  <a:moveTo>
                    <a:pt x="99" y="972"/>
                  </a:moveTo>
                  <a:cubicBezTo>
                    <a:pt x="99" y="818"/>
                    <a:pt x="99" y="818"/>
                    <a:pt x="99" y="818"/>
                  </a:cubicBezTo>
                  <a:cubicBezTo>
                    <a:pt x="106" y="821"/>
                    <a:pt x="113" y="822"/>
                    <a:pt x="121" y="822"/>
                  </a:cubicBezTo>
                  <a:cubicBezTo>
                    <a:pt x="187" y="822"/>
                    <a:pt x="187" y="822"/>
                    <a:pt x="187" y="822"/>
                  </a:cubicBezTo>
                  <a:cubicBezTo>
                    <a:pt x="195" y="822"/>
                    <a:pt x="203" y="821"/>
                    <a:pt x="210" y="818"/>
                  </a:cubicBezTo>
                  <a:cubicBezTo>
                    <a:pt x="210" y="972"/>
                    <a:pt x="210" y="972"/>
                    <a:pt x="210" y="972"/>
                  </a:cubicBezTo>
                  <a:lnTo>
                    <a:pt x="99" y="972"/>
                  </a:lnTo>
                  <a:close/>
                  <a:moveTo>
                    <a:pt x="467" y="903"/>
                  </a:moveTo>
                  <a:cubicBezTo>
                    <a:pt x="448" y="903"/>
                    <a:pt x="429" y="906"/>
                    <a:pt x="411" y="911"/>
                  </a:cubicBezTo>
                  <a:cubicBezTo>
                    <a:pt x="411" y="818"/>
                    <a:pt x="411" y="818"/>
                    <a:pt x="411" y="818"/>
                  </a:cubicBezTo>
                  <a:cubicBezTo>
                    <a:pt x="418" y="821"/>
                    <a:pt x="426" y="822"/>
                    <a:pt x="434" y="822"/>
                  </a:cubicBezTo>
                  <a:cubicBezTo>
                    <a:pt x="500" y="822"/>
                    <a:pt x="500" y="822"/>
                    <a:pt x="500" y="822"/>
                  </a:cubicBezTo>
                  <a:cubicBezTo>
                    <a:pt x="508" y="822"/>
                    <a:pt x="516" y="821"/>
                    <a:pt x="523" y="818"/>
                  </a:cubicBezTo>
                  <a:cubicBezTo>
                    <a:pt x="523" y="911"/>
                    <a:pt x="523" y="911"/>
                    <a:pt x="523" y="911"/>
                  </a:cubicBezTo>
                  <a:cubicBezTo>
                    <a:pt x="505" y="906"/>
                    <a:pt x="486" y="903"/>
                    <a:pt x="467" y="903"/>
                  </a:cubicBezTo>
                  <a:close/>
                  <a:moveTo>
                    <a:pt x="434" y="732"/>
                  </a:moveTo>
                  <a:cubicBezTo>
                    <a:pt x="500" y="732"/>
                    <a:pt x="500" y="732"/>
                    <a:pt x="500" y="732"/>
                  </a:cubicBezTo>
                  <a:cubicBezTo>
                    <a:pt x="512" y="732"/>
                    <a:pt x="523" y="742"/>
                    <a:pt x="523" y="754"/>
                  </a:cubicBezTo>
                  <a:cubicBezTo>
                    <a:pt x="523" y="767"/>
                    <a:pt x="512" y="777"/>
                    <a:pt x="500" y="777"/>
                  </a:cubicBezTo>
                  <a:cubicBezTo>
                    <a:pt x="434" y="777"/>
                    <a:pt x="434" y="777"/>
                    <a:pt x="434" y="777"/>
                  </a:cubicBezTo>
                  <a:cubicBezTo>
                    <a:pt x="421" y="777"/>
                    <a:pt x="411" y="767"/>
                    <a:pt x="411" y="754"/>
                  </a:cubicBezTo>
                  <a:cubicBezTo>
                    <a:pt x="411" y="742"/>
                    <a:pt x="421" y="732"/>
                    <a:pt x="434" y="732"/>
                  </a:cubicBezTo>
                  <a:close/>
                  <a:moveTo>
                    <a:pt x="278" y="732"/>
                  </a:moveTo>
                  <a:cubicBezTo>
                    <a:pt x="344" y="732"/>
                    <a:pt x="344" y="732"/>
                    <a:pt x="344" y="732"/>
                  </a:cubicBezTo>
                  <a:cubicBezTo>
                    <a:pt x="356" y="732"/>
                    <a:pt x="366" y="742"/>
                    <a:pt x="366" y="754"/>
                  </a:cubicBezTo>
                  <a:cubicBezTo>
                    <a:pt x="366" y="767"/>
                    <a:pt x="356" y="777"/>
                    <a:pt x="344" y="777"/>
                  </a:cubicBezTo>
                  <a:cubicBezTo>
                    <a:pt x="278" y="777"/>
                    <a:pt x="278" y="777"/>
                    <a:pt x="278" y="777"/>
                  </a:cubicBezTo>
                  <a:cubicBezTo>
                    <a:pt x="265" y="777"/>
                    <a:pt x="255" y="767"/>
                    <a:pt x="255" y="754"/>
                  </a:cubicBezTo>
                  <a:cubicBezTo>
                    <a:pt x="255" y="742"/>
                    <a:pt x="265" y="732"/>
                    <a:pt x="278" y="732"/>
                  </a:cubicBezTo>
                  <a:close/>
                  <a:moveTo>
                    <a:pt x="679" y="754"/>
                  </a:moveTo>
                  <a:cubicBezTo>
                    <a:pt x="679" y="767"/>
                    <a:pt x="669" y="777"/>
                    <a:pt x="656" y="777"/>
                  </a:cubicBezTo>
                  <a:cubicBezTo>
                    <a:pt x="590" y="777"/>
                    <a:pt x="590" y="777"/>
                    <a:pt x="590" y="777"/>
                  </a:cubicBezTo>
                  <a:cubicBezTo>
                    <a:pt x="578" y="777"/>
                    <a:pt x="568" y="767"/>
                    <a:pt x="568" y="754"/>
                  </a:cubicBezTo>
                  <a:cubicBezTo>
                    <a:pt x="568" y="742"/>
                    <a:pt x="578" y="732"/>
                    <a:pt x="590" y="732"/>
                  </a:cubicBezTo>
                  <a:cubicBezTo>
                    <a:pt x="656" y="732"/>
                    <a:pt x="656" y="732"/>
                    <a:pt x="656" y="732"/>
                  </a:cubicBezTo>
                  <a:cubicBezTo>
                    <a:pt x="669" y="732"/>
                    <a:pt x="679" y="742"/>
                    <a:pt x="679" y="754"/>
                  </a:cubicBezTo>
                  <a:close/>
                  <a:moveTo>
                    <a:pt x="255" y="818"/>
                  </a:moveTo>
                  <a:cubicBezTo>
                    <a:pt x="262" y="821"/>
                    <a:pt x="270" y="822"/>
                    <a:pt x="278" y="822"/>
                  </a:cubicBezTo>
                  <a:cubicBezTo>
                    <a:pt x="344" y="822"/>
                    <a:pt x="344" y="822"/>
                    <a:pt x="344" y="822"/>
                  </a:cubicBezTo>
                  <a:cubicBezTo>
                    <a:pt x="352" y="822"/>
                    <a:pt x="359" y="821"/>
                    <a:pt x="366" y="818"/>
                  </a:cubicBezTo>
                  <a:cubicBezTo>
                    <a:pt x="366" y="932"/>
                    <a:pt x="366" y="932"/>
                    <a:pt x="366" y="932"/>
                  </a:cubicBezTo>
                  <a:cubicBezTo>
                    <a:pt x="349" y="943"/>
                    <a:pt x="333" y="957"/>
                    <a:pt x="320" y="972"/>
                  </a:cubicBezTo>
                  <a:cubicBezTo>
                    <a:pt x="255" y="972"/>
                    <a:pt x="255" y="972"/>
                    <a:pt x="255" y="972"/>
                  </a:cubicBezTo>
                  <a:lnTo>
                    <a:pt x="255" y="818"/>
                  </a:lnTo>
                  <a:close/>
                  <a:moveTo>
                    <a:pt x="199" y="642"/>
                  </a:moveTo>
                  <a:cubicBezTo>
                    <a:pt x="266" y="642"/>
                    <a:pt x="266" y="642"/>
                    <a:pt x="266" y="642"/>
                  </a:cubicBezTo>
                  <a:cubicBezTo>
                    <a:pt x="278" y="642"/>
                    <a:pt x="288" y="652"/>
                    <a:pt x="288" y="664"/>
                  </a:cubicBezTo>
                  <a:cubicBezTo>
                    <a:pt x="288" y="677"/>
                    <a:pt x="278" y="687"/>
                    <a:pt x="266" y="687"/>
                  </a:cubicBezTo>
                  <a:cubicBezTo>
                    <a:pt x="199" y="687"/>
                    <a:pt x="199" y="687"/>
                    <a:pt x="199" y="687"/>
                  </a:cubicBezTo>
                  <a:cubicBezTo>
                    <a:pt x="187" y="687"/>
                    <a:pt x="177" y="677"/>
                    <a:pt x="177" y="664"/>
                  </a:cubicBezTo>
                  <a:cubicBezTo>
                    <a:pt x="177" y="652"/>
                    <a:pt x="187" y="642"/>
                    <a:pt x="199" y="642"/>
                  </a:cubicBezTo>
                  <a:close/>
                  <a:moveTo>
                    <a:pt x="121" y="732"/>
                  </a:moveTo>
                  <a:cubicBezTo>
                    <a:pt x="187" y="732"/>
                    <a:pt x="187" y="732"/>
                    <a:pt x="187" y="732"/>
                  </a:cubicBezTo>
                  <a:cubicBezTo>
                    <a:pt x="200" y="732"/>
                    <a:pt x="210" y="742"/>
                    <a:pt x="210" y="754"/>
                  </a:cubicBezTo>
                  <a:cubicBezTo>
                    <a:pt x="210" y="767"/>
                    <a:pt x="200" y="777"/>
                    <a:pt x="187" y="777"/>
                  </a:cubicBezTo>
                  <a:cubicBezTo>
                    <a:pt x="121" y="777"/>
                    <a:pt x="121" y="777"/>
                    <a:pt x="121" y="777"/>
                  </a:cubicBezTo>
                  <a:cubicBezTo>
                    <a:pt x="109" y="777"/>
                    <a:pt x="99" y="767"/>
                    <a:pt x="99" y="754"/>
                  </a:cubicBezTo>
                  <a:cubicBezTo>
                    <a:pt x="99" y="742"/>
                    <a:pt x="109" y="732"/>
                    <a:pt x="121" y="732"/>
                  </a:cubicBezTo>
                  <a:close/>
                  <a:moveTo>
                    <a:pt x="45" y="1053"/>
                  </a:moveTo>
                  <a:cubicBezTo>
                    <a:pt x="45" y="1033"/>
                    <a:pt x="61" y="1017"/>
                    <a:pt x="80" y="1017"/>
                  </a:cubicBezTo>
                  <a:cubicBezTo>
                    <a:pt x="292" y="1017"/>
                    <a:pt x="292" y="1017"/>
                    <a:pt x="292" y="1017"/>
                  </a:cubicBezTo>
                  <a:cubicBezTo>
                    <a:pt x="282" y="1041"/>
                    <a:pt x="276" y="1067"/>
                    <a:pt x="276" y="1094"/>
                  </a:cubicBezTo>
                  <a:cubicBezTo>
                    <a:pt x="276" y="1121"/>
                    <a:pt x="282" y="1147"/>
                    <a:pt x="292" y="1171"/>
                  </a:cubicBezTo>
                  <a:cubicBezTo>
                    <a:pt x="80" y="1171"/>
                    <a:pt x="80" y="1171"/>
                    <a:pt x="80" y="1171"/>
                  </a:cubicBezTo>
                  <a:cubicBezTo>
                    <a:pt x="61" y="1171"/>
                    <a:pt x="45" y="1155"/>
                    <a:pt x="45" y="1135"/>
                  </a:cubicBezTo>
                  <a:lnTo>
                    <a:pt x="45" y="1053"/>
                  </a:lnTo>
                  <a:close/>
                  <a:moveTo>
                    <a:pt x="183" y="1491"/>
                  </a:moveTo>
                  <a:cubicBezTo>
                    <a:pt x="125" y="1491"/>
                    <a:pt x="125" y="1491"/>
                    <a:pt x="125" y="1491"/>
                  </a:cubicBezTo>
                  <a:cubicBezTo>
                    <a:pt x="111" y="1491"/>
                    <a:pt x="99" y="1479"/>
                    <a:pt x="99" y="1464"/>
                  </a:cubicBezTo>
                  <a:cubicBezTo>
                    <a:pt x="99" y="1216"/>
                    <a:pt x="99" y="1216"/>
                    <a:pt x="99" y="1216"/>
                  </a:cubicBezTo>
                  <a:cubicBezTo>
                    <a:pt x="210" y="1216"/>
                    <a:pt x="210" y="1216"/>
                    <a:pt x="210" y="1216"/>
                  </a:cubicBezTo>
                  <a:cubicBezTo>
                    <a:pt x="210" y="1464"/>
                    <a:pt x="210" y="1464"/>
                    <a:pt x="210" y="1464"/>
                  </a:cubicBezTo>
                  <a:cubicBezTo>
                    <a:pt x="210" y="1479"/>
                    <a:pt x="198" y="1491"/>
                    <a:pt x="183" y="1491"/>
                  </a:cubicBezTo>
                  <a:close/>
                  <a:moveTo>
                    <a:pt x="496" y="1491"/>
                  </a:moveTo>
                  <a:cubicBezTo>
                    <a:pt x="438" y="1491"/>
                    <a:pt x="438" y="1491"/>
                    <a:pt x="438" y="1491"/>
                  </a:cubicBezTo>
                  <a:cubicBezTo>
                    <a:pt x="423" y="1491"/>
                    <a:pt x="411" y="1479"/>
                    <a:pt x="411" y="1464"/>
                  </a:cubicBezTo>
                  <a:cubicBezTo>
                    <a:pt x="411" y="1434"/>
                    <a:pt x="411" y="1434"/>
                    <a:pt x="411" y="1434"/>
                  </a:cubicBezTo>
                  <a:cubicBezTo>
                    <a:pt x="411" y="1421"/>
                    <a:pt x="401" y="1411"/>
                    <a:pt x="389" y="1411"/>
                  </a:cubicBezTo>
                  <a:cubicBezTo>
                    <a:pt x="376" y="1411"/>
                    <a:pt x="366" y="1421"/>
                    <a:pt x="366" y="1434"/>
                  </a:cubicBezTo>
                  <a:cubicBezTo>
                    <a:pt x="366" y="1464"/>
                    <a:pt x="366" y="1464"/>
                    <a:pt x="366" y="1464"/>
                  </a:cubicBezTo>
                  <a:cubicBezTo>
                    <a:pt x="366" y="1479"/>
                    <a:pt x="354" y="1491"/>
                    <a:pt x="340" y="1491"/>
                  </a:cubicBezTo>
                  <a:cubicBezTo>
                    <a:pt x="282" y="1491"/>
                    <a:pt x="282" y="1491"/>
                    <a:pt x="282" y="1491"/>
                  </a:cubicBezTo>
                  <a:cubicBezTo>
                    <a:pt x="267" y="1491"/>
                    <a:pt x="255" y="1479"/>
                    <a:pt x="255" y="1464"/>
                  </a:cubicBezTo>
                  <a:cubicBezTo>
                    <a:pt x="255" y="1216"/>
                    <a:pt x="255" y="1216"/>
                    <a:pt x="255" y="1216"/>
                  </a:cubicBezTo>
                  <a:cubicBezTo>
                    <a:pt x="320" y="1216"/>
                    <a:pt x="320" y="1216"/>
                    <a:pt x="320" y="1216"/>
                  </a:cubicBezTo>
                  <a:cubicBezTo>
                    <a:pt x="333" y="1232"/>
                    <a:pt x="349" y="1245"/>
                    <a:pt x="366" y="1256"/>
                  </a:cubicBezTo>
                  <a:cubicBezTo>
                    <a:pt x="366" y="1344"/>
                    <a:pt x="366" y="1344"/>
                    <a:pt x="366" y="1344"/>
                  </a:cubicBezTo>
                  <a:cubicBezTo>
                    <a:pt x="366" y="1356"/>
                    <a:pt x="376" y="1366"/>
                    <a:pt x="389" y="1366"/>
                  </a:cubicBezTo>
                  <a:cubicBezTo>
                    <a:pt x="401" y="1366"/>
                    <a:pt x="411" y="1356"/>
                    <a:pt x="411" y="1344"/>
                  </a:cubicBezTo>
                  <a:cubicBezTo>
                    <a:pt x="411" y="1277"/>
                    <a:pt x="411" y="1277"/>
                    <a:pt x="411" y="1277"/>
                  </a:cubicBezTo>
                  <a:cubicBezTo>
                    <a:pt x="429" y="1282"/>
                    <a:pt x="448" y="1285"/>
                    <a:pt x="467" y="1285"/>
                  </a:cubicBezTo>
                  <a:cubicBezTo>
                    <a:pt x="486" y="1285"/>
                    <a:pt x="505" y="1282"/>
                    <a:pt x="523" y="1277"/>
                  </a:cubicBezTo>
                  <a:cubicBezTo>
                    <a:pt x="523" y="1464"/>
                    <a:pt x="523" y="1464"/>
                    <a:pt x="523" y="1464"/>
                  </a:cubicBezTo>
                  <a:cubicBezTo>
                    <a:pt x="523" y="1479"/>
                    <a:pt x="511" y="1491"/>
                    <a:pt x="496" y="1491"/>
                  </a:cubicBezTo>
                  <a:close/>
                  <a:moveTo>
                    <a:pt x="652" y="1491"/>
                  </a:moveTo>
                  <a:cubicBezTo>
                    <a:pt x="594" y="1491"/>
                    <a:pt x="594" y="1491"/>
                    <a:pt x="594" y="1491"/>
                  </a:cubicBezTo>
                  <a:cubicBezTo>
                    <a:pt x="580" y="1491"/>
                    <a:pt x="568" y="1479"/>
                    <a:pt x="568" y="1464"/>
                  </a:cubicBezTo>
                  <a:cubicBezTo>
                    <a:pt x="568" y="1256"/>
                    <a:pt x="568" y="1256"/>
                    <a:pt x="568" y="1256"/>
                  </a:cubicBezTo>
                  <a:cubicBezTo>
                    <a:pt x="585" y="1245"/>
                    <a:pt x="601" y="1232"/>
                    <a:pt x="614" y="1216"/>
                  </a:cubicBezTo>
                  <a:cubicBezTo>
                    <a:pt x="679" y="1216"/>
                    <a:pt x="679" y="1216"/>
                    <a:pt x="679" y="1216"/>
                  </a:cubicBezTo>
                  <a:cubicBezTo>
                    <a:pt x="679" y="1464"/>
                    <a:pt x="679" y="1464"/>
                    <a:pt x="679" y="1464"/>
                  </a:cubicBezTo>
                  <a:cubicBezTo>
                    <a:pt x="679" y="1479"/>
                    <a:pt x="667" y="1491"/>
                    <a:pt x="652" y="1491"/>
                  </a:cubicBezTo>
                  <a:close/>
                  <a:moveTo>
                    <a:pt x="835" y="1464"/>
                  </a:moveTo>
                  <a:cubicBezTo>
                    <a:pt x="835" y="1479"/>
                    <a:pt x="823" y="1491"/>
                    <a:pt x="809" y="1491"/>
                  </a:cubicBezTo>
                  <a:cubicBezTo>
                    <a:pt x="750" y="1491"/>
                    <a:pt x="750" y="1491"/>
                    <a:pt x="750" y="1491"/>
                  </a:cubicBezTo>
                  <a:cubicBezTo>
                    <a:pt x="736" y="1491"/>
                    <a:pt x="724" y="1479"/>
                    <a:pt x="724" y="1464"/>
                  </a:cubicBezTo>
                  <a:cubicBezTo>
                    <a:pt x="724" y="1216"/>
                    <a:pt x="724" y="1216"/>
                    <a:pt x="724" y="1216"/>
                  </a:cubicBezTo>
                  <a:cubicBezTo>
                    <a:pt x="835" y="1216"/>
                    <a:pt x="835" y="1216"/>
                    <a:pt x="835" y="1216"/>
                  </a:cubicBezTo>
                  <a:lnTo>
                    <a:pt x="835" y="1464"/>
                  </a:lnTo>
                  <a:close/>
                  <a:moveTo>
                    <a:pt x="889" y="1135"/>
                  </a:moveTo>
                  <a:cubicBezTo>
                    <a:pt x="889" y="1155"/>
                    <a:pt x="873" y="1171"/>
                    <a:pt x="854" y="1171"/>
                  </a:cubicBezTo>
                  <a:cubicBezTo>
                    <a:pt x="642" y="1171"/>
                    <a:pt x="642" y="1171"/>
                    <a:pt x="642" y="1171"/>
                  </a:cubicBezTo>
                  <a:cubicBezTo>
                    <a:pt x="652" y="1147"/>
                    <a:pt x="658" y="1121"/>
                    <a:pt x="658" y="1094"/>
                  </a:cubicBezTo>
                  <a:cubicBezTo>
                    <a:pt x="658" y="1067"/>
                    <a:pt x="652" y="1041"/>
                    <a:pt x="642" y="1017"/>
                  </a:cubicBezTo>
                  <a:cubicBezTo>
                    <a:pt x="854" y="1017"/>
                    <a:pt x="854" y="1017"/>
                    <a:pt x="854" y="1017"/>
                  </a:cubicBezTo>
                  <a:cubicBezTo>
                    <a:pt x="873" y="1017"/>
                    <a:pt x="889" y="1033"/>
                    <a:pt x="889" y="1053"/>
                  </a:cubicBezTo>
                  <a:lnTo>
                    <a:pt x="889" y="1135"/>
                  </a:lnTo>
                  <a:close/>
                  <a:moveTo>
                    <a:pt x="835" y="754"/>
                  </a:moveTo>
                  <a:cubicBezTo>
                    <a:pt x="835" y="767"/>
                    <a:pt x="825" y="777"/>
                    <a:pt x="813" y="777"/>
                  </a:cubicBezTo>
                  <a:cubicBezTo>
                    <a:pt x="747" y="777"/>
                    <a:pt x="747" y="777"/>
                    <a:pt x="747" y="777"/>
                  </a:cubicBezTo>
                  <a:cubicBezTo>
                    <a:pt x="734" y="777"/>
                    <a:pt x="724" y="767"/>
                    <a:pt x="724" y="754"/>
                  </a:cubicBezTo>
                  <a:cubicBezTo>
                    <a:pt x="724" y="742"/>
                    <a:pt x="734" y="732"/>
                    <a:pt x="747" y="732"/>
                  </a:cubicBezTo>
                  <a:cubicBezTo>
                    <a:pt x="813" y="732"/>
                    <a:pt x="813" y="732"/>
                    <a:pt x="813" y="732"/>
                  </a:cubicBezTo>
                  <a:cubicBezTo>
                    <a:pt x="825" y="732"/>
                    <a:pt x="835" y="742"/>
                    <a:pt x="835" y="754"/>
                  </a:cubicBezTo>
                  <a:close/>
                  <a:moveTo>
                    <a:pt x="668" y="642"/>
                  </a:moveTo>
                  <a:cubicBezTo>
                    <a:pt x="734" y="642"/>
                    <a:pt x="734" y="642"/>
                    <a:pt x="734" y="642"/>
                  </a:cubicBezTo>
                  <a:cubicBezTo>
                    <a:pt x="747" y="642"/>
                    <a:pt x="757" y="652"/>
                    <a:pt x="757" y="664"/>
                  </a:cubicBezTo>
                  <a:cubicBezTo>
                    <a:pt x="757" y="677"/>
                    <a:pt x="747" y="687"/>
                    <a:pt x="734" y="687"/>
                  </a:cubicBezTo>
                  <a:cubicBezTo>
                    <a:pt x="668" y="687"/>
                    <a:pt x="668" y="687"/>
                    <a:pt x="668" y="687"/>
                  </a:cubicBezTo>
                  <a:cubicBezTo>
                    <a:pt x="656" y="687"/>
                    <a:pt x="646" y="677"/>
                    <a:pt x="646" y="664"/>
                  </a:cubicBezTo>
                  <a:cubicBezTo>
                    <a:pt x="646" y="652"/>
                    <a:pt x="656" y="642"/>
                    <a:pt x="668" y="642"/>
                  </a:cubicBezTo>
                  <a:close/>
                  <a:moveTo>
                    <a:pt x="601" y="664"/>
                  </a:moveTo>
                  <a:cubicBezTo>
                    <a:pt x="601" y="677"/>
                    <a:pt x="591" y="687"/>
                    <a:pt x="578" y="687"/>
                  </a:cubicBezTo>
                  <a:cubicBezTo>
                    <a:pt x="512" y="687"/>
                    <a:pt x="512" y="687"/>
                    <a:pt x="512" y="687"/>
                  </a:cubicBezTo>
                  <a:cubicBezTo>
                    <a:pt x="500" y="687"/>
                    <a:pt x="490" y="677"/>
                    <a:pt x="490" y="664"/>
                  </a:cubicBezTo>
                  <a:cubicBezTo>
                    <a:pt x="490" y="652"/>
                    <a:pt x="500" y="642"/>
                    <a:pt x="512" y="642"/>
                  </a:cubicBezTo>
                  <a:cubicBezTo>
                    <a:pt x="578" y="642"/>
                    <a:pt x="578" y="642"/>
                    <a:pt x="578" y="642"/>
                  </a:cubicBezTo>
                  <a:cubicBezTo>
                    <a:pt x="591" y="642"/>
                    <a:pt x="601" y="652"/>
                    <a:pt x="601" y="664"/>
                  </a:cubicBezTo>
                  <a:close/>
                  <a:moveTo>
                    <a:pt x="864" y="204"/>
                  </a:moveTo>
                  <a:cubicBezTo>
                    <a:pt x="827" y="204"/>
                    <a:pt x="798" y="234"/>
                    <a:pt x="798" y="270"/>
                  </a:cubicBezTo>
                  <a:cubicBezTo>
                    <a:pt x="798" y="350"/>
                    <a:pt x="798" y="350"/>
                    <a:pt x="798" y="350"/>
                  </a:cubicBezTo>
                  <a:cubicBezTo>
                    <a:pt x="798" y="401"/>
                    <a:pt x="756" y="442"/>
                    <a:pt x="706" y="442"/>
                  </a:cubicBezTo>
                  <a:cubicBezTo>
                    <a:pt x="655" y="442"/>
                    <a:pt x="614" y="401"/>
                    <a:pt x="614" y="350"/>
                  </a:cubicBezTo>
                  <a:cubicBezTo>
                    <a:pt x="614" y="337"/>
                    <a:pt x="614" y="337"/>
                    <a:pt x="614" y="337"/>
                  </a:cubicBezTo>
                  <a:cubicBezTo>
                    <a:pt x="614" y="300"/>
                    <a:pt x="585" y="270"/>
                    <a:pt x="548" y="270"/>
                  </a:cubicBezTo>
                  <a:cubicBezTo>
                    <a:pt x="512" y="270"/>
                    <a:pt x="482" y="300"/>
                    <a:pt x="482" y="337"/>
                  </a:cubicBezTo>
                  <a:cubicBezTo>
                    <a:pt x="482" y="595"/>
                    <a:pt x="482" y="595"/>
                    <a:pt x="482" y="595"/>
                  </a:cubicBezTo>
                  <a:cubicBezTo>
                    <a:pt x="452" y="595"/>
                    <a:pt x="452" y="595"/>
                    <a:pt x="452" y="595"/>
                  </a:cubicBezTo>
                  <a:cubicBezTo>
                    <a:pt x="452" y="337"/>
                    <a:pt x="452" y="337"/>
                    <a:pt x="452" y="337"/>
                  </a:cubicBezTo>
                  <a:cubicBezTo>
                    <a:pt x="452" y="284"/>
                    <a:pt x="495" y="240"/>
                    <a:pt x="548" y="240"/>
                  </a:cubicBezTo>
                  <a:cubicBezTo>
                    <a:pt x="601" y="240"/>
                    <a:pt x="644" y="284"/>
                    <a:pt x="644" y="337"/>
                  </a:cubicBezTo>
                  <a:cubicBezTo>
                    <a:pt x="644" y="350"/>
                    <a:pt x="644" y="350"/>
                    <a:pt x="644" y="350"/>
                  </a:cubicBezTo>
                  <a:cubicBezTo>
                    <a:pt x="644" y="384"/>
                    <a:pt x="672" y="412"/>
                    <a:pt x="706" y="412"/>
                  </a:cubicBezTo>
                  <a:cubicBezTo>
                    <a:pt x="740" y="412"/>
                    <a:pt x="768" y="384"/>
                    <a:pt x="768" y="350"/>
                  </a:cubicBezTo>
                  <a:cubicBezTo>
                    <a:pt x="768" y="270"/>
                    <a:pt x="768" y="270"/>
                    <a:pt x="768" y="270"/>
                  </a:cubicBezTo>
                  <a:cubicBezTo>
                    <a:pt x="768" y="217"/>
                    <a:pt x="811" y="174"/>
                    <a:pt x="864" y="174"/>
                  </a:cubicBezTo>
                  <a:cubicBezTo>
                    <a:pt x="898" y="174"/>
                    <a:pt x="898" y="174"/>
                    <a:pt x="898" y="174"/>
                  </a:cubicBezTo>
                  <a:cubicBezTo>
                    <a:pt x="908" y="192"/>
                    <a:pt x="908" y="192"/>
                    <a:pt x="908" y="192"/>
                  </a:cubicBezTo>
                  <a:cubicBezTo>
                    <a:pt x="902" y="204"/>
                    <a:pt x="902" y="204"/>
                    <a:pt x="902" y="204"/>
                  </a:cubicBezTo>
                  <a:lnTo>
                    <a:pt x="864" y="204"/>
                  </a:lnTo>
                  <a:close/>
                  <a:moveTo>
                    <a:pt x="1117" y="203"/>
                  </a:moveTo>
                  <a:cubicBezTo>
                    <a:pt x="1145" y="256"/>
                    <a:pt x="1145" y="256"/>
                    <a:pt x="1145" y="256"/>
                  </a:cubicBezTo>
                  <a:cubicBezTo>
                    <a:pt x="1085" y="257"/>
                    <a:pt x="1085" y="257"/>
                    <a:pt x="1085" y="257"/>
                  </a:cubicBezTo>
                  <a:cubicBezTo>
                    <a:pt x="1077" y="258"/>
                    <a:pt x="1071" y="262"/>
                    <a:pt x="1067" y="268"/>
                  </a:cubicBezTo>
                  <a:cubicBezTo>
                    <a:pt x="1035" y="319"/>
                    <a:pt x="1035" y="319"/>
                    <a:pt x="1035" y="319"/>
                  </a:cubicBezTo>
                  <a:cubicBezTo>
                    <a:pt x="1004" y="268"/>
                    <a:pt x="1004" y="268"/>
                    <a:pt x="1004" y="268"/>
                  </a:cubicBezTo>
                  <a:cubicBezTo>
                    <a:pt x="1000" y="262"/>
                    <a:pt x="993" y="258"/>
                    <a:pt x="985" y="257"/>
                  </a:cubicBezTo>
                  <a:cubicBezTo>
                    <a:pt x="925" y="256"/>
                    <a:pt x="925" y="256"/>
                    <a:pt x="925" y="256"/>
                  </a:cubicBezTo>
                  <a:cubicBezTo>
                    <a:pt x="935" y="238"/>
                    <a:pt x="935" y="238"/>
                    <a:pt x="935" y="238"/>
                  </a:cubicBezTo>
                  <a:cubicBezTo>
                    <a:pt x="935" y="238"/>
                    <a:pt x="935" y="238"/>
                    <a:pt x="935" y="237"/>
                  </a:cubicBezTo>
                  <a:cubicBezTo>
                    <a:pt x="954" y="203"/>
                    <a:pt x="954" y="203"/>
                    <a:pt x="954" y="203"/>
                  </a:cubicBezTo>
                  <a:cubicBezTo>
                    <a:pt x="957" y="196"/>
                    <a:pt x="957" y="188"/>
                    <a:pt x="954" y="182"/>
                  </a:cubicBezTo>
                  <a:cubicBezTo>
                    <a:pt x="932" y="141"/>
                    <a:pt x="932" y="141"/>
                    <a:pt x="932" y="141"/>
                  </a:cubicBezTo>
                  <a:cubicBezTo>
                    <a:pt x="932" y="141"/>
                    <a:pt x="932" y="141"/>
                    <a:pt x="932" y="141"/>
                  </a:cubicBezTo>
                  <a:cubicBezTo>
                    <a:pt x="925" y="129"/>
                    <a:pt x="925" y="129"/>
                    <a:pt x="925" y="129"/>
                  </a:cubicBezTo>
                  <a:cubicBezTo>
                    <a:pt x="985" y="127"/>
                    <a:pt x="985" y="127"/>
                    <a:pt x="985" y="127"/>
                  </a:cubicBezTo>
                  <a:cubicBezTo>
                    <a:pt x="993" y="127"/>
                    <a:pt x="1000" y="123"/>
                    <a:pt x="1004" y="116"/>
                  </a:cubicBezTo>
                  <a:cubicBezTo>
                    <a:pt x="1035" y="65"/>
                    <a:pt x="1035" y="65"/>
                    <a:pt x="1035" y="65"/>
                  </a:cubicBezTo>
                  <a:cubicBezTo>
                    <a:pt x="1067" y="116"/>
                    <a:pt x="1067" y="116"/>
                    <a:pt x="1067" y="116"/>
                  </a:cubicBezTo>
                  <a:cubicBezTo>
                    <a:pt x="1071" y="123"/>
                    <a:pt x="1077" y="127"/>
                    <a:pt x="1085" y="127"/>
                  </a:cubicBezTo>
                  <a:cubicBezTo>
                    <a:pt x="1145" y="129"/>
                    <a:pt x="1145" y="129"/>
                    <a:pt x="1145" y="129"/>
                  </a:cubicBezTo>
                  <a:cubicBezTo>
                    <a:pt x="1117" y="182"/>
                    <a:pt x="1117" y="182"/>
                    <a:pt x="1117" y="182"/>
                  </a:cubicBezTo>
                  <a:cubicBezTo>
                    <a:pt x="1113" y="188"/>
                    <a:pt x="1113" y="196"/>
                    <a:pt x="1117" y="203"/>
                  </a:cubicBezTo>
                  <a:close/>
                  <a:moveTo>
                    <a:pt x="1117" y="203"/>
                  </a:moveTo>
                  <a:cubicBezTo>
                    <a:pt x="1117" y="203"/>
                    <a:pt x="1117" y="203"/>
                    <a:pt x="1117" y="20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23"/>
            <p:cNvSpPr/>
            <p:nvPr/>
          </p:nvSpPr>
          <p:spPr>
            <a:xfrm>
              <a:off x="1560996" y="3122510"/>
              <a:ext cx="39570" cy="65593"/>
            </a:xfrm>
            <a:custGeom>
              <a:avLst/>
              <a:gdLst/>
              <a:ahLst/>
              <a:cxnLst/>
              <a:rect l="l" t="t" r="r" b="b"/>
              <a:pathLst>
                <a:path w="111" h="184" extrusionOk="0">
                  <a:moveTo>
                    <a:pt x="46" y="89"/>
                  </a:moveTo>
                  <a:cubicBezTo>
                    <a:pt x="46" y="23"/>
                    <a:pt x="46" y="23"/>
                    <a:pt x="46" y="23"/>
                  </a:cubicBezTo>
                  <a:cubicBezTo>
                    <a:pt x="46" y="10"/>
                    <a:pt x="35" y="0"/>
                    <a:pt x="23" y="0"/>
                  </a:cubicBezTo>
                  <a:cubicBezTo>
                    <a:pt x="11" y="0"/>
                    <a:pt x="0" y="10"/>
                    <a:pt x="0" y="23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4"/>
                    <a:pt x="3" y="110"/>
                    <a:pt x="7" y="114"/>
                  </a:cubicBezTo>
                  <a:cubicBezTo>
                    <a:pt x="70" y="177"/>
                    <a:pt x="70" y="177"/>
                    <a:pt x="70" y="177"/>
                  </a:cubicBezTo>
                  <a:cubicBezTo>
                    <a:pt x="75" y="182"/>
                    <a:pt x="80" y="184"/>
                    <a:pt x="86" y="184"/>
                  </a:cubicBezTo>
                  <a:cubicBezTo>
                    <a:pt x="92" y="184"/>
                    <a:pt x="98" y="182"/>
                    <a:pt x="102" y="177"/>
                  </a:cubicBezTo>
                  <a:cubicBezTo>
                    <a:pt x="111" y="168"/>
                    <a:pt x="111" y="154"/>
                    <a:pt x="102" y="145"/>
                  </a:cubicBezTo>
                  <a:lnTo>
                    <a:pt x="46" y="89"/>
                  </a:lnTo>
                  <a:close/>
                  <a:moveTo>
                    <a:pt x="46" y="89"/>
                  </a:moveTo>
                  <a:cubicBezTo>
                    <a:pt x="46" y="89"/>
                    <a:pt x="46" y="89"/>
                    <a:pt x="46" y="89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C136E28-AF6D-31A9-B1C9-0B285F442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C1B9992-2622-BCB9-1A15-60523A1190DE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4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580" name="Google Shape;580;p24"/>
          <p:cNvGrpSpPr/>
          <p:nvPr/>
        </p:nvGrpSpPr>
        <p:grpSpPr>
          <a:xfrm>
            <a:off x="948600" y="3098200"/>
            <a:ext cx="2747100" cy="1225200"/>
            <a:chOff x="948600" y="2926650"/>
            <a:chExt cx="2747100" cy="1225200"/>
          </a:xfrm>
        </p:grpSpPr>
        <p:sp>
          <p:nvSpPr>
            <p:cNvPr id="581" name="Google Shape;581;p24"/>
            <p:cNvSpPr txBox="1"/>
            <p:nvPr/>
          </p:nvSpPr>
          <p:spPr>
            <a:xfrm>
              <a:off x="948600" y="3262050"/>
              <a:ext cx="2747100" cy="8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 and the smallest one in the Solar System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82" name="Google Shape;582;p24"/>
            <p:cNvSpPr/>
            <p:nvPr/>
          </p:nvSpPr>
          <p:spPr>
            <a:xfrm>
              <a:off x="948600" y="2926650"/>
              <a:ext cx="1847700" cy="411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Problem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583" name="Google Shape;583;p24"/>
          <p:cNvGrpSpPr/>
          <p:nvPr/>
        </p:nvGrpSpPr>
        <p:grpSpPr>
          <a:xfrm>
            <a:off x="5468100" y="3098200"/>
            <a:ext cx="2747100" cy="1225200"/>
            <a:chOff x="5468100" y="2926650"/>
            <a:chExt cx="2747100" cy="1225200"/>
          </a:xfrm>
        </p:grpSpPr>
        <p:sp>
          <p:nvSpPr>
            <p:cNvPr id="584" name="Google Shape;584;p24"/>
            <p:cNvSpPr txBox="1"/>
            <p:nvPr/>
          </p:nvSpPr>
          <p:spPr>
            <a:xfrm>
              <a:off x="5468100" y="3262050"/>
              <a:ext cx="2747100" cy="8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Venus has a beautiful name and is the second planet from the Sun. It’s terribly hot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585" name="Google Shape;585;p24"/>
            <p:cNvSpPr/>
            <p:nvPr/>
          </p:nvSpPr>
          <p:spPr>
            <a:xfrm>
              <a:off x="6367425" y="2926650"/>
              <a:ext cx="1847700" cy="411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Solution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sp>
        <p:nvSpPr>
          <p:cNvPr id="586" name="Google Shape;586;p24"/>
          <p:cNvSpPr/>
          <p:nvPr/>
        </p:nvSpPr>
        <p:spPr>
          <a:xfrm>
            <a:off x="3695700" y="1426400"/>
            <a:ext cx="1752600" cy="6969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Our company</a:t>
            </a:r>
            <a:endParaRPr sz="1600">
              <a:solidFill>
                <a:schemeClr val="accent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cxnSp>
        <p:nvCxnSpPr>
          <p:cNvPr id="587" name="Google Shape;587;p24"/>
          <p:cNvCxnSpPr>
            <a:stCxn id="586" idx="1"/>
            <a:endCxn id="582" idx="3"/>
          </p:cNvCxnSpPr>
          <p:nvPr/>
        </p:nvCxnSpPr>
        <p:spPr>
          <a:xfrm flipH="1">
            <a:off x="2796300" y="1774850"/>
            <a:ext cx="899400" cy="15291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8" name="Google Shape;588;p24"/>
          <p:cNvCxnSpPr>
            <a:stCxn id="586" idx="3"/>
            <a:endCxn id="585" idx="1"/>
          </p:cNvCxnSpPr>
          <p:nvPr/>
        </p:nvCxnSpPr>
        <p:spPr>
          <a:xfrm>
            <a:off x="5448300" y="1774850"/>
            <a:ext cx="919200" cy="1529100"/>
          </a:xfrm>
          <a:prstGeom prst="bentConnector3">
            <a:avLst>
              <a:gd name="adj1" fmla="val 49996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9" name="Google Shape;589;p24"/>
          <p:cNvSpPr/>
          <p:nvPr/>
        </p:nvSpPr>
        <p:spPr>
          <a:xfrm>
            <a:off x="4156650" y="2267511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24"/>
          <p:cNvSpPr/>
          <p:nvPr/>
        </p:nvSpPr>
        <p:spPr>
          <a:xfrm>
            <a:off x="1052014" y="1994911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4"/>
          <p:cNvSpPr/>
          <p:nvPr/>
        </p:nvSpPr>
        <p:spPr>
          <a:xfrm>
            <a:off x="7261286" y="1994911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2" name="Google Shape;592;p24"/>
          <p:cNvGrpSpPr/>
          <p:nvPr/>
        </p:nvGrpSpPr>
        <p:grpSpPr>
          <a:xfrm>
            <a:off x="7402847" y="2213295"/>
            <a:ext cx="547561" cy="393916"/>
            <a:chOff x="2200285" y="5373520"/>
            <a:chExt cx="547561" cy="393916"/>
          </a:xfrm>
        </p:grpSpPr>
        <p:sp>
          <p:nvSpPr>
            <p:cNvPr id="593" name="Google Shape;593;p24"/>
            <p:cNvSpPr/>
            <p:nvPr/>
          </p:nvSpPr>
          <p:spPr>
            <a:xfrm>
              <a:off x="2305092" y="5481892"/>
              <a:ext cx="337591" cy="277702"/>
            </a:xfrm>
            <a:custGeom>
              <a:avLst/>
              <a:gdLst/>
              <a:ahLst/>
              <a:cxnLst/>
              <a:rect l="l" t="t" r="r" b="b"/>
              <a:pathLst>
                <a:path w="947" h="779" extrusionOk="0">
                  <a:moveTo>
                    <a:pt x="947" y="0"/>
                  </a:moveTo>
                  <a:cubicBezTo>
                    <a:pt x="947" y="770"/>
                    <a:pt x="947" y="770"/>
                    <a:pt x="947" y="770"/>
                  </a:cubicBezTo>
                  <a:cubicBezTo>
                    <a:pt x="947" y="775"/>
                    <a:pt x="943" y="779"/>
                    <a:pt x="938" y="779"/>
                  </a:cubicBezTo>
                  <a:cubicBezTo>
                    <a:pt x="0" y="779"/>
                    <a:pt x="0" y="779"/>
                    <a:pt x="0" y="77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947" y="0"/>
                  </a:lnTo>
                  <a:close/>
                  <a:moveTo>
                    <a:pt x="947" y="0"/>
                  </a:moveTo>
                  <a:cubicBezTo>
                    <a:pt x="947" y="0"/>
                    <a:pt x="947" y="0"/>
                    <a:pt x="947" y="0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24"/>
            <p:cNvSpPr/>
            <p:nvPr/>
          </p:nvSpPr>
          <p:spPr>
            <a:xfrm>
              <a:off x="2305092" y="5481892"/>
              <a:ext cx="337591" cy="277702"/>
            </a:xfrm>
            <a:custGeom>
              <a:avLst/>
              <a:gdLst/>
              <a:ahLst/>
              <a:cxnLst/>
              <a:rect l="l" t="t" r="r" b="b"/>
              <a:pathLst>
                <a:path w="947" h="779" extrusionOk="0">
                  <a:moveTo>
                    <a:pt x="947" y="0"/>
                  </a:moveTo>
                  <a:cubicBezTo>
                    <a:pt x="947" y="770"/>
                    <a:pt x="947" y="770"/>
                    <a:pt x="947" y="770"/>
                  </a:cubicBezTo>
                  <a:cubicBezTo>
                    <a:pt x="947" y="775"/>
                    <a:pt x="943" y="779"/>
                    <a:pt x="938" y="779"/>
                  </a:cubicBezTo>
                  <a:cubicBezTo>
                    <a:pt x="0" y="779"/>
                    <a:pt x="0" y="779"/>
                    <a:pt x="0" y="77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947" y="0"/>
                  </a:lnTo>
                  <a:close/>
                  <a:moveTo>
                    <a:pt x="947" y="0"/>
                  </a:moveTo>
                  <a:cubicBezTo>
                    <a:pt x="947" y="0"/>
                    <a:pt x="947" y="0"/>
                    <a:pt x="947" y="0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24"/>
            <p:cNvSpPr/>
            <p:nvPr/>
          </p:nvSpPr>
          <p:spPr>
            <a:xfrm>
              <a:off x="2331828" y="5508628"/>
              <a:ext cx="284119" cy="224229"/>
            </a:xfrm>
            <a:custGeom>
              <a:avLst/>
              <a:gdLst/>
              <a:ahLst/>
              <a:cxnLst/>
              <a:rect l="l" t="t" r="r" b="b"/>
              <a:pathLst>
                <a:path w="797" h="629" extrusionOk="0">
                  <a:moveTo>
                    <a:pt x="797" y="14"/>
                  </a:moveTo>
                  <a:cubicBezTo>
                    <a:pt x="797" y="615"/>
                    <a:pt x="797" y="615"/>
                    <a:pt x="797" y="615"/>
                  </a:cubicBezTo>
                  <a:cubicBezTo>
                    <a:pt x="797" y="622"/>
                    <a:pt x="790" y="629"/>
                    <a:pt x="783" y="629"/>
                  </a:cubicBezTo>
                  <a:cubicBezTo>
                    <a:pt x="14" y="629"/>
                    <a:pt x="14" y="629"/>
                    <a:pt x="14" y="629"/>
                  </a:cubicBezTo>
                  <a:cubicBezTo>
                    <a:pt x="7" y="629"/>
                    <a:pt x="0" y="622"/>
                    <a:pt x="0" y="6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7" y="0"/>
                    <a:pt x="14" y="0"/>
                  </a:cubicBezTo>
                  <a:cubicBezTo>
                    <a:pt x="783" y="0"/>
                    <a:pt x="783" y="0"/>
                    <a:pt x="783" y="0"/>
                  </a:cubicBezTo>
                  <a:cubicBezTo>
                    <a:pt x="790" y="0"/>
                    <a:pt x="797" y="6"/>
                    <a:pt x="797" y="14"/>
                  </a:cubicBezTo>
                  <a:close/>
                  <a:moveTo>
                    <a:pt x="797" y="14"/>
                  </a:moveTo>
                  <a:cubicBezTo>
                    <a:pt x="797" y="14"/>
                    <a:pt x="797" y="14"/>
                    <a:pt x="797" y="14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24"/>
            <p:cNvSpPr/>
            <p:nvPr/>
          </p:nvSpPr>
          <p:spPr>
            <a:xfrm>
              <a:off x="2208128" y="5481892"/>
              <a:ext cx="96964" cy="277702"/>
            </a:xfrm>
            <a:custGeom>
              <a:avLst/>
              <a:gdLst/>
              <a:ahLst/>
              <a:cxnLst/>
              <a:rect l="l" t="t" r="r" b="b"/>
              <a:pathLst>
                <a:path w="272" h="779" extrusionOk="0">
                  <a:moveTo>
                    <a:pt x="272" y="0"/>
                  </a:moveTo>
                  <a:cubicBezTo>
                    <a:pt x="272" y="779"/>
                    <a:pt x="272" y="779"/>
                    <a:pt x="272" y="779"/>
                  </a:cubicBezTo>
                  <a:cubicBezTo>
                    <a:pt x="99" y="779"/>
                    <a:pt x="99" y="779"/>
                    <a:pt x="99" y="779"/>
                  </a:cubicBezTo>
                  <a:cubicBezTo>
                    <a:pt x="44" y="779"/>
                    <a:pt x="0" y="734"/>
                    <a:pt x="0" y="67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45"/>
                    <a:pt x="44" y="0"/>
                    <a:pt x="99" y="0"/>
                  </a:cubicBezTo>
                  <a:lnTo>
                    <a:pt x="272" y="0"/>
                  </a:lnTo>
                  <a:close/>
                  <a:moveTo>
                    <a:pt x="272" y="0"/>
                  </a:moveTo>
                  <a:cubicBezTo>
                    <a:pt x="272" y="0"/>
                    <a:pt x="272" y="0"/>
                    <a:pt x="272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24"/>
            <p:cNvSpPr/>
            <p:nvPr/>
          </p:nvSpPr>
          <p:spPr>
            <a:xfrm>
              <a:off x="2642683" y="5381720"/>
              <a:ext cx="96964" cy="277345"/>
            </a:xfrm>
            <a:custGeom>
              <a:avLst/>
              <a:gdLst/>
              <a:ahLst/>
              <a:cxnLst/>
              <a:rect l="l" t="t" r="r" b="b"/>
              <a:pathLst>
                <a:path w="272" h="778" extrusionOk="0">
                  <a:moveTo>
                    <a:pt x="272" y="99"/>
                  </a:moveTo>
                  <a:cubicBezTo>
                    <a:pt x="272" y="679"/>
                    <a:pt x="272" y="679"/>
                    <a:pt x="272" y="679"/>
                  </a:cubicBezTo>
                  <a:cubicBezTo>
                    <a:pt x="272" y="734"/>
                    <a:pt x="228" y="778"/>
                    <a:pt x="173" y="778"/>
                  </a:cubicBezTo>
                  <a:cubicBezTo>
                    <a:pt x="0" y="778"/>
                    <a:pt x="0" y="778"/>
                    <a:pt x="0" y="77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173" y="0"/>
                    <a:pt x="173" y="0"/>
                    <a:pt x="173" y="0"/>
                  </a:cubicBezTo>
                  <a:cubicBezTo>
                    <a:pt x="228" y="0"/>
                    <a:pt x="272" y="44"/>
                    <a:pt x="272" y="99"/>
                  </a:cubicBezTo>
                  <a:close/>
                  <a:moveTo>
                    <a:pt x="272" y="99"/>
                  </a:moveTo>
                  <a:cubicBezTo>
                    <a:pt x="272" y="99"/>
                    <a:pt x="272" y="99"/>
                    <a:pt x="272" y="9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24"/>
            <p:cNvSpPr/>
            <p:nvPr/>
          </p:nvSpPr>
          <p:spPr>
            <a:xfrm>
              <a:off x="2232725" y="5549268"/>
              <a:ext cx="47056" cy="46700"/>
            </a:xfrm>
            <a:custGeom>
              <a:avLst/>
              <a:gdLst/>
              <a:ahLst/>
              <a:cxnLst/>
              <a:rect l="l" t="t" r="r" b="b"/>
              <a:pathLst>
                <a:path w="132" h="131" extrusionOk="0">
                  <a:moveTo>
                    <a:pt x="132" y="66"/>
                  </a:moveTo>
                  <a:cubicBezTo>
                    <a:pt x="132" y="102"/>
                    <a:pt x="102" y="131"/>
                    <a:pt x="66" y="131"/>
                  </a:cubicBezTo>
                  <a:cubicBezTo>
                    <a:pt x="29" y="131"/>
                    <a:pt x="0" y="102"/>
                    <a:pt x="0" y="66"/>
                  </a:cubicBezTo>
                  <a:cubicBezTo>
                    <a:pt x="0" y="29"/>
                    <a:pt x="29" y="0"/>
                    <a:pt x="66" y="0"/>
                  </a:cubicBezTo>
                  <a:cubicBezTo>
                    <a:pt x="83" y="0"/>
                    <a:pt x="100" y="7"/>
                    <a:pt x="112" y="19"/>
                  </a:cubicBezTo>
                  <a:cubicBezTo>
                    <a:pt x="125" y="31"/>
                    <a:pt x="132" y="48"/>
                    <a:pt x="132" y="66"/>
                  </a:cubicBezTo>
                  <a:close/>
                  <a:moveTo>
                    <a:pt x="132" y="66"/>
                  </a:moveTo>
                  <a:cubicBezTo>
                    <a:pt x="132" y="66"/>
                    <a:pt x="132" y="66"/>
                    <a:pt x="132" y="66"/>
                  </a:cubicBezTo>
                </a:path>
              </a:pathLst>
            </a:custGeom>
            <a:solidFill>
              <a:srgbClr val="4F4F7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24"/>
            <p:cNvSpPr/>
            <p:nvPr/>
          </p:nvSpPr>
          <p:spPr>
            <a:xfrm>
              <a:off x="2667994" y="5542138"/>
              <a:ext cx="47056" cy="47056"/>
            </a:xfrm>
            <a:custGeom>
              <a:avLst/>
              <a:gdLst/>
              <a:ahLst/>
              <a:cxnLst/>
              <a:rect l="l" t="t" r="r" b="b"/>
              <a:pathLst>
                <a:path w="132" h="132" extrusionOk="0">
                  <a:moveTo>
                    <a:pt x="132" y="66"/>
                  </a:moveTo>
                  <a:cubicBezTo>
                    <a:pt x="132" y="102"/>
                    <a:pt x="103" y="132"/>
                    <a:pt x="66" y="132"/>
                  </a:cubicBezTo>
                  <a:cubicBezTo>
                    <a:pt x="30" y="132"/>
                    <a:pt x="0" y="102"/>
                    <a:pt x="0" y="66"/>
                  </a:cubicBezTo>
                  <a:cubicBezTo>
                    <a:pt x="0" y="30"/>
                    <a:pt x="30" y="0"/>
                    <a:pt x="66" y="0"/>
                  </a:cubicBezTo>
                  <a:cubicBezTo>
                    <a:pt x="103" y="0"/>
                    <a:pt x="132" y="30"/>
                    <a:pt x="132" y="66"/>
                  </a:cubicBezTo>
                  <a:close/>
                  <a:moveTo>
                    <a:pt x="132" y="66"/>
                  </a:moveTo>
                  <a:cubicBezTo>
                    <a:pt x="132" y="66"/>
                    <a:pt x="132" y="66"/>
                    <a:pt x="132" y="66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24"/>
            <p:cNvSpPr/>
            <p:nvPr/>
          </p:nvSpPr>
          <p:spPr>
            <a:xfrm>
              <a:off x="2679401" y="5493656"/>
              <a:ext cx="24597" cy="24597"/>
            </a:xfrm>
            <a:custGeom>
              <a:avLst/>
              <a:gdLst/>
              <a:ahLst/>
              <a:cxnLst/>
              <a:rect l="l" t="t" r="r" b="b"/>
              <a:pathLst>
                <a:path w="69" h="69" extrusionOk="0">
                  <a:moveTo>
                    <a:pt x="69" y="35"/>
                  </a:moveTo>
                  <a:cubicBezTo>
                    <a:pt x="69" y="54"/>
                    <a:pt x="53" y="69"/>
                    <a:pt x="34" y="69"/>
                  </a:cubicBezTo>
                  <a:cubicBezTo>
                    <a:pt x="15" y="69"/>
                    <a:pt x="0" y="54"/>
                    <a:pt x="0" y="35"/>
                  </a:cubicBezTo>
                  <a:cubicBezTo>
                    <a:pt x="0" y="16"/>
                    <a:pt x="15" y="0"/>
                    <a:pt x="34" y="0"/>
                  </a:cubicBezTo>
                  <a:cubicBezTo>
                    <a:pt x="53" y="0"/>
                    <a:pt x="69" y="16"/>
                    <a:pt x="69" y="35"/>
                  </a:cubicBezTo>
                  <a:close/>
                  <a:moveTo>
                    <a:pt x="69" y="35"/>
                  </a:moveTo>
                  <a:cubicBezTo>
                    <a:pt x="69" y="35"/>
                    <a:pt x="69" y="35"/>
                    <a:pt x="69" y="35"/>
                  </a:cubicBezTo>
                </a:path>
              </a:pathLst>
            </a:custGeom>
            <a:solidFill>
              <a:srgbClr val="4F4F7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24"/>
            <p:cNvSpPr/>
            <p:nvPr/>
          </p:nvSpPr>
          <p:spPr>
            <a:xfrm>
              <a:off x="2679401" y="5448739"/>
              <a:ext cx="24597" cy="24597"/>
            </a:xfrm>
            <a:custGeom>
              <a:avLst/>
              <a:gdLst/>
              <a:ahLst/>
              <a:cxnLst/>
              <a:rect l="l" t="t" r="r" b="b"/>
              <a:pathLst>
                <a:path w="69" h="69" extrusionOk="0">
                  <a:moveTo>
                    <a:pt x="69" y="34"/>
                  </a:moveTo>
                  <a:cubicBezTo>
                    <a:pt x="69" y="53"/>
                    <a:pt x="53" y="69"/>
                    <a:pt x="34" y="69"/>
                  </a:cubicBezTo>
                  <a:cubicBezTo>
                    <a:pt x="15" y="69"/>
                    <a:pt x="0" y="53"/>
                    <a:pt x="0" y="34"/>
                  </a:cubicBezTo>
                  <a:cubicBezTo>
                    <a:pt x="0" y="16"/>
                    <a:pt x="15" y="0"/>
                    <a:pt x="34" y="0"/>
                  </a:cubicBezTo>
                  <a:cubicBezTo>
                    <a:pt x="53" y="0"/>
                    <a:pt x="69" y="16"/>
                    <a:pt x="69" y="34"/>
                  </a:cubicBezTo>
                  <a:close/>
                  <a:moveTo>
                    <a:pt x="69" y="34"/>
                  </a:moveTo>
                  <a:cubicBezTo>
                    <a:pt x="69" y="34"/>
                    <a:pt x="69" y="34"/>
                    <a:pt x="69" y="34"/>
                  </a:cubicBezTo>
                </a:path>
              </a:pathLst>
            </a:custGeom>
            <a:solidFill>
              <a:srgbClr val="4F4F7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24"/>
            <p:cNvSpPr/>
            <p:nvPr/>
          </p:nvSpPr>
          <p:spPr>
            <a:xfrm>
              <a:off x="2656943" y="5471197"/>
              <a:ext cx="24597" cy="24597"/>
            </a:xfrm>
            <a:custGeom>
              <a:avLst/>
              <a:gdLst/>
              <a:ahLst/>
              <a:cxnLst/>
              <a:rect l="l" t="t" r="r" b="b"/>
              <a:pathLst>
                <a:path w="69" h="69" extrusionOk="0">
                  <a:moveTo>
                    <a:pt x="69" y="35"/>
                  </a:moveTo>
                  <a:cubicBezTo>
                    <a:pt x="69" y="53"/>
                    <a:pt x="53" y="69"/>
                    <a:pt x="34" y="69"/>
                  </a:cubicBezTo>
                  <a:cubicBezTo>
                    <a:pt x="15" y="69"/>
                    <a:pt x="0" y="53"/>
                    <a:pt x="0" y="35"/>
                  </a:cubicBezTo>
                  <a:cubicBezTo>
                    <a:pt x="0" y="16"/>
                    <a:pt x="15" y="0"/>
                    <a:pt x="34" y="0"/>
                  </a:cubicBezTo>
                  <a:cubicBezTo>
                    <a:pt x="53" y="0"/>
                    <a:pt x="69" y="16"/>
                    <a:pt x="69" y="35"/>
                  </a:cubicBezTo>
                  <a:close/>
                  <a:moveTo>
                    <a:pt x="69" y="35"/>
                  </a:moveTo>
                  <a:cubicBezTo>
                    <a:pt x="69" y="35"/>
                    <a:pt x="69" y="35"/>
                    <a:pt x="69" y="35"/>
                  </a:cubicBezTo>
                </a:path>
              </a:pathLst>
            </a:custGeom>
            <a:solidFill>
              <a:srgbClr val="4F4F7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24"/>
            <p:cNvSpPr/>
            <p:nvPr/>
          </p:nvSpPr>
          <p:spPr>
            <a:xfrm>
              <a:off x="2701860" y="5471197"/>
              <a:ext cx="24597" cy="24597"/>
            </a:xfrm>
            <a:custGeom>
              <a:avLst/>
              <a:gdLst/>
              <a:ahLst/>
              <a:cxnLst/>
              <a:rect l="l" t="t" r="r" b="b"/>
              <a:pathLst>
                <a:path w="69" h="69" extrusionOk="0">
                  <a:moveTo>
                    <a:pt x="69" y="35"/>
                  </a:moveTo>
                  <a:cubicBezTo>
                    <a:pt x="69" y="53"/>
                    <a:pt x="53" y="69"/>
                    <a:pt x="34" y="69"/>
                  </a:cubicBezTo>
                  <a:cubicBezTo>
                    <a:pt x="15" y="69"/>
                    <a:pt x="0" y="53"/>
                    <a:pt x="0" y="35"/>
                  </a:cubicBezTo>
                  <a:cubicBezTo>
                    <a:pt x="0" y="16"/>
                    <a:pt x="15" y="0"/>
                    <a:pt x="34" y="0"/>
                  </a:cubicBezTo>
                  <a:cubicBezTo>
                    <a:pt x="53" y="0"/>
                    <a:pt x="69" y="16"/>
                    <a:pt x="69" y="35"/>
                  </a:cubicBezTo>
                  <a:close/>
                  <a:moveTo>
                    <a:pt x="69" y="35"/>
                  </a:moveTo>
                  <a:cubicBezTo>
                    <a:pt x="69" y="35"/>
                    <a:pt x="69" y="35"/>
                    <a:pt x="69" y="35"/>
                  </a:cubicBezTo>
                </a:path>
              </a:pathLst>
            </a:custGeom>
            <a:solidFill>
              <a:srgbClr val="4F4F7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24"/>
            <p:cNvSpPr/>
            <p:nvPr/>
          </p:nvSpPr>
          <p:spPr>
            <a:xfrm>
              <a:off x="2323985" y="5500429"/>
              <a:ext cx="299804" cy="240271"/>
            </a:xfrm>
            <a:custGeom>
              <a:avLst/>
              <a:gdLst/>
              <a:ahLst/>
              <a:cxnLst/>
              <a:rect l="l" t="t" r="r" b="b"/>
              <a:pathLst>
                <a:path w="841" h="674" extrusionOk="0">
                  <a:moveTo>
                    <a:pt x="81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436"/>
                    <a:pt x="0" y="436"/>
                    <a:pt x="0" y="436"/>
                  </a:cubicBezTo>
                  <a:cubicBezTo>
                    <a:pt x="0" y="448"/>
                    <a:pt x="10" y="459"/>
                    <a:pt x="22" y="459"/>
                  </a:cubicBezTo>
                  <a:cubicBezTo>
                    <a:pt x="35" y="459"/>
                    <a:pt x="45" y="448"/>
                    <a:pt x="45" y="436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796" y="45"/>
                    <a:pt x="796" y="45"/>
                    <a:pt x="796" y="45"/>
                  </a:cubicBezTo>
                  <a:cubicBezTo>
                    <a:pt x="796" y="629"/>
                    <a:pt x="796" y="629"/>
                    <a:pt x="796" y="629"/>
                  </a:cubicBezTo>
                  <a:cubicBezTo>
                    <a:pt x="45" y="629"/>
                    <a:pt x="45" y="629"/>
                    <a:pt x="45" y="629"/>
                  </a:cubicBezTo>
                  <a:cubicBezTo>
                    <a:pt x="45" y="526"/>
                    <a:pt x="45" y="526"/>
                    <a:pt x="45" y="526"/>
                  </a:cubicBezTo>
                  <a:cubicBezTo>
                    <a:pt x="45" y="514"/>
                    <a:pt x="35" y="503"/>
                    <a:pt x="22" y="503"/>
                  </a:cubicBezTo>
                  <a:cubicBezTo>
                    <a:pt x="10" y="503"/>
                    <a:pt x="0" y="514"/>
                    <a:pt x="0" y="526"/>
                  </a:cubicBezTo>
                  <a:cubicBezTo>
                    <a:pt x="0" y="652"/>
                    <a:pt x="0" y="652"/>
                    <a:pt x="0" y="652"/>
                  </a:cubicBezTo>
                  <a:cubicBezTo>
                    <a:pt x="0" y="664"/>
                    <a:pt x="10" y="674"/>
                    <a:pt x="22" y="674"/>
                  </a:cubicBezTo>
                  <a:cubicBezTo>
                    <a:pt x="819" y="674"/>
                    <a:pt x="819" y="674"/>
                    <a:pt x="819" y="674"/>
                  </a:cubicBezTo>
                  <a:cubicBezTo>
                    <a:pt x="831" y="674"/>
                    <a:pt x="841" y="664"/>
                    <a:pt x="841" y="652"/>
                  </a:cubicBezTo>
                  <a:cubicBezTo>
                    <a:pt x="841" y="23"/>
                    <a:pt x="841" y="23"/>
                    <a:pt x="841" y="23"/>
                  </a:cubicBezTo>
                  <a:cubicBezTo>
                    <a:pt x="841" y="10"/>
                    <a:pt x="831" y="0"/>
                    <a:pt x="819" y="0"/>
                  </a:cubicBezTo>
                  <a:close/>
                  <a:moveTo>
                    <a:pt x="819" y="0"/>
                  </a:moveTo>
                  <a:cubicBezTo>
                    <a:pt x="819" y="0"/>
                    <a:pt x="819" y="0"/>
                    <a:pt x="819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24"/>
            <p:cNvSpPr/>
            <p:nvPr/>
          </p:nvSpPr>
          <p:spPr>
            <a:xfrm>
              <a:off x="2200285" y="5373520"/>
              <a:ext cx="547561" cy="393916"/>
            </a:xfrm>
            <a:custGeom>
              <a:avLst/>
              <a:gdLst/>
              <a:ahLst/>
              <a:cxnLst/>
              <a:rect l="l" t="t" r="r" b="b"/>
              <a:pathLst>
                <a:path w="1536" h="1105" extrusionOk="0">
                  <a:moveTo>
                    <a:pt x="1414" y="0"/>
                  </a:moveTo>
                  <a:cubicBezTo>
                    <a:pt x="1273" y="0"/>
                    <a:pt x="1273" y="0"/>
                    <a:pt x="1273" y="0"/>
                  </a:cubicBezTo>
                  <a:cubicBezTo>
                    <a:pt x="1243" y="0"/>
                    <a:pt x="1218" y="25"/>
                    <a:pt x="1218" y="55"/>
                  </a:cubicBezTo>
                  <a:cubicBezTo>
                    <a:pt x="1218" y="282"/>
                    <a:pt x="1218" y="282"/>
                    <a:pt x="1218" y="282"/>
                  </a:cubicBezTo>
                  <a:cubicBezTo>
                    <a:pt x="121" y="282"/>
                    <a:pt x="121" y="282"/>
                    <a:pt x="121" y="282"/>
                  </a:cubicBezTo>
                  <a:cubicBezTo>
                    <a:pt x="54" y="282"/>
                    <a:pt x="0" y="336"/>
                    <a:pt x="0" y="403"/>
                  </a:cubicBezTo>
                  <a:cubicBezTo>
                    <a:pt x="0" y="983"/>
                    <a:pt x="0" y="983"/>
                    <a:pt x="0" y="983"/>
                  </a:cubicBezTo>
                  <a:cubicBezTo>
                    <a:pt x="0" y="1050"/>
                    <a:pt x="54" y="1105"/>
                    <a:pt x="121" y="1105"/>
                  </a:cubicBezTo>
                  <a:cubicBezTo>
                    <a:pt x="1241" y="1105"/>
                    <a:pt x="1241" y="1105"/>
                    <a:pt x="1241" y="1105"/>
                  </a:cubicBezTo>
                  <a:cubicBezTo>
                    <a:pt x="1253" y="1105"/>
                    <a:pt x="1263" y="1095"/>
                    <a:pt x="1263" y="1083"/>
                  </a:cubicBezTo>
                  <a:cubicBezTo>
                    <a:pt x="1263" y="824"/>
                    <a:pt x="1263" y="824"/>
                    <a:pt x="1263" y="824"/>
                  </a:cubicBezTo>
                  <a:cubicBezTo>
                    <a:pt x="1414" y="824"/>
                    <a:pt x="1414" y="824"/>
                    <a:pt x="1414" y="824"/>
                  </a:cubicBezTo>
                  <a:cubicBezTo>
                    <a:pt x="1481" y="824"/>
                    <a:pt x="1536" y="769"/>
                    <a:pt x="1536" y="702"/>
                  </a:cubicBezTo>
                  <a:cubicBezTo>
                    <a:pt x="1536" y="122"/>
                    <a:pt x="1536" y="122"/>
                    <a:pt x="1536" y="122"/>
                  </a:cubicBezTo>
                  <a:cubicBezTo>
                    <a:pt x="1536" y="55"/>
                    <a:pt x="1481" y="0"/>
                    <a:pt x="1414" y="0"/>
                  </a:cubicBezTo>
                  <a:close/>
                  <a:moveTo>
                    <a:pt x="44" y="983"/>
                  </a:moveTo>
                  <a:cubicBezTo>
                    <a:pt x="44" y="403"/>
                    <a:pt x="44" y="403"/>
                    <a:pt x="44" y="403"/>
                  </a:cubicBezTo>
                  <a:cubicBezTo>
                    <a:pt x="44" y="361"/>
                    <a:pt x="79" y="326"/>
                    <a:pt x="121" y="326"/>
                  </a:cubicBezTo>
                  <a:cubicBezTo>
                    <a:pt x="272" y="326"/>
                    <a:pt x="272" y="326"/>
                    <a:pt x="272" y="326"/>
                  </a:cubicBezTo>
                  <a:cubicBezTo>
                    <a:pt x="272" y="1060"/>
                    <a:pt x="272" y="1060"/>
                    <a:pt x="272" y="1060"/>
                  </a:cubicBezTo>
                  <a:cubicBezTo>
                    <a:pt x="121" y="1060"/>
                    <a:pt x="121" y="1060"/>
                    <a:pt x="121" y="1060"/>
                  </a:cubicBezTo>
                  <a:cubicBezTo>
                    <a:pt x="79" y="1060"/>
                    <a:pt x="44" y="1026"/>
                    <a:pt x="44" y="983"/>
                  </a:cubicBezTo>
                  <a:close/>
                  <a:moveTo>
                    <a:pt x="1491" y="702"/>
                  </a:moveTo>
                  <a:cubicBezTo>
                    <a:pt x="1491" y="744"/>
                    <a:pt x="1456" y="779"/>
                    <a:pt x="1414" y="779"/>
                  </a:cubicBezTo>
                  <a:cubicBezTo>
                    <a:pt x="1263" y="779"/>
                    <a:pt x="1263" y="779"/>
                    <a:pt x="1263" y="779"/>
                  </a:cubicBezTo>
                  <a:cubicBezTo>
                    <a:pt x="1263" y="532"/>
                    <a:pt x="1263" y="532"/>
                    <a:pt x="1263" y="532"/>
                  </a:cubicBezTo>
                  <a:cubicBezTo>
                    <a:pt x="1263" y="519"/>
                    <a:pt x="1253" y="509"/>
                    <a:pt x="1241" y="509"/>
                  </a:cubicBezTo>
                  <a:cubicBezTo>
                    <a:pt x="1228" y="509"/>
                    <a:pt x="1218" y="519"/>
                    <a:pt x="1218" y="532"/>
                  </a:cubicBezTo>
                  <a:cubicBezTo>
                    <a:pt x="1218" y="1060"/>
                    <a:pt x="1218" y="1060"/>
                    <a:pt x="1218" y="1060"/>
                  </a:cubicBezTo>
                  <a:cubicBezTo>
                    <a:pt x="317" y="1060"/>
                    <a:pt x="317" y="1060"/>
                    <a:pt x="317" y="1060"/>
                  </a:cubicBezTo>
                  <a:cubicBezTo>
                    <a:pt x="317" y="326"/>
                    <a:pt x="317" y="326"/>
                    <a:pt x="317" y="326"/>
                  </a:cubicBezTo>
                  <a:cubicBezTo>
                    <a:pt x="1218" y="326"/>
                    <a:pt x="1218" y="326"/>
                    <a:pt x="1218" y="326"/>
                  </a:cubicBezTo>
                  <a:cubicBezTo>
                    <a:pt x="1218" y="442"/>
                    <a:pt x="1218" y="442"/>
                    <a:pt x="1218" y="442"/>
                  </a:cubicBezTo>
                  <a:cubicBezTo>
                    <a:pt x="1218" y="454"/>
                    <a:pt x="1228" y="464"/>
                    <a:pt x="1241" y="464"/>
                  </a:cubicBezTo>
                  <a:cubicBezTo>
                    <a:pt x="1253" y="464"/>
                    <a:pt x="1263" y="454"/>
                    <a:pt x="1263" y="442"/>
                  </a:cubicBezTo>
                  <a:cubicBezTo>
                    <a:pt x="1263" y="55"/>
                    <a:pt x="1263" y="55"/>
                    <a:pt x="1263" y="55"/>
                  </a:cubicBezTo>
                  <a:cubicBezTo>
                    <a:pt x="1263" y="50"/>
                    <a:pt x="1268" y="45"/>
                    <a:pt x="1273" y="45"/>
                  </a:cubicBezTo>
                  <a:cubicBezTo>
                    <a:pt x="1414" y="45"/>
                    <a:pt x="1414" y="45"/>
                    <a:pt x="1414" y="45"/>
                  </a:cubicBezTo>
                  <a:cubicBezTo>
                    <a:pt x="1456" y="45"/>
                    <a:pt x="1491" y="80"/>
                    <a:pt x="1491" y="122"/>
                  </a:cubicBezTo>
                  <a:cubicBezTo>
                    <a:pt x="1491" y="702"/>
                    <a:pt x="1491" y="702"/>
                    <a:pt x="1491" y="702"/>
                  </a:cubicBezTo>
                  <a:close/>
                  <a:moveTo>
                    <a:pt x="1491" y="702"/>
                  </a:moveTo>
                  <a:cubicBezTo>
                    <a:pt x="1491" y="702"/>
                    <a:pt x="1491" y="702"/>
                    <a:pt x="1491" y="70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24"/>
            <p:cNvSpPr/>
            <p:nvPr/>
          </p:nvSpPr>
          <p:spPr>
            <a:xfrm>
              <a:off x="2224526" y="5541069"/>
              <a:ext cx="63098" cy="63098"/>
            </a:xfrm>
            <a:custGeom>
              <a:avLst/>
              <a:gdLst/>
              <a:ahLst/>
              <a:cxnLst/>
              <a:rect l="l" t="t" r="r" b="b"/>
              <a:pathLst>
                <a:path w="177" h="177" extrusionOk="0">
                  <a:moveTo>
                    <a:pt x="89" y="177"/>
                  </a:moveTo>
                  <a:cubicBezTo>
                    <a:pt x="137" y="177"/>
                    <a:pt x="177" y="137"/>
                    <a:pt x="177" y="89"/>
                  </a:cubicBezTo>
                  <a:cubicBezTo>
                    <a:pt x="177" y="40"/>
                    <a:pt x="137" y="0"/>
                    <a:pt x="89" y="0"/>
                  </a:cubicBezTo>
                  <a:cubicBezTo>
                    <a:pt x="40" y="0"/>
                    <a:pt x="0" y="40"/>
                    <a:pt x="0" y="89"/>
                  </a:cubicBezTo>
                  <a:cubicBezTo>
                    <a:pt x="0" y="137"/>
                    <a:pt x="40" y="177"/>
                    <a:pt x="89" y="177"/>
                  </a:cubicBezTo>
                  <a:close/>
                  <a:moveTo>
                    <a:pt x="89" y="45"/>
                  </a:moveTo>
                  <a:cubicBezTo>
                    <a:pt x="113" y="45"/>
                    <a:pt x="132" y="65"/>
                    <a:pt x="132" y="89"/>
                  </a:cubicBezTo>
                  <a:cubicBezTo>
                    <a:pt x="132" y="112"/>
                    <a:pt x="113" y="132"/>
                    <a:pt x="89" y="132"/>
                  </a:cubicBezTo>
                  <a:cubicBezTo>
                    <a:pt x="65" y="132"/>
                    <a:pt x="45" y="112"/>
                    <a:pt x="45" y="89"/>
                  </a:cubicBezTo>
                  <a:cubicBezTo>
                    <a:pt x="45" y="65"/>
                    <a:pt x="65" y="45"/>
                    <a:pt x="89" y="45"/>
                  </a:cubicBezTo>
                  <a:close/>
                  <a:moveTo>
                    <a:pt x="89" y="45"/>
                  </a:moveTo>
                  <a:cubicBezTo>
                    <a:pt x="89" y="45"/>
                    <a:pt x="89" y="45"/>
                    <a:pt x="89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24"/>
            <p:cNvSpPr/>
            <p:nvPr/>
          </p:nvSpPr>
          <p:spPr>
            <a:xfrm>
              <a:off x="2243776" y="5620208"/>
              <a:ext cx="24597" cy="24241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69" y="34"/>
                  </a:moveTo>
                  <a:cubicBezTo>
                    <a:pt x="69" y="53"/>
                    <a:pt x="54" y="68"/>
                    <a:pt x="35" y="68"/>
                  </a:cubicBezTo>
                  <a:cubicBezTo>
                    <a:pt x="16" y="68"/>
                    <a:pt x="0" y="53"/>
                    <a:pt x="0" y="34"/>
                  </a:cubicBezTo>
                  <a:cubicBezTo>
                    <a:pt x="0" y="15"/>
                    <a:pt x="16" y="0"/>
                    <a:pt x="35" y="0"/>
                  </a:cubicBezTo>
                  <a:cubicBezTo>
                    <a:pt x="54" y="0"/>
                    <a:pt x="69" y="15"/>
                    <a:pt x="69" y="34"/>
                  </a:cubicBezTo>
                  <a:close/>
                  <a:moveTo>
                    <a:pt x="69" y="34"/>
                  </a:moveTo>
                  <a:cubicBezTo>
                    <a:pt x="69" y="34"/>
                    <a:pt x="69" y="34"/>
                    <a:pt x="69" y="3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24"/>
            <p:cNvSpPr/>
            <p:nvPr/>
          </p:nvSpPr>
          <p:spPr>
            <a:xfrm>
              <a:off x="2243776" y="5665125"/>
              <a:ext cx="24597" cy="24241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69" y="34"/>
                  </a:moveTo>
                  <a:cubicBezTo>
                    <a:pt x="69" y="53"/>
                    <a:pt x="54" y="68"/>
                    <a:pt x="35" y="68"/>
                  </a:cubicBezTo>
                  <a:cubicBezTo>
                    <a:pt x="16" y="68"/>
                    <a:pt x="0" y="53"/>
                    <a:pt x="0" y="34"/>
                  </a:cubicBezTo>
                  <a:cubicBezTo>
                    <a:pt x="0" y="15"/>
                    <a:pt x="16" y="0"/>
                    <a:pt x="35" y="0"/>
                  </a:cubicBezTo>
                  <a:cubicBezTo>
                    <a:pt x="54" y="0"/>
                    <a:pt x="69" y="15"/>
                    <a:pt x="69" y="34"/>
                  </a:cubicBezTo>
                  <a:close/>
                  <a:moveTo>
                    <a:pt x="69" y="34"/>
                  </a:moveTo>
                  <a:cubicBezTo>
                    <a:pt x="69" y="34"/>
                    <a:pt x="69" y="34"/>
                    <a:pt x="69" y="3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24"/>
            <p:cNvSpPr/>
            <p:nvPr/>
          </p:nvSpPr>
          <p:spPr>
            <a:xfrm>
              <a:off x="2266235" y="5642667"/>
              <a:ext cx="24597" cy="24241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69" y="34"/>
                  </a:moveTo>
                  <a:cubicBezTo>
                    <a:pt x="69" y="53"/>
                    <a:pt x="54" y="68"/>
                    <a:pt x="35" y="68"/>
                  </a:cubicBezTo>
                  <a:cubicBezTo>
                    <a:pt x="16" y="68"/>
                    <a:pt x="0" y="53"/>
                    <a:pt x="0" y="34"/>
                  </a:cubicBezTo>
                  <a:cubicBezTo>
                    <a:pt x="0" y="15"/>
                    <a:pt x="16" y="0"/>
                    <a:pt x="35" y="0"/>
                  </a:cubicBezTo>
                  <a:cubicBezTo>
                    <a:pt x="54" y="0"/>
                    <a:pt x="69" y="15"/>
                    <a:pt x="69" y="34"/>
                  </a:cubicBezTo>
                  <a:close/>
                  <a:moveTo>
                    <a:pt x="69" y="34"/>
                  </a:moveTo>
                  <a:cubicBezTo>
                    <a:pt x="69" y="34"/>
                    <a:pt x="69" y="34"/>
                    <a:pt x="69" y="3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24"/>
            <p:cNvSpPr/>
            <p:nvPr/>
          </p:nvSpPr>
          <p:spPr>
            <a:xfrm>
              <a:off x="2221318" y="5642667"/>
              <a:ext cx="24597" cy="24241"/>
            </a:xfrm>
            <a:custGeom>
              <a:avLst/>
              <a:gdLst/>
              <a:ahLst/>
              <a:cxnLst/>
              <a:rect l="l" t="t" r="r" b="b"/>
              <a:pathLst>
                <a:path w="69" h="68" extrusionOk="0">
                  <a:moveTo>
                    <a:pt x="69" y="34"/>
                  </a:moveTo>
                  <a:cubicBezTo>
                    <a:pt x="69" y="53"/>
                    <a:pt x="54" y="68"/>
                    <a:pt x="35" y="68"/>
                  </a:cubicBezTo>
                  <a:cubicBezTo>
                    <a:pt x="16" y="68"/>
                    <a:pt x="0" y="53"/>
                    <a:pt x="0" y="34"/>
                  </a:cubicBezTo>
                  <a:cubicBezTo>
                    <a:pt x="0" y="15"/>
                    <a:pt x="16" y="0"/>
                    <a:pt x="35" y="0"/>
                  </a:cubicBezTo>
                  <a:cubicBezTo>
                    <a:pt x="44" y="0"/>
                    <a:pt x="52" y="3"/>
                    <a:pt x="59" y="10"/>
                  </a:cubicBezTo>
                  <a:cubicBezTo>
                    <a:pt x="65" y="16"/>
                    <a:pt x="69" y="25"/>
                    <a:pt x="69" y="34"/>
                  </a:cubicBezTo>
                  <a:close/>
                  <a:moveTo>
                    <a:pt x="69" y="34"/>
                  </a:moveTo>
                  <a:cubicBezTo>
                    <a:pt x="69" y="34"/>
                    <a:pt x="69" y="34"/>
                    <a:pt x="69" y="3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24"/>
            <p:cNvSpPr/>
            <p:nvPr/>
          </p:nvSpPr>
          <p:spPr>
            <a:xfrm>
              <a:off x="2660151" y="5534295"/>
              <a:ext cx="63098" cy="62741"/>
            </a:xfrm>
            <a:custGeom>
              <a:avLst/>
              <a:gdLst/>
              <a:ahLst/>
              <a:cxnLst/>
              <a:rect l="l" t="t" r="r" b="b"/>
              <a:pathLst>
                <a:path w="177" h="176" extrusionOk="0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7"/>
                    <a:pt x="40" y="176"/>
                    <a:pt x="88" y="176"/>
                  </a:cubicBezTo>
                  <a:cubicBezTo>
                    <a:pt x="137" y="176"/>
                    <a:pt x="177" y="137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  <a:moveTo>
                    <a:pt x="88" y="131"/>
                  </a:moveTo>
                  <a:cubicBezTo>
                    <a:pt x="64" y="131"/>
                    <a:pt x="45" y="112"/>
                    <a:pt x="45" y="88"/>
                  </a:cubicBezTo>
                  <a:cubicBezTo>
                    <a:pt x="45" y="64"/>
                    <a:pt x="64" y="45"/>
                    <a:pt x="88" y="45"/>
                  </a:cubicBezTo>
                  <a:cubicBezTo>
                    <a:pt x="112" y="45"/>
                    <a:pt x="132" y="64"/>
                    <a:pt x="132" y="88"/>
                  </a:cubicBezTo>
                  <a:cubicBezTo>
                    <a:pt x="132" y="112"/>
                    <a:pt x="112" y="131"/>
                    <a:pt x="88" y="131"/>
                  </a:cubicBezTo>
                  <a:close/>
                  <a:moveTo>
                    <a:pt x="88" y="131"/>
                  </a:moveTo>
                  <a:cubicBezTo>
                    <a:pt x="88" y="131"/>
                    <a:pt x="88" y="131"/>
                    <a:pt x="88" y="131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24"/>
            <p:cNvSpPr/>
            <p:nvPr/>
          </p:nvSpPr>
          <p:spPr>
            <a:xfrm>
              <a:off x="2679401" y="5493656"/>
              <a:ext cx="24597" cy="24597"/>
            </a:xfrm>
            <a:custGeom>
              <a:avLst/>
              <a:gdLst/>
              <a:ahLst/>
              <a:cxnLst/>
              <a:rect l="l" t="t" r="r" b="b"/>
              <a:pathLst>
                <a:path w="69" h="69" extrusionOk="0">
                  <a:moveTo>
                    <a:pt x="69" y="35"/>
                  </a:moveTo>
                  <a:cubicBezTo>
                    <a:pt x="69" y="54"/>
                    <a:pt x="53" y="69"/>
                    <a:pt x="34" y="69"/>
                  </a:cubicBezTo>
                  <a:cubicBezTo>
                    <a:pt x="15" y="69"/>
                    <a:pt x="0" y="54"/>
                    <a:pt x="0" y="35"/>
                  </a:cubicBezTo>
                  <a:cubicBezTo>
                    <a:pt x="0" y="16"/>
                    <a:pt x="15" y="0"/>
                    <a:pt x="34" y="0"/>
                  </a:cubicBezTo>
                  <a:cubicBezTo>
                    <a:pt x="53" y="0"/>
                    <a:pt x="69" y="16"/>
                    <a:pt x="69" y="35"/>
                  </a:cubicBezTo>
                  <a:close/>
                  <a:moveTo>
                    <a:pt x="69" y="35"/>
                  </a:moveTo>
                  <a:cubicBezTo>
                    <a:pt x="69" y="35"/>
                    <a:pt x="69" y="35"/>
                    <a:pt x="69" y="3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24"/>
            <p:cNvSpPr/>
            <p:nvPr/>
          </p:nvSpPr>
          <p:spPr>
            <a:xfrm>
              <a:off x="2679401" y="5448739"/>
              <a:ext cx="24597" cy="24597"/>
            </a:xfrm>
            <a:custGeom>
              <a:avLst/>
              <a:gdLst/>
              <a:ahLst/>
              <a:cxnLst/>
              <a:rect l="l" t="t" r="r" b="b"/>
              <a:pathLst>
                <a:path w="69" h="69" extrusionOk="0">
                  <a:moveTo>
                    <a:pt x="69" y="34"/>
                  </a:moveTo>
                  <a:cubicBezTo>
                    <a:pt x="69" y="53"/>
                    <a:pt x="53" y="69"/>
                    <a:pt x="34" y="69"/>
                  </a:cubicBezTo>
                  <a:cubicBezTo>
                    <a:pt x="15" y="69"/>
                    <a:pt x="0" y="53"/>
                    <a:pt x="0" y="34"/>
                  </a:cubicBezTo>
                  <a:cubicBezTo>
                    <a:pt x="0" y="16"/>
                    <a:pt x="15" y="0"/>
                    <a:pt x="34" y="0"/>
                  </a:cubicBezTo>
                  <a:cubicBezTo>
                    <a:pt x="53" y="0"/>
                    <a:pt x="69" y="16"/>
                    <a:pt x="69" y="34"/>
                  </a:cubicBezTo>
                  <a:close/>
                  <a:moveTo>
                    <a:pt x="69" y="34"/>
                  </a:moveTo>
                  <a:cubicBezTo>
                    <a:pt x="69" y="34"/>
                    <a:pt x="69" y="34"/>
                    <a:pt x="69" y="3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24"/>
            <p:cNvSpPr/>
            <p:nvPr/>
          </p:nvSpPr>
          <p:spPr>
            <a:xfrm>
              <a:off x="2656943" y="5471197"/>
              <a:ext cx="24597" cy="24597"/>
            </a:xfrm>
            <a:custGeom>
              <a:avLst/>
              <a:gdLst/>
              <a:ahLst/>
              <a:cxnLst/>
              <a:rect l="l" t="t" r="r" b="b"/>
              <a:pathLst>
                <a:path w="69" h="69" extrusionOk="0">
                  <a:moveTo>
                    <a:pt x="69" y="35"/>
                  </a:moveTo>
                  <a:cubicBezTo>
                    <a:pt x="69" y="53"/>
                    <a:pt x="53" y="69"/>
                    <a:pt x="34" y="69"/>
                  </a:cubicBezTo>
                  <a:cubicBezTo>
                    <a:pt x="15" y="69"/>
                    <a:pt x="0" y="53"/>
                    <a:pt x="0" y="35"/>
                  </a:cubicBezTo>
                  <a:cubicBezTo>
                    <a:pt x="0" y="16"/>
                    <a:pt x="15" y="0"/>
                    <a:pt x="34" y="0"/>
                  </a:cubicBezTo>
                  <a:cubicBezTo>
                    <a:pt x="53" y="0"/>
                    <a:pt x="69" y="16"/>
                    <a:pt x="69" y="35"/>
                  </a:cubicBezTo>
                  <a:close/>
                  <a:moveTo>
                    <a:pt x="69" y="35"/>
                  </a:moveTo>
                  <a:cubicBezTo>
                    <a:pt x="69" y="35"/>
                    <a:pt x="69" y="35"/>
                    <a:pt x="69" y="3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24"/>
            <p:cNvSpPr/>
            <p:nvPr/>
          </p:nvSpPr>
          <p:spPr>
            <a:xfrm>
              <a:off x="2701860" y="5471197"/>
              <a:ext cx="24597" cy="24597"/>
            </a:xfrm>
            <a:custGeom>
              <a:avLst/>
              <a:gdLst/>
              <a:ahLst/>
              <a:cxnLst/>
              <a:rect l="l" t="t" r="r" b="b"/>
              <a:pathLst>
                <a:path w="69" h="69" extrusionOk="0">
                  <a:moveTo>
                    <a:pt x="69" y="35"/>
                  </a:moveTo>
                  <a:cubicBezTo>
                    <a:pt x="69" y="53"/>
                    <a:pt x="53" y="69"/>
                    <a:pt x="34" y="69"/>
                  </a:cubicBezTo>
                  <a:cubicBezTo>
                    <a:pt x="15" y="69"/>
                    <a:pt x="0" y="53"/>
                    <a:pt x="0" y="35"/>
                  </a:cubicBezTo>
                  <a:cubicBezTo>
                    <a:pt x="0" y="16"/>
                    <a:pt x="15" y="0"/>
                    <a:pt x="34" y="0"/>
                  </a:cubicBezTo>
                  <a:cubicBezTo>
                    <a:pt x="53" y="0"/>
                    <a:pt x="69" y="16"/>
                    <a:pt x="69" y="35"/>
                  </a:cubicBezTo>
                  <a:close/>
                  <a:moveTo>
                    <a:pt x="69" y="35"/>
                  </a:moveTo>
                  <a:cubicBezTo>
                    <a:pt x="69" y="35"/>
                    <a:pt x="69" y="35"/>
                    <a:pt x="69" y="3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6" name="Google Shape;616;p24"/>
          <p:cNvGrpSpPr/>
          <p:nvPr/>
        </p:nvGrpSpPr>
        <p:grpSpPr>
          <a:xfrm>
            <a:off x="1319252" y="2136472"/>
            <a:ext cx="296239" cy="547561"/>
            <a:chOff x="2865665" y="5385284"/>
            <a:chExt cx="296239" cy="547561"/>
          </a:xfrm>
        </p:grpSpPr>
        <p:sp>
          <p:nvSpPr>
            <p:cNvPr id="617" name="Google Shape;617;p24"/>
            <p:cNvSpPr/>
            <p:nvPr/>
          </p:nvSpPr>
          <p:spPr>
            <a:xfrm>
              <a:off x="2892757" y="5393484"/>
              <a:ext cx="241697" cy="282336"/>
            </a:xfrm>
            <a:custGeom>
              <a:avLst/>
              <a:gdLst/>
              <a:ahLst/>
              <a:cxnLst/>
              <a:rect l="l" t="t" r="r" b="b"/>
              <a:pathLst>
                <a:path w="678" h="792" extrusionOk="0">
                  <a:moveTo>
                    <a:pt x="678" y="37"/>
                  </a:moveTo>
                  <a:cubicBezTo>
                    <a:pt x="678" y="792"/>
                    <a:pt x="678" y="792"/>
                    <a:pt x="678" y="792"/>
                  </a:cubicBezTo>
                  <a:cubicBezTo>
                    <a:pt x="0" y="792"/>
                    <a:pt x="0" y="792"/>
                    <a:pt x="0" y="792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7" y="0"/>
                    <a:pt x="38" y="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661" y="0"/>
                    <a:pt x="678" y="17"/>
                    <a:pt x="678" y="37"/>
                  </a:cubicBezTo>
                  <a:close/>
                  <a:moveTo>
                    <a:pt x="678" y="37"/>
                  </a:moveTo>
                  <a:cubicBezTo>
                    <a:pt x="678" y="37"/>
                    <a:pt x="678" y="37"/>
                    <a:pt x="678" y="37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24"/>
            <p:cNvSpPr/>
            <p:nvPr/>
          </p:nvSpPr>
          <p:spPr>
            <a:xfrm>
              <a:off x="2892757" y="5704695"/>
              <a:ext cx="241697" cy="220308"/>
            </a:xfrm>
            <a:custGeom>
              <a:avLst/>
              <a:gdLst/>
              <a:ahLst/>
              <a:cxnLst/>
              <a:rect l="l" t="t" r="r" b="b"/>
              <a:pathLst>
                <a:path w="678" h="618" extrusionOk="0">
                  <a:moveTo>
                    <a:pt x="678" y="0"/>
                  </a:moveTo>
                  <a:cubicBezTo>
                    <a:pt x="678" y="580"/>
                    <a:pt x="678" y="580"/>
                    <a:pt x="678" y="580"/>
                  </a:cubicBezTo>
                  <a:cubicBezTo>
                    <a:pt x="678" y="601"/>
                    <a:pt x="661" y="618"/>
                    <a:pt x="641" y="618"/>
                  </a:cubicBezTo>
                  <a:cubicBezTo>
                    <a:pt x="37" y="618"/>
                    <a:pt x="37" y="618"/>
                    <a:pt x="37" y="618"/>
                  </a:cubicBezTo>
                  <a:cubicBezTo>
                    <a:pt x="17" y="618"/>
                    <a:pt x="0" y="601"/>
                    <a:pt x="0" y="58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78" y="0"/>
                  </a:lnTo>
                  <a:close/>
                  <a:moveTo>
                    <a:pt x="678" y="0"/>
                  </a:moveTo>
                  <a:cubicBezTo>
                    <a:pt x="678" y="0"/>
                    <a:pt x="678" y="0"/>
                    <a:pt x="678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24"/>
            <p:cNvSpPr/>
            <p:nvPr/>
          </p:nvSpPr>
          <p:spPr>
            <a:xfrm>
              <a:off x="3037847" y="5776349"/>
              <a:ext cx="58464" cy="76644"/>
            </a:xfrm>
            <a:custGeom>
              <a:avLst/>
              <a:gdLst/>
              <a:ahLst/>
              <a:cxnLst/>
              <a:rect l="l" t="t" r="r" b="b"/>
              <a:pathLst>
                <a:path w="164" h="215" extrusionOk="0">
                  <a:moveTo>
                    <a:pt x="164" y="55"/>
                  </a:moveTo>
                  <a:cubicBezTo>
                    <a:pt x="164" y="63"/>
                    <a:pt x="162" y="71"/>
                    <a:pt x="157" y="78"/>
                  </a:cubicBezTo>
                  <a:cubicBezTo>
                    <a:pt x="96" y="185"/>
                    <a:pt x="96" y="185"/>
                    <a:pt x="96" y="185"/>
                  </a:cubicBezTo>
                  <a:cubicBezTo>
                    <a:pt x="83" y="208"/>
                    <a:pt x="54" y="215"/>
                    <a:pt x="31" y="202"/>
                  </a:cubicBezTo>
                  <a:cubicBezTo>
                    <a:pt x="8" y="189"/>
                    <a:pt x="0" y="160"/>
                    <a:pt x="13" y="137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88" y="8"/>
                    <a:pt x="117" y="0"/>
                    <a:pt x="140" y="13"/>
                  </a:cubicBezTo>
                  <a:cubicBezTo>
                    <a:pt x="155" y="22"/>
                    <a:pt x="164" y="38"/>
                    <a:pt x="164" y="55"/>
                  </a:cubicBezTo>
                  <a:close/>
                  <a:moveTo>
                    <a:pt x="164" y="55"/>
                  </a:moveTo>
                  <a:cubicBezTo>
                    <a:pt x="164" y="55"/>
                    <a:pt x="164" y="55"/>
                    <a:pt x="164" y="55"/>
                  </a:cubicBezTo>
                </a:path>
              </a:pathLst>
            </a:custGeom>
            <a:solidFill>
              <a:srgbClr val="C283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24"/>
            <p:cNvSpPr/>
            <p:nvPr/>
          </p:nvSpPr>
          <p:spPr>
            <a:xfrm>
              <a:off x="2951934" y="5759950"/>
              <a:ext cx="25667" cy="25667"/>
            </a:xfrm>
            <a:custGeom>
              <a:avLst/>
              <a:gdLst/>
              <a:ahLst/>
              <a:cxnLst/>
              <a:rect l="l" t="t" r="r" b="b"/>
              <a:pathLst>
                <a:path w="72" h="72" extrusionOk="0">
                  <a:moveTo>
                    <a:pt x="72" y="36"/>
                  </a:moveTo>
                  <a:cubicBezTo>
                    <a:pt x="72" y="56"/>
                    <a:pt x="56" y="72"/>
                    <a:pt x="36" y="72"/>
                  </a:cubicBezTo>
                  <a:cubicBezTo>
                    <a:pt x="17" y="72"/>
                    <a:pt x="0" y="56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lose/>
                  <a:moveTo>
                    <a:pt x="72" y="36"/>
                  </a:moveTo>
                  <a:cubicBezTo>
                    <a:pt x="72" y="36"/>
                    <a:pt x="72" y="36"/>
                    <a:pt x="72" y="36"/>
                  </a:cubicBezTo>
                </a:path>
              </a:pathLst>
            </a:custGeom>
            <a:solidFill>
              <a:srgbClr val="C283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24"/>
            <p:cNvSpPr/>
            <p:nvPr/>
          </p:nvSpPr>
          <p:spPr>
            <a:xfrm>
              <a:off x="2986157" y="5794173"/>
              <a:ext cx="25667" cy="25667"/>
            </a:xfrm>
            <a:custGeom>
              <a:avLst/>
              <a:gdLst/>
              <a:ahLst/>
              <a:cxnLst/>
              <a:rect l="l" t="t" r="r" b="b"/>
              <a:pathLst>
                <a:path w="72" h="72" extrusionOk="0">
                  <a:moveTo>
                    <a:pt x="72" y="36"/>
                  </a:moveTo>
                  <a:cubicBezTo>
                    <a:pt x="72" y="56"/>
                    <a:pt x="56" y="72"/>
                    <a:pt x="36" y="72"/>
                  </a:cubicBezTo>
                  <a:cubicBezTo>
                    <a:pt x="17" y="72"/>
                    <a:pt x="0" y="56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lose/>
                  <a:moveTo>
                    <a:pt x="72" y="36"/>
                  </a:moveTo>
                  <a:cubicBezTo>
                    <a:pt x="72" y="36"/>
                    <a:pt x="72" y="36"/>
                    <a:pt x="72" y="36"/>
                  </a:cubicBezTo>
                </a:path>
              </a:pathLst>
            </a:custGeom>
            <a:solidFill>
              <a:srgbClr val="C283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24"/>
            <p:cNvSpPr/>
            <p:nvPr/>
          </p:nvSpPr>
          <p:spPr>
            <a:xfrm>
              <a:off x="2951934" y="5828396"/>
              <a:ext cx="25667" cy="25667"/>
            </a:xfrm>
            <a:custGeom>
              <a:avLst/>
              <a:gdLst/>
              <a:ahLst/>
              <a:cxnLst/>
              <a:rect l="l" t="t" r="r" b="b"/>
              <a:pathLst>
                <a:path w="72" h="72" extrusionOk="0">
                  <a:moveTo>
                    <a:pt x="72" y="36"/>
                  </a:moveTo>
                  <a:cubicBezTo>
                    <a:pt x="72" y="56"/>
                    <a:pt x="56" y="72"/>
                    <a:pt x="36" y="72"/>
                  </a:cubicBezTo>
                  <a:cubicBezTo>
                    <a:pt x="17" y="72"/>
                    <a:pt x="0" y="56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lose/>
                  <a:moveTo>
                    <a:pt x="72" y="36"/>
                  </a:moveTo>
                  <a:cubicBezTo>
                    <a:pt x="72" y="36"/>
                    <a:pt x="72" y="36"/>
                    <a:pt x="72" y="36"/>
                  </a:cubicBezTo>
                </a:path>
              </a:pathLst>
            </a:custGeom>
            <a:solidFill>
              <a:srgbClr val="C283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2917711" y="5794173"/>
              <a:ext cx="25667" cy="25667"/>
            </a:xfrm>
            <a:custGeom>
              <a:avLst/>
              <a:gdLst/>
              <a:ahLst/>
              <a:cxnLst/>
              <a:rect l="l" t="t" r="r" b="b"/>
              <a:pathLst>
                <a:path w="72" h="72" extrusionOk="0">
                  <a:moveTo>
                    <a:pt x="72" y="36"/>
                  </a:moveTo>
                  <a:cubicBezTo>
                    <a:pt x="72" y="56"/>
                    <a:pt x="56" y="72"/>
                    <a:pt x="36" y="72"/>
                  </a:cubicBezTo>
                  <a:cubicBezTo>
                    <a:pt x="17" y="72"/>
                    <a:pt x="0" y="56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lose/>
                  <a:moveTo>
                    <a:pt x="72" y="36"/>
                  </a:moveTo>
                  <a:cubicBezTo>
                    <a:pt x="72" y="36"/>
                    <a:pt x="72" y="36"/>
                    <a:pt x="72" y="36"/>
                  </a:cubicBezTo>
                </a:path>
              </a:pathLst>
            </a:custGeom>
            <a:solidFill>
              <a:srgbClr val="C283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2873507" y="5660848"/>
              <a:ext cx="280197" cy="66306"/>
            </a:xfrm>
            <a:custGeom>
              <a:avLst/>
              <a:gdLst/>
              <a:ahLst/>
              <a:cxnLst/>
              <a:rect l="l" t="t" r="r" b="b"/>
              <a:pathLst>
                <a:path w="786" h="186" extrusionOk="0">
                  <a:moveTo>
                    <a:pt x="786" y="82"/>
                  </a:moveTo>
                  <a:cubicBezTo>
                    <a:pt x="786" y="104"/>
                    <a:pt x="786" y="104"/>
                    <a:pt x="786" y="104"/>
                  </a:cubicBezTo>
                  <a:cubicBezTo>
                    <a:pt x="786" y="149"/>
                    <a:pt x="749" y="186"/>
                    <a:pt x="704" y="186"/>
                  </a:cubicBezTo>
                  <a:cubicBezTo>
                    <a:pt x="82" y="186"/>
                    <a:pt x="82" y="186"/>
                    <a:pt x="82" y="186"/>
                  </a:cubicBezTo>
                  <a:cubicBezTo>
                    <a:pt x="37" y="186"/>
                    <a:pt x="0" y="149"/>
                    <a:pt x="0" y="104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36"/>
                    <a:pt x="37" y="0"/>
                    <a:pt x="82" y="0"/>
                  </a:cubicBezTo>
                  <a:cubicBezTo>
                    <a:pt x="704" y="0"/>
                    <a:pt x="704" y="0"/>
                    <a:pt x="704" y="0"/>
                  </a:cubicBezTo>
                  <a:cubicBezTo>
                    <a:pt x="749" y="0"/>
                    <a:pt x="786" y="36"/>
                    <a:pt x="786" y="82"/>
                  </a:cubicBezTo>
                  <a:close/>
                  <a:moveTo>
                    <a:pt x="786" y="82"/>
                  </a:moveTo>
                  <a:cubicBezTo>
                    <a:pt x="786" y="82"/>
                    <a:pt x="786" y="82"/>
                    <a:pt x="786" y="82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24"/>
            <p:cNvSpPr/>
            <p:nvPr/>
          </p:nvSpPr>
          <p:spPr>
            <a:xfrm>
              <a:off x="2926980" y="5427706"/>
              <a:ext cx="173252" cy="198919"/>
            </a:xfrm>
            <a:custGeom>
              <a:avLst/>
              <a:gdLst/>
              <a:ahLst/>
              <a:cxnLst/>
              <a:rect l="l" t="t" r="r" b="b"/>
              <a:pathLst>
                <a:path w="486" h="558" extrusionOk="0">
                  <a:moveTo>
                    <a:pt x="486" y="12"/>
                  </a:moveTo>
                  <a:cubicBezTo>
                    <a:pt x="486" y="545"/>
                    <a:pt x="486" y="545"/>
                    <a:pt x="486" y="545"/>
                  </a:cubicBezTo>
                  <a:cubicBezTo>
                    <a:pt x="486" y="552"/>
                    <a:pt x="480" y="558"/>
                    <a:pt x="474" y="558"/>
                  </a:cubicBezTo>
                  <a:cubicBezTo>
                    <a:pt x="13" y="558"/>
                    <a:pt x="13" y="558"/>
                    <a:pt x="13" y="558"/>
                  </a:cubicBezTo>
                  <a:cubicBezTo>
                    <a:pt x="6" y="558"/>
                    <a:pt x="0" y="552"/>
                    <a:pt x="0" y="54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3" y="0"/>
                  </a:cubicBezTo>
                  <a:cubicBezTo>
                    <a:pt x="474" y="0"/>
                    <a:pt x="474" y="0"/>
                    <a:pt x="474" y="0"/>
                  </a:cubicBezTo>
                  <a:cubicBezTo>
                    <a:pt x="480" y="0"/>
                    <a:pt x="486" y="5"/>
                    <a:pt x="486" y="12"/>
                  </a:cubicBezTo>
                  <a:close/>
                  <a:moveTo>
                    <a:pt x="486" y="12"/>
                  </a:moveTo>
                  <a:cubicBezTo>
                    <a:pt x="486" y="12"/>
                    <a:pt x="486" y="12"/>
                    <a:pt x="486" y="12"/>
                  </a:cubicBezTo>
                </a:path>
              </a:pathLst>
            </a:custGeom>
            <a:solidFill>
              <a:srgbClr val="4F4F7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24"/>
            <p:cNvSpPr/>
            <p:nvPr/>
          </p:nvSpPr>
          <p:spPr>
            <a:xfrm>
              <a:off x="2926980" y="5427706"/>
              <a:ext cx="173252" cy="198919"/>
            </a:xfrm>
            <a:custGeom>
              <a:avLst/>
              <a:gdLst/>
              <a:ahLst/>
              <a:cxnLst/>
              <a:rect l="l" t="t" r="r" b="b"/>
              <a:pathLst>
                <a:path w="486" h="558" extrusionOk="0">
                  <a:moveTo>
                    <a:pt x="106" y="468"/>
                  </a:moveTo>
                  <a:cubicBezTo>
                    <a:pt x="99" y="468"/>
                    <a:pt x="93" y="462"/>
                    <a:pt x="93" y="455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0" y="552"/>
                    <a:pt x="6" y="558"/>
                    <a:pt x="13" y="558"/>
                  </a:cubicBezTo>
                  <a:cubicBezTo>
                    <a:pt x="474" y="558"/>
                    <a:pt x="474" y="558"/>
                    <a:pt x="474" y="558"/>
                  </a:cubicBezTo>
                  <a:cubicBezTo>
                    <a:pt x="480" y="558"/>
                    <a:pt x="486" y="552"/>
                    <a:pt x="486" y="545"/>
                  </a:cubicBezTo>
                  <a:cubicBezTo>
                    <a:pt x="486" y="468"/>
                    <a:pt x="486" y="468"/>
                    <a:pt x="486" y="468"/>
                  </a:cubicBezTo>
                  <a:lnTo>
                    <a:pt x="106" y="468"/>
                  </a:lnTo>
                  <a:close/>
                  <a:moveTo>
                    <a:pt x="106" y="468"/>
                  </a:moveTo>
                  <a:cubicBezTo>
                    <a:pt x="106" y="468"/>
                    <a:pt x="106" y="468"/>
                    <a:pt x="106" y="468"/>
                  </a:cubicBezTo>
                </a:path>
              </a:pathLst>
            </a:custGeom>
            <a:solidFill>
              <a:srgbClr val="3E436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2956925" y="5756029"/>
              <a:ext cx="25667" cy="25667"/>
            </a:xfrm>
            <a:custGeom>
              <a:avLst/>
              <a:gdLst/>
              <a:ahLst/>
              <a:cxnLst/>
              <a:rect l="l" t="t" r="r" b="b"/>
              <a:pathLst>
                <a:path w="72" h="72" extrusionOk="0">
                  <a:moveTo>
                    <a:pt x="72" y="36"/>
                  </a:moveTo>
                  <a:cubicBezTo>
                    <a:pt x="72" y="55"/>
                    <a:pt x="56" y="72"/>
                    <a:pt x="36" y="72"/>
                  </a:cubicBezTo>
                  <a:cubicBezTo>
                    <a:pt x="16" y="72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lose/>
                  <a:moveTo>
                    <a:pt x="72" y="36"/>
                  </a:moveTo>
                  <a:cubicBezTo>
                    <a:pt x="72" y="36"/>
                    <a:pt x="72" y="36"/>
                    <a:pt x="72" y="36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2991147" y="5790252"/>
              <a:ext cx="25667" cy="25667"/>
            </a:xfrm>
            <a:custGeom>
              <a:avLst/>
              <a:gdLst/>
              <a:ahLst/>
              <a:cxnLst/>
              <a:rect l="l" t="t" r="r" b="b"/>
              <a:pathLst>
                <a:path w="72" h="72" extrusionOk="0">
                  <a:moveTo>
                    <a:pt x="72" y="36"/>
                  </a:moveTo>
                  <a:cubicBezTo>
                    <a:pt x="72" y="55"/>
                    <a:pt x="56" y="72"/>
                    <a:pt x="36" y="72"/>
                  </a:cubicBezTo>
                  <a:cubicBezTo>
                    <a:pt x="16" y="72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lose/>
                  <a:moveTo>
                    <a:pt x="72" y="36"/>
                  </a:moveTo>
                  <a:cubicBezTo>
                    <a:pt x="72" y="36"/>
                    <a:pt x="72" y="36"/>
                    <a:pt x="72" y="36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24"/>
            <p:cNvSpPr/>
            <p:nvPr/>
          </p:nvSpPr>
          <p:spPr>
            <a:xfrm>
              <a:off x="2956925" y="5824474"/>
              <a:ext cx="25667" cy="25667"/>
            </a:xfrm>
            <a:custGeom>
              <a:avLst/>
              <a:gdLst/>
              <a:ahLst/>
              <a:cxnLst/>
              <a:rect l="l" t="t" r="r" b="b"/>
              <a:pathLst>
                <a:path w="72" h="72" extrusionOk="0">
                  <a:moveTo>
                    <a:pt x="72" y="36"/>
                  </a:moveTo>
                  <a:cubicBezTo>
                    <a:pt x="72" y="55"/>
                    <a:pt x="56" y="72"/>
                    <a:pt x="36" y="72"/>
                  </a:cubicBezTo>
                  <a:cubicBezTo>
                    <a:pt x="16" y="72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lose/>
                  <a:moveTo>
                    <a:pt x="72" y="36"/>
                  </a:moveTo>
                  <a:cubicBezTo>
                    <a:pt x="72" y="36"/>
                    <a:pt x="72" y="36"/>
                    <a:pt x="72" y="36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24"/>
            <p:cNvSpPr/>
            <p:nvPr/>
          </p:nvSpPr>
          <p:spPr>
            <a:xfrm>
              <a:off x="2922702" y="5790252"/>
              <a:ext cx="25667" cy="25667"/>
            </a:xfrm>
            <a:custGeom>
              <a:avLst/>
              <a:gdLst/>
              <a:ahLst/>
              <a:cxnLst/>
              <a:rect l="l" t="t" r="r" b="b"/>
              <a:pathLst>
                <a:path w="72" h="72" extrusionOk="0">
                  <a:moveTo>
                    <a:pt x="72" y="36"/>
                  </a:moveTo>
                  <a:cubicBezTo>
                    <a:pt x="72" y="55"/>
                    <a:pt x="56" y="72"/>
                    <a:pt x="36" y="72"/>
                  </a:cubicBezTo>
                  <a:cubicBezTo>
                    <a:pt x="16" y="72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lose/>
                  <a:moveTo>
                    <a:pt x="72" y="36"/>
                  </a:moveTo>
                  <a:cubicBezTo>
                    <a:pt x="72" y="36"/>
                    <a:pt x="72" y="36"/>
                    <a:pt x="72" y="36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24"/>
            <p:cNvSpPr/>
            <p:nvPr/>
          </p:nvSpPr>
          <p:spPr>
            <a:xfrm>
              <a:off x="3044264" y="5770645"/>
              <a:ext cx="58464" cy="77001"/>
            </a:xfrm>
            <a:custGeom>
              <a:avLst/>
              <a:gdLst/>
              <a:ahLst/>
              <a:cxnLst/>
              <a:rect l="l" t="t" r="r" b="b"/>
              <a:pathLst>
                <a:path w="164" h="216" extrusionOk="0">
                  <a:moveTo>
                    <a:pt x="164" y="55"/>
                  </a:moveTo>
                  <a:cubicBezTo>
                    <a:pt x="164" y="63"/>
                    <a:pt x="162" y="71"/>
                    <a:pt x="158" y="79"/>
                  </a:cubicBezTo>
                  <a:cubicBezTo>
                    <a:pt x="97" y="185"/>
                    <a:pt x="97" y="185"/>
                    <a:pt x="97" y="185"/>
                  </a:cubicBezTo>
                  <a:cubicBezTo>
                    <a:pt x="83" y="208"/>
                    <a:pt x="54" y="216"/>
                    <a:pt x="31" y="203"/>
                  </a:cubicBezTo>
                  <a:cubicBezTo>
                    <a:pt x="8" y="189"/>
                    <a:pt x="0" y="160"/>
                    <a:pt x="13" y="137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88" y="8"/>
                    <a:pt x="117" y="0"/>
                    <a:pt x="140" y="13"/>
                  </a:cubicBezTo>
                  <a:cubicBezTo>
                    <a:pt x="156" y="22"/>
                    <a:pt x="164" y="38"/>
                    <a:pt x="164" y="55"/>
                  </a:cubicBezTo>
                  <a:close/>
                  <a:moveTo>
                    <a:pt x="164" y="55"/>
                  </a:moveTo>
                  <a:cubicBezTo>
                    <a:pt x="164" y="55"/>
                    <a:pt x="164" y="55"/>
                    <a:pt x="164" y="55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3044264" y="5773140"/>
              <a:ext cx="38857" cy="73079"/>
            </a:xfrm>
            <a:custGeom>
              <a:avLst/>
              <a:gdLst/>
              <a:ahLst/>
              <a:cxnLst/>
              <a:rect l="l" t="t" r="r" b="b"/>
              <a:pathLst>
                <a:path w="109" h="205" extrusionOk="0">
                  <a:moveTo>
                    <a:pt x="51" y="188"/>
                  </a:moveTo>
                  <a:cubicBezTo>
                    <a:pt x="28" y="175"/>
                    <a:pt x="20" y="146"/>
                    <a:pt x="33" y="123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8" y="10"/>
                    <a:pt x="103" y="4"/>
                    <a:pt x="109" y="0"/>
                  </a:cubicBezTo>
                  <a:cubicBezTo>
                    <a:pt x="95" y="3"/>
                    <a:pt x="82" y="11"/>
                    <a:pt x="75" y="24"/>
                  </a:cubicBezTo>
                  <a:cubicBezTo>
                    <a:pt x="13" y="130"/>
                    <a:pt x="13" y="130"/>
                    <a:pt x="13" y="130"/>
                  </a:cubicBezTo>
                  <a:cubicBezTo>
                    <a:pt x="0" y="153"/>
                    <a:pt x="8" y="182"/>
                    <a:pt x="31" y="196"/>
                  </a:cubicBezTo>
                  <a:cubicBezTo>
                    <a:pt x="47" y="205"/>
                    <a:pt x="67" y="204"/>
                    <a:pt x="82" y="194"/>
                  </a:cubicBezTo>
                  <a:cubicBezTo>
                    <a:pt x="71" y="196"/>
                    <a:pt x="60" y="194"/>
                    <a:pt x="51" y="188"/>
                  </a:cubicBezTo>
                  <a:close/>
                  <a:moveTo>
                    <a:pt x="51" y="188"/>
                  </a:moveTo>
                  <a:cubicBezTo>
                    <a:pt x="51" y="188"/>
                    <a:pt x="51" y="188"/>
                    <a:pt x="51" y="188"/>
                  </a:cubicBezTo>
                </a:path>
              </a:pathLst>
            </a:custGeom>
            <a:solidFill>
              <a:srgbClr val="9B56F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24"/>
            <p:cNvSpPr/>
            <p:nvPr/>
          </p:nvSpPr>
          <p:spPr>
            <a:xfrm>
              <a:off x="2953716" y="5454443"/>
              <a:ext cx="119779" cy="145446"/>
            </a:xfrm>
            <a:custGeom>
              <a:avLst/>
              <a:gdLst/>
              <a:ahLst/>
              <a:cxnLst/>
              <a:rect l="l" t="t" r="r" b="b"/>
              <a:pathLst>
                <a:path w="336" h="408" extrusionOk="0">
                  <a:moveTo>
                    <a:pt x="336" y="8"/>
                  </a:moveTo>
                  <a:cubicBezTo>
                    <a:pt x="336" y="399"/>
                    <a:pt x="336" y="399"/>
                    <a:pt x="336" y="399"/>
                  </a:cubicBezTo>
                  <a:cubicBezTo>
                    <a:pt x="336" y="404"/>
                    <a:pt x="332" y="408"/>
                    <a:pt x="328" y="408"/>
                  </a:cubicBezTo>
                  <a:cubicBezTo>
                    <a:pt x="8" y="408"/>
                    <a:pt x="8" y="408"/>
                    <a:pt x="8" y="408"/>
                  </a:cubicBezTo>
                  <a:cubicBezTo>
                    <a:pt x="4" y="408"/>
                    <a:pt x="0" y="404"/>
                    <a:pt x="0" y="39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328" y="0"/>
                    <a:pt x="328" y="0"/>
                    <a:pt x="328" y="0"/>
                  </a:cubicBezTo>
                  <a:cubicBezTo>
                    <a:pt x="332" y="0"/>
                    <a:pt x="336" y="3"/>
                    <a:pt x="336" y="8"/>
                  </a:cubicBezTo>
                  <a:close/>
                  <a:moveTo>
                    <a:pt x="336" y="8"/>
                  </a:moveTo>
                  <a:cubicBezTo>
                    <a:pt x="336" y="8"/>
                    <a:pt x="336" y="8"/>
                    <a:pt x="336" y="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24"/>
            <p:cNvSpPr/>
            <p:nvPr/>
          </p:nvSpPr>
          <p:spPr>
            <a:xfrm>
              <a:off x="2865665" y="5385284"/>
              <a:ext cx="296239" cy="547561"/>
            </a:xfrm>
            <a:custGeom>
              <a:avLst/>
              <a:gdLst/>
              <a:ahLst/>
              <a:cxnLst/>
              <a:rect l="l" t="t" r="r" b="b"/>
              <a:pathLst>
                <a:path w="831" h="1536" extrusionOk="0">
                  <a:moveTo>
                    <a:pt x="777" y="763"/>
                  </a:moveTo>
                  <a:cubicBezTo>
                    <a:pt x="777" y="60"/>
                    <a:pt x="777" y="60"/>
                    <a:pt x="777" y="60"/>
                  </a:cubicBezTo>
                  <a:cubicBezTo>
                    <a:pt x="777" y="27"/>
                    <a:pt x="749" y="0"/>
                    <a:pt x="71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81" y="0"/>
                    <a:pt x="54" y="27"/>
                    <a:pt x="54" y="60"/>
                  </a:cubicBezTo>
                  <a:cubicBezTo>
                    <a:pt x="54" y="763"/>
                    <a:pt x="54" y="763"/>
                    <a:pt x="54" y="763"/>
                  </a:cubicBezTo>
                  <a:cubicBezTo>
                    <a:pt x="26" y="778"/>
                    <a:pt x="6" y="805"/>
                    <a:pt x="1" y="837"/>
                  </a:cubicBezTo>
                  <a:cubicBezTo>
                    <a:pt x="1" y="837"/>
                    <a:pt x="1" y="837"/>
                    <a:pt x="1" y="838"/>
                  </a:cubicBezTo>
                  <a:cubicBezTo>
                    <a:pt x="0" y="843"/>
                    <a:pt x="0" y="849"/>
                    <a:pt x="0" y="855"/>
                  </a:cubicBezTo>
                  <a:cubicBezTo>
                    <a:pt x="0" y="877"/>
                    <a:pt x="0" y="877"/>
                    <a:pt x="0" y="877"/>
                  </a:cubicBezTo>
                  <a:cubicBezTo>
                    <a:pt x="0" y="916"/>
                    <a:pt x="21" y="950"/>
                    <a:pt x="54" y="968"/>
                  </a:cubicBezTo>
                  <a:cubicBezTo>
                    <a:pt x="54" y="1476"/>
                    <a:pt x="54" y="1476"/>
                    <a:pt x="54" y="1476"/>
                  </a:cubicBezTo>
                  <a:cubicBezTo>
                    <a:pt x="54" y="1509"/>
                    <a:pt x="80" y="1536"/>
                    <a:pt x="113" y="1536"/>
                  </a:cubicBezTo>
                  <a:cubicBezTo>
                    <a:pt x="717" y="1536"/>
                    <a:pt x="717" y="1536"/>
                    <a:pt x="717" y="1536"/>
                  </a:cubicBezTo>
                  <a:cubicBezTo>
                    <a:pt x="750" y="1536"/>
                    <a:pt x="777" y="1509"/>
                    <a:pt x="777" y="1476"/>
                  </a:cubicBezTo>
                  <a:cubicBezTo>
                    <a:pt x="777" y="968"/>
                    <a:pt x="777" y="968"/>
                    <a:pt x="777" y="968"/>
                  </a:cubicBezTo>
                  <a:cubicBezTo>
                    <a:pt x="809" y="950"/>
                    <a:pt x="831" y="916"/>
                    <a:pt x="831" y="877"/>
                  </a:cubicBezTo>
                  <a:cubicBezTo>
                    <a:pt x="831" y="855"/>
                    <a:pt x="831" y="855"/>
                    <a:pt x="831" y="855"/>
                  </a:cubicBezTo>
                  <a:cubicBezTo>
                    <a:pt x="831" y="815"/>
                    <a:pt x="809" y="781"/>
                    <a:pt x="777" y="763"/>
                  </a:cubicBezTo>
                  <a:close/>
                  <a:moveTo>
                    <a:pt x="99" y="750"/>
                  </a:moveTo>
                  <a:cubicBezTo>
                    <a:pt x="99" y="60"/>
                    <a:pt x="99" y="60"/>
                    <a:pt x="99" y="60"/>
                  </a:cubicBezTo>
                  <a:cubicBezTo>
                    <a:pt x="99" y="52"/>
                    <a:pt x="105" y="45"/>
                    <a:pt x="114" y="45"/>
                  </a:cubicBezTo>
                  <a:cubicBezTo>
                    <a:pt x="716" y="45"/>
                    <a:pt x="716" y="45"/>
                    <a:pt x="716" y="45"/>
                  </a:cubicBezTo>
                  <a:cubicBezTo>
                    <a:pt x="725" y="45"/>
                    <a:pt x="732" y="52"/>
                    <a:pt x="732" y="60"/>
                  </a:cubicBezTo>
                  <a:cubicBezTo>
                    <a:pt x="732" y="750"/>
                    <a:pt x="732" y="750"/>
                    <a:pt x="732" y="750"/>
                  </a:cubicBezTo>
                  <a:lnTo>
                    <a:pt x="99" y="750"/>
                  </a:lnTo>
                  <a:close/>
                  <a:moveTo>
                    <a:pt x="786" y="877"/>
                  </a:moveTo>
                  <a:cubicBezTo>
                    <a:pt x="786" y="909"/>
                    <a:pt x="759" y="936"/>
                    <a:pt x="726" y="936"/>
                  </a:cubicBezTo>
                  <a:cubicBezTo>
                    <a:pt x="675" y="936"/>
                    <a:pt x="675" y="936"/>
                    <a:pt x="675" y="936"/>
                  </a:cubicBezTo>
                  <a:cubicBezTo>
                    <a:pt x="663" y="936"/>
                    <a:pt x="653" y="946"/>
                    <a:pt x="653" y="959"/>
                  </a:cubicBezTo>
                  <a:cubicBezTo>
                    <a:pt x="653" y="971"/>
                    <a:pt x="663" y="981"/>
                    <a:pt x="675" y="981"/>
                  </a:cubicBezTo>
                  <a:cubicBezTo>
                    <a:pt x="732" y="981"/>
                    <a:pt x="732" y="981"/>
                    <a:pt x="732" y="981"/>
                  </a:cubicBezTo>
                  <a:cubicBezTo>
                    <a:pt x="732" y="1404"/>
                    <a:pt x="732" y="1404"/>
                    <a:pt x="732" y="1404"/>
                  </a:cubicBezTo>
                  <a:cubicBezTo>
                    <a:pt x="586" y="1404"/>
                    <a:pt x="586" y="1404"/>
                    <a:pt x="586" y="1404"/>
                  </a:cubicBezTo>
                  <a:cubicBezTo>
                    <a:pt x="574" y="1404"/>
                    <a:pt x="564" y="1414"/>
                    <a:pt x="564" y="1427"/>
                  </a:cubicBezTo>
                  <a:cubicBezTo>
                    <a:pt x="564" y="1439"/>
                    <a:pt x="574" y="1449"/>
                    <a:pt x="586" y="1449"/>
                  </a:cubicBezTo>
                  <a:cubicBezTo>
                    <a:pt x="732" y="1449"/>
                    <a:pt x="732" y="1449"/>
                    <a:pt x="732" y="1449"/>
                  </a:cubicBezTo>
                  <a:cubicBezTo>
                    <a:pt x="732" y="1476"/>
                    <a:pt x="732" y="1476"/>
                    <a:pt x="732" y="1476"/>
                  </a:cubicBezTo>
                  <a:cubicBezTo>
                    <a:pt x="732" y="1484"/>
                    <a:pt x="725" y="1491"/>
                    <a:pt x="717" y="1491"/>
                  </a:cubicBezTo>
                  <a:cubicBezTo>
                    <a:pt x="113" y="1491"/>
                    <a:pt x="113" y="1491"/>
                    <a:pt x="113" y="1491"/>
                  </a:cubicBezTo>
                  <a:cubicBezTo>
                    <a:pt x="105" y="1491"/>
                    <a:pt x="99" y="1484"/>
                    <a:pt x="99" y="1476"/>
                  </a:cubicBezTo>
                  <a:cubicBezTo>
                    <a:pt x="99" y="1448"/>
                    <a:pt x="99" y="1448"/>
                    <a:pt x="99" y="1448"/>
                  </a:cubicBezTo>
                  <a:cubicBezTo>
                    <a:pt x="505" y="1448"/>
                    <a:pt x="505" y="1448"/>
                    <a:pt x="505" y="1448"/>
                  </a:cubicBezTo>
                  <a:cubicBezTo>
                    <a:pt x="517" y="1448"/>
                    <a:pt x="528" y="1438"/>
                    <a:pt x="528" y="1426"/>
                  </a:cubicBezTo>
                  <a:cubicBezTo>
                    <a:pt x="528" y="1413"/>
                    <a:pt x="517" y="1403"/>
                    <a:pt x="505" y="1403"/>
                  </a:cubicBezTo>
                  <a:cubicBezTo>
                    <a:pt x="99" y="1403"/>
                    <a:pt x="99" y="1403"/>
                    <a:pt x="99" y="1403"/>
                  </a:cubicBezTo>
                  <a:cubicBezTo>
                    <a:pt x="99" y="981"/>
                    <a:pt x="99" y="981"/>
                    <a:pt x="99" y="981"/>
                  </a:cubicBezTo>
                  <a:cubicBezTo>
                    <a:pt x="585" y="981"/>
                    <a:pt x="585" y="981"/>
                    <a:pt x="585" y="981"/>
                  </a:cubicBezTo>
                  <a:cubicBezTo>
                    <a:pt x="598" y="981"/>
                    <a:pt x="608" y="971"/>
                    <a:pt x="608" y="959"/>
                  </a:cubicBezTo>
                  <a:cubicBezTo>
                    <a:pt x="608" y="946"/>
                    <a:pt x="598" y="936"/>
                    <a:pt x="585" y="936"/>
                  </a:cubicBezTo>
                  <a:cubicBezTo>
                    <a:pt x="104" y="936"/>
                    <a:pt x="104" y="936"/>
                    <a:pt x="104" y="936"/>
                  </a:cubicBezTo>
                  <a:cubicBezTo>
                    <a:pt x="71" y="936"/>
                    <a:pt x="45" y="909"/>
                    <a:pt x="45" y="877"/>
                  </a:cubicBezTo>
                  <a:cubicBezTo>
                    <a:pt x="45" y="864"/>
                    <a:pt x="45" y="864"/>
                    <a:pt x="45" y="864"/>
                  </a:cubicBezTo>
                  <a:cubicBezTo>
                    <a:pt x="415" y="864"/>
                    <a:pt x="415" y="864"/>
                    <a:pt x="415" y="864"/>
                  </a:cubicBezTo>
                  <a:cubicBezTo>
                    <a:pt x="427" y="864"/>
                    <a:pt x="438" y="854"/>
                    <a:pt x="438" y="842"/>
                  </a:cubicBezTo>
                  <a:cubicBezTo>
                    <a:pt x="438" y="829"/>
                    <a:pt x="427" y="819"/>
                    <a:pt x="415" y="819"/>
                  </a:cubicBezTo>
                  <a:cubicBezTo>
                    <a:pt x="56" y="819"/>
                    <a:pt x="56" y="819"/>
                    <a:pt x="56" y="819"/>
                  </a:cubicBezTo>
                  <a:cubicBezTo>
                    <a:pt x="67" y="805"/>
                    <a:pt x="84" y="795"/>
                    <a:pt x="104" y="795"/>
                  </a:cubicBezTo>
                  <a:cubicBezTo>
                    <a:pt x="726" y="795"/>
                    <a:pt x="726" y="795"/>
                    <a:pt x="726" y="795"/>
                  </a:cubicBezTo>
                  <a:cubicBezTo>
                    <a:pt x="759" y="795"/>
                    <a:pt x="786" y="822"/>
                    <a:pt x="786" y="855"/>
                  </a:cubicBezTo>
                  <a:lnTo>
                    <a:pt x="786" y="877"/>
                  </a:lnTo>
                  <a:close/>
                  <a:moveTo>
                    <a:pt x="786" y="877"/>
                  </a:moveTo>
                  <a:cubicBezTo>
                    <a:pt x="786" y="877"/>
                    <a:pt x="786" y="877"/>
                    <a:pt x="786" y="87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2919137" y="5419507"/>
              <a:ext cx="189294" cy="214960"/>
            </a:xfrm>
            <a:custGeom>
              <a:avLst/>
              <a:gdLst/>
              <a:ahLst/>
              <a:cxnLst/>
              <a:rect l="l" t="t" r="r" b="b"/>
              <a:pathLst>
                <a:path w="531" h="603" extrusionOk="0">
                  <a:moveTo>
                    <a:pt x="496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15" y="0"/>
                    <a:pt x="0" y="16"/>
                    <a:pt x="0" y="35"/>
                  </a:cubicBezTo>
                  <a:cubicBezTo>
                    <a:pt x="0" y="568"/>
                    <a:pt x="0" y="568"/>
                    <a:pt x="0" y="568"/>
                  </a:cubicBezTo>
                  <a:cubicBezTo>
                    <a:pt x="0" y="587"/>
                    <a:pt x="15" y="603"/>
                    <a:pt x="35" y="603"/>
                  </a:cubicBezTo>
                  <a:cubicBezTo>
                    <a:pt x="496" y="603"/>
                    <a:pt x="496" y="603"/>
                    <a:pt x="496" y="603"/>
                  </a:cubicBezTo>
                  <a:cubicBezTo>
                    <a:pt x="515" y="603"/>
                    <a:pt x="531" y="587"/>
                    <a:pt x="531" y="568"/>
                  </a:cubicBezTo>
                  <a:cubicBezTo>
                    <a:pt x="531" y="35"/>
                    <a:pt x="531" y="35"/>
                    <a:pt x="531" y="35"/>
                  </a:cubicBezTo>
                  <a:cubicBezTo>
                    <a:pt x="531" y="16"/>
                    <a:pt x="515" y="0"/>
                    <a:pt x="496" y="0"/>
                  </a:cubicBezTo>
                  <a:close/>
                  <a:moveTo>
                    <a:pt x="486" y="558"/>
                  </a:moveTo>
                  <a:cubicBezTo>
                    <a:pt x="45" y="558"/>
                    <a:pt x="45" y="558"/>
                    <a:pt x="45" y="558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486" y="45"/>
                    <a:pt x="486" y="45"/>
                    <a:pt x="486" y="45"/>
                  </a:cubicBezTo>
                  <a:lnTo>
                    <a:pt x="486" y="558"/>
                  </a:lnTo>
                  <a:close/>
                  <a:moveTo>
                    <a:pt x="486" y="558"/>
                  </a:moveTo>
                  <a:cubicBezTo>
                    <a:pt x="486" y="558"/>
                    <a:pt x="486" y="558"/>
                    <a:pt x="486" y="55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2945874" y="5446243"/>
              <a:ext cx="135821" cy="161488"/>
            </a:xfrm>
            <a:custGeom>
              <a:avLst/>
              <a:gdLst/>
              <a:ahLst/>
              <a:cxnLst/>
              <a:rect l="l" t="t" r="r" b="b"/>
              <a:pathLst>
                <a:path w="381" h="453" extrusionOk="0">
                  <a:moveTo>
                    <a:pt x="22" y="453"/>
                  </a:moveTo>
                  <a:cubicBezTo>
                    <a:pt x="358" y="453"/>
                    <a:pt x="358" y="453"/>
                    <a:pt x="358" y="453"/>
                  </a:cubicBezTo>
                  <a:cubicBezTo>
                    <a:pt x="370" y="453"/>
                    <a:pt x="381" y="443"/>
                    <a:pt x="381" y="431"/>
                  </a:cubicBezTo>
                  <a:cubicBezTo>
                    <a:pt x="381" y="23"/>
                    <a:pt x="381" y="23"/>
                    <a:pt x="381" y="23"/>
                  </a:cubicBezTo>
                  <a:cubicBezTo>
                    <a:pt x="381" y="10"/>
                    <a:pt x="370" y="0"/>
                    <a:pt x="35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278"/>
                    <a:pt x="0" y="278"/>
                    <a:pt x="0" y="278"/>
                  </a:cubicBezTo>
                  <a:cubicBezTo>
                    <a:pt x="0" y="290"/>
                    <a:pt x="10" y="300"/>
                    <a:pt x="22" y="300"/>
                  </a:cubicBezTo>
                  <a:cubicBezTo>
                    <a:pt x="34" y="300"/>
                    <a:pt x="45" y="290"/>
                    <a:pt x="45" y="278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218" y="45"/>
                    <a:pt x="218" y="45"/>
                    <a:pt x="218" y="45"/>
                  </a:cubicBezTo>
                  <a:cubicBezTo>
                    <a:pt x="218" y="408"/>
                    <a:pt x="218" y="408"/>
                    <a:pt x="218" y="408"/>
                  </a:cubicBezTo>
                  <a:cubicBezTo>
                    <a:pt x="45" y="408"/>
                    <a:pt x="45" y="408"/>
                    <a:pt x="45" y="408"/>
                  </a:cubicBezTo>
                  <a:cubicBezTo>
                    <a:pt x="45" y="368"/>
                    <a:pt x="45" y="368"/>
                    <a:pt x="45" y="368"/>
                  </a:cubicBezTo>
                  <a:cubicBezTo>
                    <a:pt x="45" y="355"/>
                    <a:pt x="34" y="345"/>
                    <a:pt x="22" y="345"/>
                  </a:cubicBezTo>
                  <a:cubicBezTo>
                    <a:pt x="10" y="345"/>
                    <a:pt x="0" y="355"/>
                    <a:pt x="0" y="368"/>
                  </a:cubicBezTo>
                  <a:cubicBezTo>
                    <a:pt x="0" y="431"/>
                    <a:pt x="0" y="431"/>
                    <a:pt x="0" y="431"/>
                  </a:cubicBezTo>
                  <a:cubicBezTo>
                    <a:pt x="0" y="443"/>
                    <a:pt x="10" y="453"/>
                    <a:pt x="22" y="453"/>
                  </a:cubicBezTo>
                  <a:close/>
                  <a:moveTo>
                    <a:pt x="263" y="45"/>
                  </a:moveTo>
                  <a:cubicBezTo>
                    <a:pt x="336" y="45"/>
                    <a:pt x="336" y="45"/>
                    <a:pt x="336" y="45"/>
                  </a:cubicBezTo>
                  <a:cubicBezTo>
                    <a:pt x="336" y="408"/>
                    <a:pt x="336" y="408"/>
                    <a:pt x="336" y="408"/>
                  </a:cubicBezTo>
                  <a:cubicBezTo>
                    <a:pt x="263" y="408"/>
                    <a:pt x="263" y="408"/>
                    <a:pt x="263" y="408"/>
                  </a:cubicBezTo>
                  <a:lnTo>
                    <a:pt x="263" y="45"/>
                  </a:lnTo>
                  <a:close/>
                  <a:moveTo>
                    <a:pt x="263" y="45"/>
                  </a:moveTo>
                  <a:cubicBezTo>
                    <a:pt x="263" y="45"/>
                    <a:pt x="263" y="45"/>
                    <a:pt x="263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2949082" y="5747830"/>
              <a:ext cx="41709" cy="41709"/>
            </a:xfrm>
            <a:custGeom>
              <a:avLst/>
              <a:gdLst/>
              <a:ahLst/>
              <a:cxnLst/>
              <a:rect l="l" t="t" r="r" b="b"/>
              <a:pathLst>
                <a:path w="117" h="117" extrusionOk="0">
                  <a:moveTo>
                    <a:pt x="58" y="117"/>
                  </a:moveTo>
                  <a:cubicBezTo>
                    <a:pt x="90" y="117"/>
                    <a:pt x="117" y="91"/>
                    <a:pt x="117" y="59"/>
                  </a:cubicBezTo>
                  <a:cubicBezTo>
                    <a:pt x="117" y="26"/>
                    <a:pt x="90" y="0"/>
                    <a:pt x="58" y="0"/>
                  </a:cubicBezTo>
                  <a:cubicBezTo>
                    <a:pt x="26" y="0"/>
                    <a:pt x="0" y="26"/>
                    <a:pt x="0" y="59"/>
                  </a:cubicBezTo>
                  <a:cubicBezTo>
                    <a:pt x="0" y="91"/>
                    <a:pt x="26" y="117"/>
                    <a:pt x="58" y="117"/>
                  </a:cubicBezTo>
                  <a:close/>
                  <a:moveTo>
                    <a:pt x="58" y="45"/>
                  </a:moveTo>
                  <a:cubicBezTo>
                    <a:pt x="65" y="45"/>
                    <a:pt x="72" y="51"/>
                    <a:pt x="72" y="59"/>
                  </a:cubicBezTo>
                  <a:cubicBezTo>
                    <a:pt x="72" y="66"/>
                    <a:pt x="65" y="72"/>
                    <a:pt x="58" y="72"/>
                  </a:cubicBezTo>
                  <a:cubicBezTo>
                    <a:pt x="51" y="72"/>
                    <a:pt x="45" y="66"/>
                    <a:pt x="45" y="59"/>
                  </a:cubicBezTo>
                  <a:cubicBezTo>
                    <a:pt x="45" y="51"/>
                    <a:pt x="51" y="45"/>
                    <a:pt x="58" y="45"/>
                  </a:cubicBezTo>
                  <a:close/>
                  <a:moveTo>
                    <a:pt x="58" y="45"/>
                  </a:moveTo>
                  <a:cubicBezTo>
                    <a:pt x="58" y="45"/>
                    <a:pt x="58" y="45"/>
                    <a:pt x="58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2983305" y="5782053"/>
              <a:ext cx="41709" cy="41709"/>
            </a:xfrm>
            <a:custGeom>
              <a:avLst/>
              <a:gdLst/>
              <a:ahLst/>
              <a:cxnLst/>
              <a:rect l="l" t="t" r="r" b="b"/>
              <a:pathLst>
                <a:path w="117" h="117" extrusionOk="0">
                  <a:moveTo>
                    <a:pt x="58" y="0"/>
                  </a:moveTo>
                  <a:cubicBezTo>
                    <a:pt x="26" y="0"/>
                    <a:pt x="0" y="26"/>
                    <a:pt x="0" y="59"/>
                  </a:cubicBezTo>
                  <a:cubicBezTo>
                    <a:pt x="0" y="91"/>
                    <a:pt x="26" y="117"/>
                    <a:pt x="58" y="117"/>
                  </a:cubicBezTo>
                  <a:cubicBezTo>
                    <a:pt x="90" y="117"/>
                    <a:pt x="117" y="91"/>
                    <a:pt x="117" y="59"/>
                  </a:cubicBezTo>
                  <a:cubicBezTo>
                    <a:pt x="117" y="26"/>
                    <a:pt x="90" y="0"/>
                    <a:pt x="58" y="0"/>
                  </a:cubicBezTo>
                  <a:close/>
                  <a:moveTo>
                    <a:pt x="58" y="72"/>
                  </a:moveTo>
                  <a:cubicBezTo>
                    <a:pt x="51" y="72"/>
                    <a:pt x="45" y="66"/>
                    <a:pt x="45" y="59"/>
                  </a:cubicBezTo>
                  <a:cubicBezTo>
                    <a:pt x="45" y="51"/>
                    <a:pt x="51" y="45"/>
                    <a:pt x="58" y="45"/>
                  </a:cubicBezTo>
                  <a:cubicBezTo>
                    <a:pt x="65" y="45"/>
                    <a:pt x="72" y="51"/>
                    <a:pt x="72" y="59"/>
                  </a:cubicBezTo>
                  <a:cubicBezTo>
                    <a:pt x="72" y="66"/>
                    <a:pt x="65" y="72"/>
                    <a:pt x="58" y="72"/>
                  </a:cubicBezTo>
                  <a:close/>
                  <a:moveTo>
                    <a:pt x="58" y="72"/>
                  </a:moveTo>
                  <a:cubicBezTo>
                    <a:pt x="58" y="72"/>
                    <a:pt x="58" y="72"/>
                    <a:pt x="58" y="7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2949082" y="5816275"/>
              <a:ext cx="41709" cy="41709"/>
            </a:xfrm>
            <a:custGeom>
              <a:avLst/>
              <a:gdLst/>
              <a:ahLst/>
              <a:cxnLst/>
              <a:rect l="l" t="t" r="r" b="b"/>
              <a:pathLst>
                <a:path w="117" h="117" extrusionOk="0">
                  <a:moveTo>
                    <a:pt x="58" y="0"/>
                  </a:moveTo>
                  <a:cubicBezTo>
                    <a:pt x="26" y="0"/>
                    <a:pt x="0" y="26"/>
                    <a:pt x="0" y="59"/>
                  </a:cubicBezTo>
                  <a:cubicBezTo>
                    <a:pt x="0" y="91"/>
                    <a:pt x="26" y="117"/>
                    <a:pt x="58" y="117"/>
                  </a:cubicBezTo>
                  <a:cubicBezTo>
                    <a:pt x="90" y="117"/>
                    <a:pt x="117" y="91"/>
                    <a:pt x="117" y="59"/>
                  </a:cubicBezTo>
                  <a:cubicBezTo>
                    <a:pt x="117" y="26"/>
                    <a:pt x="90" y="0"/>
                    <a:pt x="58" y="0"/>
                  </a:cubicBezTo>
                  <a:close/>
                  <a:moveTo>
                    <a:pt x="58" y="72"/>
                  </a:moveTo>
                  <a:cubicBezTo>
                    <a:pt x="51" y="72"/>
                    <a:pt x="45" y="66"/>
                    <a:pt x="45" y="59"/>
                  </a:cubicBezTo>
                  <a:cubicBezTo>
                    <a:pt x="45" y="51"/>
                    <a:pt x="51" y="45"/>
                    <a:pt x="58" y="45"/>
                  </a:cubicBezTo>
                  <a:cubicBezTo>
                    <a:pt x="65" y="45"/>
                    <a:pt x="72" y="51"/>
                    <a:pt x="72" y="59"/>
                  </a:cubicBezTo>
                  <a:cubicBezTo>
                    <a:pt x="72" y="66"/>
                    <a:pt x="65" y="72"/>
                    <a:pt x="58" y="72"/>
                  </a:cubicBezTo>
                  <a:close/>
                  <a:moveTo>
                    <a:pt x="58" y="72"/>
                  </a:moveTo>
                  <a:cubicBezTo>
                    <a:pt x="58" y="72"/>
                    <a:pt x="58" y="72"/>
                    <a:pt x="58" y="7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2914860" y="5782053"/>
              <a:ext cx="41709" cy="41709"/>
            </a:xfrm>
            <a:custGeom>
              <a:avLst/>
              <a:gdLst/>
              <a:ahLst/>
              <a:cxnLst/>
              <a:rect l="l" t="t" r="r" b="b"/>
              <a:pathLst>
                <a:path w="117" h="117" extrusionOk="0">
                  <a:moveTo>
                    <a:pt x="117" y="59"/>
                  </a:moveTo>
                  <a:cubicBezTo>
                    <a:pt x="117" y="26"/>
                    <a:pt x="90" y="0"/>
                    <a:pt x="58" y="0"/>
                  </a:cubicBezTo>
                  <a:cubicBezTo>
                    <a:pt x="26" y="0"/>
                    <a:pt x="0" y="26"/>
                    <a:pt x="0" y="59"/>
                  </a:cubicBezTo>
                  <a:cubicBezTo>
                    <a:pt x="0" y="91"/>
                    <a:pt x="26" y="117"/>
                    <a:pt x="58" y="117"/>
                  </a:cubicBezTo>
                  <a:cubicBezTo>
                    <a:pt x="90" y="117"/>
                    <a:pt x="117" y="91"/>
                    <a:pt x="117" y="59"/>
                  </a:cubicBezTo>
                  <a:close/>
                  <a:moveTo>
                    <a:pt x="58" y="72"/>
                  </a:moveTo>
                  <a:cubicBezTo>
                    <a:pt x="51" y="72"/>
                    <a:pt x="45" y="66"/>
                    <a:pt x="45" y="59"/>
                  </a:cubicBezTo>
                  <a:cubicBezTo>
                    <a:pt x="45" y="51"/>
                    <a:pt x="51" y="45"/>
                    <a:pt x="58" y="45"/>
                  </a:cubicBezTo>
                  <a:cubicBezTo>
                    <a:pt x="65" y="45"/>
                    <a:pt x="72" y="51"/>
                    <a:pt x="72" y="59"/>
                  </a:cubicBezTo>
                  <a:cubicBezTo>
                    <a:pt x="72" y="66"/>
                    <a:pt x="65" y="72"/>
                    <a:pt x="58" y="72"/>
                  </a:cubicBezTo>
                  <a:close/>
                  <a:moveTo>
                    <a:pt x="58" y="72"/>
                  </a:moveTo>
                  <a:cubicBezTo>
                    <a:pt x="58" y="72"/>
                    <a:pt x="58" y="72"/>
                    <a:pt x="58" y="7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3035352" y="5761376"/>
              <a:ext cx="76288" cy="91973"/>
            </a:xfrm>
            <a:custGeom>
              <a:avLst/>
              <a:gdLst/>
              <a:ahLst/>
              <a:cxnLst/>
              <a:rect l="l" t="t" r="r" b="b"/>
              <a:pathLst>
                <a:path w="214" h="258" extrusionOk="0">
                  <a:moveTo>
                    <a:pt x="80" y="46"/>
                  </a:moveTo>
                  <a:cubicBezTo>
                    <a:pt x="19" y="152"/>
                    <a:pt x="19" y="152"/>
                    <a:pt x="19" y="152"/>
                  </a:cubicBezTo>
                  <a:cubicBezTo>
                    <a:pt x="0" y="186"/>
                    <a:pt x="11" y="229"/>
                    <a:pt x="45" y="248"/>
                  </a:cubicBezTo>
                  <a:cubicBezTo>
                    <a:pt x="56" y="255"/>
                    <a:pt x="68" y="258"/>
                    <a:pt x="80" y="258"/>
                  </a:cubicBezTo>
                  <a:cubicBezTo>
                    <a:pt x="104" y="258"/>
                    <a:pt x="128" y="245"/>
                    <a:pt x="141" y="222"/>
                  </a:cubicBezTo>
                  <a:cubicBezTo>
                    <a:pt x="202" y="116"/>
                    <a:pt x="202" y="116"/>
                    <a:pt x="202" y="116"/>
                  </a:cubicBezTo>
                  <a:cubicBezTo>
                    <a:pt x="212" y="100"/>
                    <a:pt x="214" y="81"/>
                    <a:pt x="209" y="63"/>
                  </a:cubicBezTo>
                  <a:cubicBezTo>
                    <a:pt x="205" y="44"/>
                    <a:pt x="193" y="29"/>
                    <a:pt x="177" y="20"/>
                  </a:cubicBezTo>
                  <a:cubicBezTo>
                    <a:pt x="143" y="0"/>
                    <a:pt x="100" y="12"/>
                    <a:pt x="80" y="46"/>
                  </a:cubicBezTo>
                  <a:close/>
                  <a:moveTo>
                    <a:pt x="163" y="94"/>
                  </a:moveTo>
                  <a:cubicBezTo>
                    <a:pt x="102" y="200"/>
                    <a:pt x="102" y="200"/>
                    <a:pt x="102" y="200"/>
                  </a:cubicBezTo>
                  <a:cubicBezTo>
                    <a:pt x="95" y="212"/>
                    <a:pt x="79" y="216"/>
                    <a:pt x="67" y="209"/>
                  </a:cubicBezTo>
                  <a:cubicBezTo>
                    <a:pt x="55" y="202"/>
                    <a:pt x="51" y="187"/>
                    <a:pt x="58" y="174"/>
                  </a:cubicBezTo>
                  <a:cubicBezTo>
                    <a:pt x="119" y="68"/>
                    <a:pt x="119" y="68"/>
                    <a:pt x="119" y="68"/>
                  </a:cubicBezTo>
                  <a:cubicBezTo>
                    <a:pt x="124" y="60"/>
                    <a:pt x="133" y="55"/>
                    <a:pt x="141" y="55"/>
                  </a:cubicBezTo>
                  <a:cubicBezTo>
                    <a:pt x="146" y="55"/>
                    <a:pt x="150" y="57"/>
                    <a:pt x="154" y="59"/>
                  </a:cubicBezTo>
                  <a:cubicBezTo>
                    <a:pt x="160" y="62"/>
                    <a:pt x="164" y="68"/>
                    <a:pt x="166" y="74"/>
                  </a:cubicBezTo>
                  <a:cubicBezTo>
                    <a:pt x="168" y="81"/>
                    <a:pt x="167" y="88"/>
                    <a:pt x="163" y="94"/>
                  </a:cubicBezTo>
                  <a:close/>
                  <a:moveTo>
                    <a:pt x="163" y="94"/>
                  </a:moveTo>
                  <a:cubicBezTo>
                    <a:pt x="163" y="94"/>
                    <a:pt x="163" y="94"/>
                    <a:pt x="163" y="9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2" name="Google Shape;642;p24"/>
          <p:cNvGrpSpPr/>
          <p:nvPr/>
        </p:nvGrpSpPr>
        <p:grpSpPr>
          <a:xfrm rot="-2700000">
            <a:off x="4311474" y="2554919"/>
            <a:ext cx="520855" cy="255355"/>
            <a:chOff x="4039018" y="4191110"/>
            <a:chExt cx="564964" cy="277065"/>
          </a:xfrm>
        </p:grpSpPr>
        <p:sp>
          <p:nvSpPr>
            <p:cNvPr id="643" name="Google Shape;643;p24"/>
            <p:cNvSpPr/>
            <p:nvPr/>
          </p:nvSpPr>
          <p:spPr>
            <a:xfrm>
              <a:off x="4047059" y="4314831"/>
              <a:ext cx="328477" cy="64019"/>
            </a:xfrm>
            <a:custGeom>
              <a:avLst/>
              <a:gdLst/>
              <a:ahLst/>
              <a:cxnLst/>
              <a:rect l="l" t="t" r="r" b="b"/>
              <a:pathLst>
                <a:path w="18343" h="3575" extrusionOk="0">
                  <a:moveTo>
                    <a:pt x="291" y="0"/>
                  </a:moveTo>
                  <a:cubicBezTo>
                    <a:pt x="123" y="0"/>
                    <a:pt x="0" y="124"/>
                    <a:pt x="0" y="286"/>
                  </a:cubicBezTo>
                  <a:lnTo>
                    <a:pt x="0" y="1558"/>
                  </a:lnTo>
                  <a:cubicBezTo>
                    <a:pt x="0" y="1701"/>
                    <a:pt x="123" y="1849"/>
                    <a:pt x="291" y="1849"/>
                  </a:cubicBezTo>
                  <a:lnTo>
                    <a:pt x="1297" y="1849"/>
                  </a:lnTo>
                  <a:lnTo>
                    <a:pt x="1297" y="3180"/>
                  </a:lnTo>
                  <a:cubicBezTo>
                    <a:pt x="1297" y="3407"/>
                    <a:pt x="1479" y="3574"/>
                    <a:pt x="1686" y="3574"/>
                  </a:cubicBezTo>
                  <a:lnTo>
                    <a:pt x="2711" y="3574"/>
                  </a:lnTo>
                  <a:cubicBezTo>
                    <a:pt x="2918" y="3574"/>
                    <a:pt x="3081" y="3407"/>
                    <a:pt x="3081" y="3180"/>
                  </a:cubicBezTo>
                  <a:lnTo>
                    <a:pt x="3081" y="1849"/>
                  </a:lnTo>
                  <a:lnTo>
                    <a:pt x="4890" y="1849"/>
                  </a:lnTo>
                  <a:lnTo>
                    <a:pt x="4890" y="3180"/>
                  </a:lnTo>
                  <a:cubicBezTo>
                    <a:pt x="4890" y="3407"/>
                    <a:pt x="5053" y="3574"/>
                    <a:pt x="5260" y="3574"/>
                  </a:cubicBezTo>
                  <a:lnTo>
                    <a:pt x="6285" y="3574"/>
                  </a:lnTo>
                  <a:cubicBezTo>
                    <a:pt x="6492" y="3574"/>
                    <a:pt x="6675" y="3407"/>
                    <a:pt x="6675" y="3180"/>
                  </a:cubicBezTo>
                  <a:lnTo>
                    <a:pt x="6675" y="1849"/>
                  </a:lnTo>
                  <a:lnTo>
                    <a:pt x="18342" y="1849"/>
                  </a:lnTo>
                  <a:lnTo>
                    <a:pt x="18342" y="0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4365631" y="4199222"/>
              <a:ext cx="229879" cy="260608"/>
            </a:xfrm>
            <a:custGeom>
              <a:avLst/>
              <a:gdLst/>
              <a:ahLst/>
              <a:cxnLst/>
              <a:rect l="l" t="t" r="r" b="b"/>
              <a:pathLst>
                <a:path w="12837" h="14553" extrusionOk="0">
                  <a:moveTo>
                    <a:pt x="7495" y="0"/>
                  </a:moveTo>
                  <a:cubicBezTo>
                    <a:pt x="7351" y="0"/>
                    <a:pt x="7207" y="36"/>
                    <a:pt x="7084" y="107"/>
                  </a:cubicBezTo>
                  <a:lnTo>
                    <a:pt x="2563" y="2715"/>
                  </a:lnTo>
                  <a:cubicBezTo>
                    <a:pt x="2317" y="2883"/>
                    <a:pt x="2154" y="3149"/>
                    <a:pt x="2154" y="3435"/>
                  </a:cubicBezTo>
                  <a:lnTo>
                    <a:pt x="2154" y="5076"/>
                  </a:lnTo>
                  <a:lnTo>
                    <a:pt x="592" y="5076"/>
                  </a:lnTo>
                  <a:cubicBezTo>
                    <a:pt x="266" y="5076"/>
                    <a:pt x="0" y="5347"/>
                    <a:pt x="0" y="5673"/>
                  </a:cubicBezTo>
                  <a:lnTo>
                    <a:pt x="0" y="9064"/>
                  </a:lnTo>
                  <a:cubicBezTo>
                    <a:pt x="0" y="9389"/>
                    <a:pt x="266" y="9661"/>
                    <a:pt x="592" y="9661"/>
                  </a:cubicBezTo>
                  <a:lnTo>
                    <a:pt x="2154" y="9661"/>
                  </a:lnTo>
                  <a:lnTo>
                    <a:pt x="2154" y="11115"/>
                  </a:lnTo>
                  <a:cubicBezTo>
                    <a:pt x="2154" y="11425"/>
                    <a:pt x="2317" y="11691"/>
                    <a:pt x="2563" y="11834"/>
                  </a:cubicBezTo>
                  <a:lnTo>
                    <a:pt x="7084" y="14442"/>
                  </a:lnTo>
                  <a:cubicBezTo>
                    <a:pt x="7207" y="14516"/>
                    <a:pt x="7351" y="14553"/>
                    <a:pt x="7495" y="14553"/>
                  </a:cubicBezTo>
                  <a:cubicBezTo>
                    <a:pt x="7640" y="14553"/>
                    <a:pt x="7784" y="14516"/>
                    <a:pt x="7907" y="14442"/>
                  </a:cubicBezTo>
                  <a:lnTo>
                    <a:pt x="12422" y="11834"/>
                  </a:lnTo>
                  <a:cubicBezTo>
                    <a:pt x="12669" y="11691"/>
                    <a:pt x="12836" y="11425"/>
                    <a:pt x="12836" y="11115"/>
                  </a:cubicBezTo>
                  <a:lnTo>
                    <a:pt x="12836" y="3435"/>
                  </a:lnTo>
                  <a:cubicBezTo>
                    <a:pt x="12836" y="3149"/>
                    <a:pt x="12669" y="2883"/>
                    <a:pt x="12422" y="2715"/>
                  </a:cubicBezTo>
                  <a:lnTo>
                    <a:pt x="7907" y="107"/>
                  </a:lnTo>
                  <a:cubicBezTo>
                    <a:pt x="7784" y="36"/>
                    <a:pt x="7640" y="0"/>
                    <a:pt x="7495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4500241" y="4368500"/>
              <a:ext cx="62157" cy="54833"/>
            </a:xfrm>
            <a:custGeom>
              <a:avLst/>
              <a:gdLst/>
              <a:ahLst/>
              <a:cxnLst/>
              <a:rect l="l" t="t" r="r" b="b"/>
              <a:pathLst>
                <a:path w="3471" h="3062" extrusionOk="0">
                  <a:moveTo>
                    <a:pt x="1603" y="0"/>
                  </a:moveTo>
                  <a:lnTo>
                    <a:pt x="1" y="947"/>
                  </a:lnTo>
                  <a:lnTo>
                    <a:pt x="20" y="947"/>
                  </a:lnTo>
                  <a:lnTo>
                    <a:pt x="20" y="3062"/>
                  </a:lnTo>
                  <a:lnTo>
                    <a:pt x="3471" y="1070"/>
                  </a:lnTo>
                  <a:lnTo>
                    <a:pt x="1622" y="20"/>
                  </a:lnTo>
                  <a:lnTo>
                    <a:pt x="1603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4528929" y="4272105"/>
              <a:ext cx="33469" cy="115915"/>
            </a:xfrm>
            <a:custGeom>
              <a:avLst/>
              <a:gdLst/>
              <a:ahLst/>
              <a:cxnLst/>
              <a:rect l="l" t="t" r="r" b="b"/>
              <a:pathLst>
                <a:path w="1869" h="6473" extrusionOk="0">
                  <a:moveTo>
                    <a:pt x="1869" y="1"/>
                  </a:moveTo>
                  <a:lnTo>
                    <a:pt x="20" y="1051"/>
                  </a:lnTo>
                  <a:lnTo>
                    <a:pt x="1" y="1051"/>
                  </a:lnTo>
                  <a:lnTo>
                    <a:pt x="20" y="1070"/>
                  </a:lnTo>
                  <a:lnTo>
                    <a:pt x="20" y="5423"/>
                  </a:lnTo>
                  <a:lnTo>
                    <a:pt x="1869" y="6473"/>
                  </a:lnTo>
                  <a:lnTo>
                    <a:pt x="1869" y="1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4500241" y="4235735"/>
              <a:ext cx="62157" cy="54833"/>
            </a:xfrm>
            <a:custGeom>
              <a:avLst/>
              <a:gdLst/>
              <a:ahLst/>
              <a:cxnLst/>
              <a:rect l="l" t="t" r="r" b="b"/>
              <a:pathLst>
                <a:path w="3471" h="3062" extrusionOk="0">
                  <a:moveTo>
                    <a:pt x="20" y="1"/>
                  </a:moveTo>
                  <a:lnTo>
                    <a:pt x="20" y="20"/>
                  </a:lnTo>
                  <a:lnTo>
                    <a:pt x="20" y="2115"/>
                  </a:lnTo>
                  <a:lnTo>
                    <a:pt x="1" y="2135"/>
                  </a:lnTo>
                  <a:lnTo>
                    <a:pt x="1603" y="3062"/>
                  </a:lnTo>
                  <a:lnTo>
                    <a:pt x="1622" y="3037"/>
                  </a:lnTo>
                  <a:lnTo>
                    <a:pt x="3471" y="1992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4437297" y="4235735"/>
              <a:ext cx="63321" cy="55191"/>
            </a:xfrm>
            <a:custGeom>
              <a:avLst/>
              <a:gdLst/>
              <a:ahLst/>
              <a:cxnLst/>
              <a:rect l="l" t="t" r="r" b="b"/>
              <a:pathLst>
                <a:path w="3536" h="3082" extrusionOk="0">
                  <a:moveTo>
                    <a:pt x="3491" y="1"/>
                  </a:moveTo>
                  <a:lnTo>
                    <a:pt x="1" y="2012"/>
                  </a:lnTo>
                  <a:lnTo>
                    <a:pt x="1" y="2032"/>
                  </a:lnTo>
                  <a:lnTo>
                    <a:pt x="1849" y="3082"/>
                  </a:lnTo>
                  <a:lnTo>
                    <a:pt x="3491" y="2155"/>
                  </a:lnTo>
                  <a:lnTo>
                    <a:pt x="3516" y="2155"/>
                  </a:lnTo>
                  <a:lnTo>
                    <a:pt x="3516" y="60"/>
                  </a:lnTo>
                  <a:lnTo>
                    <a:pt x="3535" y="40"/>
                  </a:lnTo>
                  <a:lnTo>
                    <a:pt x="349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4437297" y="4368500"/>
              <a:ext cx="63321" cy="55191"/>
            </a:xfrm>
            <a:custGeom>
              <a:avLst/>
              <a:gdLst/>
              <a:ahLst/>
              <a:cxnLst/>
              <a:rect l="l" t="t" r="r" b="b"/>
              <a:pathLst>
                <a:path w="3536" h="3082" extrusionOk="0">
                  <a:moveTo>
                    <a:pt x="1869" y="0"/>
                  </a:moveTo>
                  <a:lnTo>
                    <a:pt x="1849" y="20"/>
                  </a:lnTo>
                  <a:lnTo>
                    <a:pt x="1" y="1070"/>
                  </a:lnTo>
                  <a:lnTo>
                    <a:pt x="3491" y="3081"/>
                  </a:lnTo>
                  <a:lnTo>
                    <a:pt x="3535" y="3062"/>
                  </a:lnTo>
                  <a:lnTo>
                    <a:pt x="3535" y="947"/>
                  </a:lnTo>
                  <a:lnTo>
                    <a:pt x="3491" y="947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4437297" y="4271406"/>
              <a:ext cx="33129" cy="116273"/>
            </a:xfrm>
            <a:custGeom>
              <a:avLst/>
              <a:gdLst/>
              <a:ahLst/>
              <a:cxnLst/>
              <a:rect l="l" t="t" r="r" b="b"/>
              <a:pathLst>
                <a:path w="1850" h="6493" extrusionOk="0">
                  <a:moveTo>
                    <a:pt x="1" y="0"/>
                  </a:moveTo>
                  <a:lnTo>
                    <a:pt x="1" y="6492"/>
                  </a:lnTo>
                  <a:lnTo>
                    <a:pt x="1849" y="5442"/>
                  </a:lnTo>
                  <a:lnTo>
                    <a:pt x="1849" y="5422"/>
                  </a:lnTo>
                  <a:lnTo>
                    <a:pt x="1849" y="1070"/>
                  </a:lnTo>
                  <a:lnTo>
                    <a:pt x="1849" y="10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4470407" y="4273609"/>
              <a:ext cx="58898" cy="111850"/>
            </a:xfrm>
            <a:custGeom>
              <a:avLst/>
              <a:gdLst/>
              <a:ahLst/>
              <a:cxnLst/>
              <a:rect l="l" t="t" r="r" b="b"/>
              <a:pathLst>
                <a:path w="3289" h="6246" extrusionOk="0">
                  <a:moveTo>
                    <a:pt x="1642" y="0"/>
                  </a:moveTo>
                  <a:lnTo>
                    <a:pt x="0" y="947"/>
                  </a:lnTo>
                  <a:lnTo>
                    <a:pt x="0" y="5299"/>
                  </a:lnTo>
                  <a:lnTo>
                    <a:pt x="1642" y="6246"/>
                  </a:lnTo>
                  <a:lnTo>
                    <a:pt x="3288" y="5299"/>
                  </a:lnTo>
                  <a:lnTo>
                    <a:pt x="3288" y="947"/>
                  </a:lnTo>
                  <a:lnTo>
                    <a:pt x="1642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4429185" y="4226906"/>
              <a:ext cx="141254" cy="205256"/>
            </a:xfrm>
            <a:custGeom>
              <a:avLst/>
              <a:gdLst/>
              <a:ahLst/>
              <a:cxnLst/>
              <a:rect l="l" t="t" r="r" b="b"/>
              <a:pathLst>
                <a:path w="7888" h="11462" extrusionOk="0">
                  <a:moveTo>
                    <a:pt x="3515" y="1253"/>
                  </a:moveTo>
                  <a:lnTo>
                    <a:pt x="3515" y="2323"/>
                  </a:lnTo>
                  <a:lnTo>
                    <a:pt x="2322" y="3018"/>
                  </a:lnTo>
                  <a:lnTo>
                    <a:pt x="1381" y="2485"/>
                  </a:lnTo>
                  <a:lnTo>
                    <a:pt x="3515" y="1253"/>
                  </a:lnTo>
                  <a:close/>
                  <a:moveTo>
                    <a:pt x="4437" y="1292"/>
                  </a:moveTo>
                  <a:lnTo>
                    <a:pt x="6512" y="2485"/>
                  </a:lnTo>
                  <a:lnTo>
                    <a:pt x="5571" y="3018"/>
                  </a:lnTo>
                  <a:lnTo>
                    <a:pt x="4437" y="2362"/>
                  </a:lnTo>
                  <a:lnTo>
                    <a:pt x="4437" y="1292"/>
                  </a:lnTo>
                  <a:close/>
                  <a:moveTo>
                    <a:pt x="927" y="3284"/>
                  </a:moveTo>
                  <a:lnTo>
                    <a:pt x="1849" y="3821"/>
                  </a:lnTo>
                  <a:lnTo>
                    <a:pt x="1849" y="7661"/>
                  </a:lnTo>
                  <a:lnTo>
                    <a:pt x="927" y="8174"/>
                  </a:lnTo>
                  <a:lnTo>
                    <a:pt x="927" y="3284"/>
                  </a:lnTo>
                  <a:close/>
                  <a:moveTo>
                    <a:pt x="3944" y="3141"/>
                  </a:moveTo>
                  <a:lnTo>
                    <a:pt x="5117" y="3821"/>
                  </a:lnTo>
                  <a:lnTo>
                    <a:pt x="5117" y="5157"/>
                  </a:lnTo>
                  <a:cubicBezTo>
                    <a:pt x="5117" y="5403"/>
                    <a:pt x="5324" y="5605"/>
                    <a:pt x="5590" y="5605"/>
                  </a:cubicBezTo>
                  <a:cubicBezTo>
                    <a:pt x="5837" y="5605"/>
                    <a:pt x="6039" y="5403"/>
                    <a:pt x="6039" y="5157"/>
                  </a:cubicBezTo>
                  <a:lnTo>
                    <a:pt x="6039" y="3821"/>
                  </a:lnTo>
                  <a:lnTo>
                    <a:pt x="6966" y="3284"/>
                  </a:lnTo>
                  <a:lnTo>
                    <a:pt x="6966" y="8174"/>
                  </a:lnTo>
                  <a:lnTo>
                    <a:pt x="6039" y="7661"/>
                  </a:lnTo>
                  <a:lnTo>
                    <a:pt x="6039" y="7005"/>
                  </a:lnTo>
                  <a:cubicBezTo>
                    <a:pt x="6039" y="6734"/>
                    <a:pt x="5837" y="6532"/>
                    <a:pt x="5590" y="6532"/>
                  </a:cubicBezTo>
                  <a:cubicBezTo>
                    <a:pt x="5324" y="6532"/>
                    <a:pt x="5117" y="6734"/>
                    <a:pt x="5117" y="7005"/>
                  </a:cubicBezTo>
                  <a:lnTo>
                    <a:pt x="5117" y="7641"/>
                  </a:lnTo>
                  <a:lnTo>
                    <a:pt x="3944" y="8317"/>
                  </a:lnTo>
                  <a:lnTo>
                    <a:pt x="2776" y="7641"/>
                  </a:lnTo>
                  <a:lnTo>
                    <a:pt x="2776" y="3821"/>
                  </a:lnTo>
                  <a:lnTo>
                    <a:pt x="3944" y="3141"/>
                  </a:lnTo>
                  <a:close/>
                  <a:moveTo>
                    <a:pt x="5571" y="8460"/>
                  </a:moveTo>
                  <a:lnTo>
                    <a:pt x="6512" y="8977"/>
                  </a:lnTo>
                  <a:lnTo>
                    <a:pt x="4437" y="10165"/>
                  </a:lnTo>
                  <a:lnTo>
                    <a:pt x="4437" y="9100"/>
                  </a:lnTo>
                  <a:lnTo>
                    <a:pt x="5571" y="8460"/>
                  </a:lnTo>
                  <a:close/>
                  <a:moveTo>
                    <a:pt x="2322" y="8460"/>
                  </a:moveTo>
                  <a:lnTo>
                    <a:pt x="3515" y="9140"/>
                  </a:lnTo>
                  <a:lnTo>
                    <a:pt x="3515" y="10209"/>
                  </a:lnTo>
                  <a:lnTo>
                    <a:pt x="1381" y="8977"/>
                  </a:lnTo>
                  <a:lnTo>
                    <a:pt x="2322" y="8460"/>
                  </a:lnTo>
                  <a:close/>
                  <a:moveTo>
                    <a:pt x="3946" y="1"/>
                  </a:moveTo>
                  <a:cubicBezTo>
                    <a:pt x="3870" y="1"/>
                    <a:pt x="3794" y="21"/>
                    <a:pt x="3722" y="60"/>
                  </a:cubicBezTo>
                  <a:lnTo>
                    <a:pt x="227" y="2076"/>
                  </a:lnTo>
                  <a:cubicBezTo>
                    <a:pt x="84" y="2155"/>
                    <a:pt x="0" y="2323"/>
                    <a:pt x="0" y="2485"/>
                  </a:cubicBezTo>
                  <a:lnTo>
                    <a:pt x="0" y="8977"/>
                  </a:lnTo>
                  <a:cubicBezTo>
                    <a:pt x="0" y="9140"/>
                    <a:pt x="84" y="9302"/>
                    <a:pt x="227" y="9386"/>
                  </a:cubicBezTo>
                  <a:lnTo>
                    <a:pt x="3722" y="11397"/>
                  </a:lnTo>
                  <a:cubicBezTo>
                    <a:pt x="3781" y="11442"/>
                    <a:pt x="3865" y="11462"/>
                    <a:pt x="3944" y="11462"/>
                  </a:cubicBezTo>
                  <a:cubicBezTo>
                    <a:pt x="4028" y="11462"/>
                    <a:pt x="4111" y="11442"/>
                    <a:pt x="4171" y="11397"/>
                  </a:cubicBezTo>
                  <a:lnTo>
                    <a:pt x="7666" y="9386"/>
                  </a:lnTo>
                  <a:cubicBezTo>
                    <a:pt x="7808" y="9302"/>
                    <a:pt x="7887" y="9140"/>
                    <a:pt x="7887" y="8977"/>
                  </a:cubicBezTo>
                  <a:lnTo>
                    <a:pt x="7887" y="2485"/>
                  </a:lnTo>
                  <a:cubicBezTo>
                    <a:pt x="7887" y="2323"/>
                    <a:pt x="7808" y="2155"/>
                    <a:pt x="7666" y="2076"/>
                  </a:cubicBezTo>
                  <a:lnTo>
                    <a:pt x="4171" y="60"/>
                  </a:lnTo>
                  <a:cubicBezTo>
                    <a:pt x="4099" y="21"/>
                    <a:pt x="4023" y="1"/>
                    <a:pt x="394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>
              <a:off x="4039018" y="4191110"/>
              <a:ext cx="564964" cy="277065"/>
            </a:xfrm>
            <a:custGeom>
              <a:avLst/>
              <a:gdLst/>
              <a:ahLst/>
              <a:cxnLst/>
              <a:rect l="l" t="t" r="r" b="b"/>
              <a:pathLst>
                <a:path w="31549" h="15472" extrusionOk="0">
                  <a:moveTo>
                    <a:pt x="12033" y="7358"/>
                  </a:moveTo>
                  <a:lnTo>
                    <a:pt x="12033" y="8285"/>
                  </a:lnTo>
                  <a:lnTo>
                    <a:pt x="10988" y="8285"/>
                  </a:lnTo>
                  <a:lnTo>
                    <a:pt x="10988" y="7358"/>
                  </a:lnTo>
                  <a:close/>
                  <a:moveTo>
                    <a:pt x="10061" y="7358"/>
                  </a:moveTo>
                  <a:lnTo>
                    <a:pt x="10061" y="8285"/>
                  </a:lnTo>
                  <a:lnTo>
                    <a:pt x="7124" y="8285"/>
                  </a:lnTo>
                  <a:cubicBezTo>
                    <a:pt x="6857" y="8285"/>
                    <a:pt x="6655" y="8487"/>
                    <a:pt x="6655" y="8758"/>
                  </a:cubicBezTo>
                  <a:lnTo>
                    <a:pt x="6655" y="10010"/>
                  </a:lnTo>
                  <a:lnTo>
                    <a:pt x="5793" y="10010"/>
                  </a:lnTo>
                  <a:lnTo>
                    <a:pt x="5793" y="8758"/>
                  </a:lnTo>
                  <a:cubicBezTo>
                    <a:pt x="5793" y="8487"/>
                    <a:pt x="5586" y="8285"/>
                    <a:pt x="5339" y="8285"/>
                  </a:cubicBezTo>
                  <a:lnTo>
                    <a:pt x="3530" y="8285"/>
                  </a:lnTo>
                  <a:cubicBezTo>
                    <a:pt x="3284" y="8285"/>
                    <a:pt x="3081" y="8487"/>
                    <a:pt x="3081" y="8758"/>
                  </a:cubicBezTo>
                  <a:lnTo>
                    <a:pt x="3081" y="10010"/>
                  </a:lnTo>
                  <a:lnTo>
                    <a:pt x="2219" y="10010"/>
                  </a:lnTo>
                  <a:lnTo>
                    <a:pt x="2219" y="8758"/>
                  </a:lnTo>
                  <a:cubicBezTo>
                    <a:pt x="2219" y="8487"/>
                    <a:pt x="2012" y="8285"/>
                    <a:pt x="1746" y="8285"/>
                  </a:cubicBezTo>
                  <a:lnTo>
                    <a:pt x="922" y="8285"/>
                  </a:lnTo>
                  <a:lnTo>
                    <a:pt x="922" y="7358"/>
                  </a:lnTo>
                  <a:close/>
                  <a:moveTo>
                    <a:pt x="25734" y="925"/>
                  </a:moveTo>
                  <a:cubicBezTo>
                    <a:pt x="25796" y="925"/>
                    <a:pt x="25858" y="940"/>
                    <a:pt x="25919" y="970"/>
                  </a:cubicBezTo>
                  <a:lnTo>
                    <a:pt x="30439" y="3582"/>
                  </a:lnTo>
                  <a:cubicBezTo>
                    <a:pt x="30538" y="3641"/>
                    <a:pt x="30602" y="3765"/>
                    <a:pt x="30602" y="3888"/>
                  </a:cubicBezTo>
                  <a:lnTo>
                    <a:pt x="30602" y="11568"/>
                  </a:lnTo>
                  <a:cubicBezTo>
                    <a:pt x="30602" y="11716"/>
                    <a:pt x="30538" y="11814"/>
                    <a:pt x="30439" y="11878"/>
                  </a:cubicBezTo>
                  <a:lnTo>
                    <a:pt x="25919" y="14506"/>
                  </a:lnTo>
                  <a:cubicBezTo>
                    <a:pt x="25858" y="14538"/>
                    <a:pt x="25796" y="14554"/>
                    <a:pt x="25734" y="14554"/>
                  </a:cubicBezTo>
                  <a:cubicBezTo>
                    <a:pt x="25673" y="14554"/>
                    <a:pt x="25611" y="14538"/>
                    <a:pt x="25549" y="14506"/>
                  </a:cubicBezTo>
                  <a:lnTo>
                    <a:pt x="21029" y="11878"/>
                  </a:lnTo>
                  <a:cubicBezTo>
                    <a:pt x="20926" y="11814"/>
                    <a:pt x="20867" y="11716"/>
                    <a:pt x="20867" y="11568"/>
                  </a:cubicBezTo>
                  <a:lnTo>
                    <a:pt x="20867" y="9004"/>
                  </a:lnTo>
                  <a:cubicBezTo>
                    <a:pt x="20867" y="8733"/>
                    <a:pt x="20640" y="8531"/>
                    <a:pt x="20393" y="8531"/>
                  </a:cubicBezTo>
                  <a:cubicBezTo>
                    <a:pt x="20147" y="8531"/>
                    <a:pt x="19920" y="8733"/>
                    <a:pt x="19920" y="9004"/>
                  </a:cubicBezTo>
                  <a:lnTo>
                    <a:pt x="19920" y="9640"/>
                  </a:lnTo>
                  <a:lnTo>
                    <a:pt x="18831" y="9640"/>
                  </a:lnTo>
                  <a:cubicBezTo>
                    <a:pt x="18752" y="9640"/>
                    <a:pt x="18688" y="9596"/>
                    <a:pt x="18688" y="9517"/>
                  </a:cubicBezTo>
                  <a:lnTo>
                    <a:pt x="18688" y="6126"/>
                  </a:lnTo>
                  <a:cubicBezTo>
                    <a:pt x="18688" y="6067"/>
                    <a:pt x="18752" y="6002"/>
                    <a:pt x="18831" y="6002"/>
                  </a:cubicBezTo>
                  <a:lnTo>
                    <a:pt x="19920" y="6002"/>
                  </a:lnTo>
                  <a:lnTo>
                    <a:pt x="19920" y="7402"/>
                  </a:lnTo>
                  <a:cubicBezTo>
                    <a:pt x="19920" y="7649"/>
                    <a:pt x="20147" y="7851"/>
                    <a:pt x="20393" y="7851"/>
                  </a:cubicBezTo>
                  <a:cubicBezTo>
                    <a:pt x="20640" y="7851"/>
                    <a:pt x="20867" y="7649"/>
                    <a:pt x="20867" y="7402"/>
                  </a:cubicBezTo>
                  <a:lnTo>
                    <a:pt x="20867" y="3888"/>
                  </a:lnTo>
                  <a:cubicBezTo>
                    <a:pt x="20867" y="3765"/>
                    <a:pt x="20926" y="3641"/>
                    <a:pt x="21029" y="3582"/>
                  </a:cubicBezTo>
                  <a:lnTo>
                    <a:pt x="25549" y="970"/>
                  </a:lnTo>
                  <a:cubicBezTo>
                    <a:pt x="25611" y="940"/>
                    <a:pt x="25673" y="925"/>
                    <a:pt x="25734" y="925"/>
                  </a:cubicBezTo>
                  <a:close/>
                  <a:moveTo>
                    <a:pt x="25732" y="1"/>
                  </a:moveTo>
                  <a:cubicBezTo>
                    <a:pt x="25511" y="1"/>
                    <a:pt x="25291" y="58"/>
                    <a:pt x="25096" y="171"/>
                  </a:cubicBezTo>
                  <a:lnTo>
                    <a:pt x="20581" y="2779"/>
                  </a:lnTo>
                  <a:cubicBezTo>
                    <a:pt x="20167" y="3005"/>
                    <a:pt x="19920" y="3434"/>
                    <a:pt x="19920" y="3888"/>
                  </a:cubicBezTo>
                  <a:lnTo>
                    <a:pt x="19920" y="5081"/>
                  </a:lnTo>
                  <a:lnTo>
                    <a:pt x="18831" y="5081"/>
                  </a:lnTo>
                  <a:cubicBezTo>
                    <a:pt x="18239" y="5081"/>
                    <a:pt x="17766" y="5554"/>
                    <a:pt x="17766" y="6126"/>
                  </a:cubicBezTo>
                  <a:lnTo>
                    <a:pt x="17766" y="6436"/>
                  </a:lnTo>
                  <a:lnTo>
                    <a:pt x="16120" y="6436"/>
                  </a:lnTo>
                  <a:cubicBezTo>
                    <a:pt x="15853" y="6436"/>
                    <a:pt x="15651" y="6638"/>
                    <a:pt x="15651" y="6909"/>
                  </a:cubicBezTo>
                  <a:cubicBezTo>
                    <a:pt x="15651" y="7156"/>
                    <a:pt x="15853" y="7358"/>
                    <a:pt x="16120" y="7358"/>
                  </a:cubicBezTo>
                  <a:lnTo>
                    <a:pt x="17766" y="7358"/>
                  </a:lnTo>
                  <a:lnTo>
                    <a:pt x="17766" y="8285"/>
                  </a:lnTo>
                  <a:lnTo>
                    <a:pt x="12960" y="8285"/>
                  </a:lnTo>
                  <a:lnTo>
                    <a:pt x="12960" y="7358"/>
                  </a:lnTo>
                  <a:lnTo>
                    <a:pt x="14271" y="7358"/>
                  </a:lnTo>
                  <a:cubicBezTo>
                    <a:pt x="14518" y="7358"/>
                    <a:pt x="14725" y="7156"/>
                    <a:pt x="14725" y="6909"/>
                  </a:cubicBezTo>
                  <a:cubicBezTo>
                    <a:pt x="14725" y="6638"/>
                    <a:pt x="14518" y="6436"/>
                    <a:pt x="14271" y="6436"/>
                  </a:cubicBezTo>
                  <a:lnTo>
                    <a:pt x="740" y="6436"/>
                  </a:lnTo>
                  <a:cubicBezTo>
                    <a:pt x="326" y="6436"/>
                    <a:pt x="1" y="6762"/>
                    <a:pt x="1" y="7195"/>
                  </a:cubicBezTo>
                  <a:lnTo>
                    <a:pt x="1" y="8467"/>
                  </a:lnTo>
                  <a:cubicBezTo>
                    <a:pt x="1" y="8881"/>
                    <a:pt x="326" y="9207"/>
                    <a:pt x="740" y="9207"/>
                  </a:cubicBezTo>
                  <a:lnTo>
                    <a:pt x="1292" y="9207"/>
                  </a:lnTo>
                  <a:lnTo>
                    <a:pt x="1292" y="10089"/>
                  </a:lnTo>
                  <a:cubicBezTo>
                    <a:pt x="1292" y="10562"/>
                    <a:pt x="1662" y="10932"/>
                    <a:pt x="2135" y="10932"/>
                  </a:cubicBezTo>
                  <a:lnTo>
                    <a:pt x="3160" y="10932"/>
                  </a:lnTo>
                  <a:cubicBezTo>
                    <a:pt x="3614" y="10932"/>
                    <a:pt x="4003" y="10562"/>
                    <a:pt x="4003" y="10089"/>
                  </a:cubicBezTo>
                  <a:lnTo>
                    <a:pt x="4003" y="9207"/>
                  </a:lnTo>
                  <a:lnTo>
                    <a:pt x="4866" y="9207"/>
                  </a:lnTo>
                  <a:lnTo>
                    <a:pt x="4866" y="10089"/>
                  </a:lnTo>
                  <a:cubicBezTo>
                    <a:pt x="4866" y="10562"/>
                    <a:pt x="5255" y="10932"/>
                    <a:pt x="5709" y="10932"/>
                  </a:cubicBezTo>
                  <a:lnTo>
                    <a:pt x="6734" y="10932"/>
                  </a:lnTo>
                  <a:cubicBezTo>
                    <a:pt x="7207" y="10932"/>
                    <a:pt x="7577" y="10562"/>
                    <a:pt x="7577" y="10089"/>
                  </a:cubicBezTo>
                  <a:lnTo>
                    <a:pt x="7577" y="9207"/>
                  </a:lnTo>
                  <a:lnTo>
                    <a:pt x="17766" y="9207"/>
                  </a:lnTo>
                  <a:lnTo>
                    <a:pt x="17766" y="9517"/>
                  </a:lnTo>
                  <a:cubicBezTo>
                    <a:pt x="17766" y="10089"/>
                    <a:pt x="18239" y="10562"/>
                    <a:pt x="18831" y="10562"/>
                  </a:cubicBezTo>
                  <a:lnTo>
                    <a:pt x="19920" y="10562"/>
                  </a:lnTo>
                  <a:lnTo>
                    <a:pt x="19920" y="11568"/>
                  </a:lnTo>
                  <a:cubicBezTo>
                    <a:pt x="19920" y="12041"/>
                    <a:pt x="20167" y="12455"/>
                    <a:pt x="20581" y="12677"/>
                  </a:cubicBezTo>
                  <a:lnTo>
                    <a:pt x="25096" y="15309"/>
                  </a:lnTo>
                  <a:cubicBezTo>
                    <a:pt x="25283" y="15413"/>
                    <a:pt x="25510" y="15472"/>
                    <a:pt x="25732" y="15472"/>
                  </a:cubicBezTo>
                  <a:cubicBezTo>
                    <a:pt x="25959" y="15472"/>
                    <a:pt x="26185" y="15413"/>
                    <a:pt x="26373" y="15309"/>
                  </a:cubicBezTo>
                  <a:lnTo>
                    <a:pt x="30888" y="12677"/>
                  </a:lnTo>
                  <a:cubicBezTo>
                    <a:pt x="31302" y="12455"/>
                    <a:pt x="31548" y="12041"/>
                    <a:pt x="31548" y="11568"/>
                  </a:cubicBezTo>
                  <a:lnTo>
                    <a:pt x="31548" y="3888"/>
                  </a:lnTo>
                  <a:cubicBezTo>
                    <a:pt x="31548" y="3434"/>
                    <a:pt x="31302" y="3005"/>
                    <a:pt x="30888" y="2779"/>
                  </a:cubicBezTo>
                  <a:lnTo>
                    <a:pt x="26373" y="171"/>
                  </a:lnTo>
                  <a:cubicBezTo>
                    <a:pt x="26175" y="58"/>
                    <a:pt x="25954" y="1"/>
                    <a:pt x="257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15BA8C6-71CE-2539-BE89-D80D8F807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C52492E-73BA-64B4-8BC2-6170253F8C5F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5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sp>
        <p:nvSpPr>
          <p:cNvPr id="659" name="Google Shape;659;p25"/>
          <p:cNvSpPr txBox="1"/>
          <p:nvPr/>
        </p:nvSpPr>
        <p:spPr>
          <a:xfrm>
            <a:off x="4133874" y="1197425"/>
            <a:ext cx="8751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Vs</a:t>
            </a:r>
            <a:endParaRPr sz="1600">
              <a:solidFill>
                <a:schemeClr val="accent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pSp>
        <p:nvGrpSpPr>
          <p:cNvPr id="660" name="Google Shape;660;p25"/>
          <p:cNvGrpSpPr/>
          <p:nvPr/>
        </p:nvGrpSpPr>
        <p:grpSpPr>
          <a:xfrm>
            <a:off x="1796750" y="1197425"/>
            <a:ext cx="2264700" cy="3274401"/>
            <a:chOff x="1796750" y="1197425"/>
            <a:chExt cx="2264700" cy="3274401"/>
          </a:xfrm>
        </p:grpSpPr>
        <p:sp>
          <p:nvSpPr>
            <p:cNvPr id="661" name="Google Shape;661;p25"/>
            <p:cNvSpPr txBox="1"/>
            <p:nvPr/>
          </p:nvSpPr>
          <p:spPr>
            <a:xfrm>
              <a:off x="1796750" y="2139075"/>
              <a:ext cx="22647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Venus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662" name="Google Shape;662;p25"/>
            <p:cNvSpPr txBox="1"/>
            <p:nvPr/>
          </p:nvSpPr>
          <p:spPr>
            <a:xfrm>
              <a:off x="1796750" y="2465913"/>
              <a:ext cx="2264700" cy="71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Venus has a beautiful name but is hot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663" name="Google Shape;663;p25"/>
            <p:cNvSpPr txBox="1"/>
            <p:nvPr/>
          </p:nvSpPr>
          <p:spPr>
            <a:xfrm>
              <a:off x="1796750" y="3429002"/>
              <a:ext cx="22647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Mars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664" name="Google Shape;664;p25"/>
            <p:cNvSpPr txBox="1"/>
            <p:nvPr/>
          </p:nvSpPr>
          <p:spPr>
            <a:xfrm>
              <a:off x="1796750" y="3755726"/>
              <a:ext cx="2264700" cy="71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Despite being red, Mars is a cold place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665" name="Google Shape;665;p25"/>
            <p:cNvSpPr txBox="1"/>
            <p:nvPr/>
          </p:nvSpPr>
          <p:spPr>
            <a:xfrm>
              <a:off x="1796750" y="1197425"/>
              <a:ext cx="2264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Team A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666" name="Google Shape;666;p25"/>
          <p:cNvGrpSpPr/>
          <p:nvPr/>
        </p:nvGrpSpPr>
        <p:grpSpPr>
          <a:xfrm>
            <a:off x="5081422" y="1197425"/>
            <a:ext cx="2264725" cy="3274436"/>
            <a:chOff x="5081422" y="1197425"/>
            <a:chExt cx="2264725" cy="3274436"/>
          </a:xfrm>
        </p:grpSpPr>
        <p:sp>
          <p:nvSpPr>
            <p:cNvPr id="667" name="Google Shape;667;p25"/>
            <p:cNvSpPr txBox="1"/>
            <p:nvPr/>
          </p:nvSpPr>
          <p:spPr>
            <a:xfrm>
              <a:off x="5081422" y="2139075"/>
              <a:ext cx="22647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Jupiter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668" name="Google Shape;668;p25"/>
            <p:cNvSpPr txBox="1"/>
            <p:nvPr/>
          </p:nvSpPr>
          <p:spPr>
            <a:xfrm>
              <a:off x="5081447" y="2465913"/>
              <a:ext cx="2264700" cy="71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a gas giant and the biggest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669" name="Google Shape;669;p25"/>
            <p:cNvSpPr txBox="1"/>
            <p:nvPr/>
          </p:nvSpPr>
          <p:spPr>
            <a:xfrm>
              <a:off x="5081422" y="3429000"/>
              <a:ext cx="22647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Mercury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670" name="Google Shape;670;p25"/>
            <p:cNvSpPr txBox="1"/>
            <p:nvPr/>
          </p:nvSpPr>
          <p:spPr>
            <a:xfrm>
              <a:off x="5081447" y="3755761"/>
              <a:ext cx="2264700" cy="71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671" name="Google Shape;671;p25"/>
            <p:cNvSpPr txBox="1"/>
            <p:nvPr/>
          </p:nvSpPr>
          <p:spPr>
            <a:xfrm>
              <a:off x="5081422" y="1197425"/>
              <a:ext cx="2264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Team B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sp>
        <p:nvSpPr>
          <p:cNvPr id="672" name="Google Shape;672;p25"/>
          <p:cNvSpPr/>
          <p:nvPr/>
        </p:nvSpPr>
        <p:spPr>
          <a:xfrm>
            <a:off x="928238" y="2213775"/>
            <a:ext cx="716100" cy="7161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5"/>
          <p:cNvSpPr/>
          <p:nvPr/>
        </p:nvSpPr>
        <p:spPr>
          <a:xfrm>
            <a:off x="928238" y="3576713"/>
            <a:ext cx="716100" cy="7161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25"/>
          <p:cNvSpPr/>
          <p:nvPr/>
        </p:nvSpPr>
        <p:spPr>
          <a:xfrm>
            <a:off x="7498513" y="2213775"/>
            <a:ext cx="716100" cy="7161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5"/>
          <p:cNvSpPr/>
          <p:nvPr/>
        </p:nvSpPr>
        <p:spPr>
          <a:xfrm>
            <a:off x="7498513" y="3576713"/>
            <a:ext cx="716100" cy="7161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76" name="Google Shape;676;p25"/>
          <p:cNvCxnSpPr>
            <a:stCxn id="659" idx="2"/>
          </p:cNvCxnSpPr>
          <p:nvPr/>
        </p:nvCxnSpPr>
        <p:spPr>
          <a:xfrm>
            <a:off x="4571424" y="1695125"/>
            <a:ext cx="0" cy="28224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7" name="Google Shape;677;p25"/>
          <p:cNvGrpSpPr/>
          <p:nvPr/>
        </p:nvGrpSpPr>
        <p:grpSpPr>
          <a:xfrm>
            <a:off x="7647066" y="3725474"/>
            <a:ext cx="419016" cy="418609"/>
            <a:chOff x="2672984" y="4430973"/>
            <a:chExt cx="548451" cy="547917"/>
          </a:xfrm>
        </p:grpSpPr>
        <p:sp>
          <p:nvSpPr>
            <p:cNvPr id="678" name="Google Shape;678;p25"/>
            <p:cNvSpPr/>
            <p:nvPr/>
          </p:nvSpPr>
          <p:spPr>
            <a:xfrm>
              <a:off x="2680827" y="4887631"/>
              <a:ext cx="58820" cy="54186"/>
            </a:xfrm>
            <a:custGeom>
              <a:avLst/>
              <a:gdLst/>
              <a:ahLst/>
              <a:cxnLst/>
              <a:rect l="l" t="t" r="r" b="b"/>
              <a:pathLst>
                <a:path w="165" h="152" extrusionOk="0">
                  <a:moveTo>
                    <a:pt x="116" y="0"/>
                  </a:moveTo>
                  <a:cubicBezTo>
                    <a:pt x="108" y="5"/>
                    <a:pt x="108" y="5"/>
                    <a:pt x="108" y="5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0" y="9"/>
                    <a:pt x="22" y="16"/>
                    <a:pt x="20" y="26"/>
                  </a:cubicBezTo>
                  <a:cubicBezTo>
                    <a:pt x="2" y="127"/>
                    <a:pt x="2" y="127"/>
                    <a:pt x="2" y="127"/>
                  </a:cubicBezTo>
                  <a:cubicBezTo>
                    <a:pt x="0" y="140"/>
                    <a:pt x="11" y="152"/>
                    <a:pt x="24" y="151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36" y="145"/>
                    <a:pt x="144" y="138"/>
                    <a:pt x="146" y="129"/>
                  </a:cubicBezTo>
                  <a:cubicBezTo>
                    <a:pt x="158" y="60"/>
                    <a:pt x="158" y="60"/>
                    <a:pt x="158" y="60"/>
                  </a:cubicBezTo>
                  <a:cubicBezTo>
                    <a:pt x="165" y="54"/>
                    <a:pt x="165" y="54"/>
                    <a:pt x="165" y="54"/>
                  </a:cubicBezTo>
                  <a:lnTo>
                    <a:pt x="116" y="0"/>
                  </a:lnTo>
                  <a:close/>
                  <a:moveTo>
                    <a:pt x="116" y="0"/>
                  </a:moveTo>
                  <a:cubicBezTo>
                    <a:pt x="116" y="0"/>
                    <a:pt x="116" y="0"/>
                    <a:pt x="116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25"/>
            <p:cNvSpPr/>
            <p:nvPr/>
          </p:nvSpPr>
          <p:spPr>
            <a:xfrm>
              <a:off x="2713624" y="4773556"/>
              <a:ext cx="145980" cy="140455"/>
            </a:xfrm>
            <a:custGeom>
              <a:avLst/>
              <a:gdLst/>
              <a:ahLst/>
              <a:cxnLst/>
              <a:rect l="l" t="t" r="r" b="b"/>
              <a:pathLst>
                <a:path w="409" h="394" extrusionOk="0">
                  <a:moveTo>
                    <a:pt x="234" y="0"/>
                  </a:moveTo>
                  <a:cubicBezTo>
                    <a:pt x="409" y="198"/>
                    <a:pt x="409" y="198"/>
                    <a:pt x="409" y="198"/>
                  </a:cubicBezTo>
                  <a:cubicBezTo>
                    <a:pt x="286" y="216"/>
                    <a:pt x="286" y="216"/>
                    <a:pt x="286" y="216"/>
                  </a:cubicBezTo>
                  <a:cubicBezTo>
                    <a:pt x="90" y="390"/>
                    <a:pt x="90" y="390"/>
                    <a:pt x="90" y="390"/>
                  </a:cubicBezTo>
                  <a:cubicBezTo>
                    <a:pt x="85" y="394"/>
                    <a:pt x="77" y="394"/>
                    <a:pt x="73" y="389"/>
                  </a:cubicBezTo>
                  <a:cubicBezTo>
                    <a:pt x="5" y="312"/>
                    <a:pt x="5" y="312"/>
                    <a:pt x="5" y="312"/>
                  </a:cubicBezTo>
                  <a:cubicBezTo>
                    <a:pt x="0" y="307"/>
                    <a:pt x="1" y="299"/>
                    <a:pt x="6" y="294"/>
                  </a:cubicBezTo>
                  <a:cubicBezTo>
                    <a:pt x="201" y="121"/>
                    <a:pt x="201" y="121"/>
                    <a:pt x="201" y="121"/>
                  </a:cubicBezTo>
                  <a:lnTo>
                    <a:pt x="234" y="0"/>
                  </a:lnTo>
                  <a:close/>
                  <a:moveTo>
                    <a:pt x="234" y="0"/>
                  </a:moveTo>
                  <a:cubicBezTo>
                    <a:pt x="234" y="0"/>
                    <a:pt x="234" y="0"/>
                    <a:pt x="234" y="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25"/>
            <p:cNvSpPr/>
            <p:nvPr/>
          </p:nvSpPr>
          <p:spPr>
            <a:xfrm>
              <a:off x="3130177" y="4912942"/>
              <a:ext cx="53473" cy="58464"/>
            </a:xfrm>
            <a:custGeom>
              <a:avLst/>
              <a:gdLst/>
              <a:ahLst/>
              <a:cxnLst/>
              <a:rect l="l" t="t" r="r" b="b"/>
              <a:pathLst>
                <a:path w="150" h="164" extrusionOk="0">
                  <a:moveTo>
                    <a:pt x="144" y="38"/>
                  </a:moveTo>
                  <a:cubicBezTo>
                    <a:pt x="143" y="28"/>
                    <a:pt x="136" y="20"/>
                    <a:pt x="127" y="19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7" y="125"/>
                    <a:pt x="7" y="125"/>
                    <a:pt x="7" y="125"/>
                  </a:cubicBezTo>
                  <a:cubicBezTo>
                    <a:pt x="7" y="134"/>
                    <a:pt x="14" y="142"/>
                    <a:pt x="24" y="144"/>
                  </a:cubicBezTo>
                  <a:cubicBezTo>
                    <a:pt x="125" y="162"/>
                    <a:pt x="125" y="162"/>
                    <a:pt x="125" y="162"/>
                  </a:cubicBezTo>
                  <a:cubicBezTo>
                    <a:pt x="138" y="164"/>
                    <a:pt x="150" y="154"/>
                    <a:pt x="149" y="140"/>
                  </a:cubicBezTo>
                  <a:lnTo>
                    <a:pt x="144" y="38"/>
                  </a:lnTo>
                  <a:close/>
                  <a:moveTo>
                    <a:pt x="144" y="38"/>
                  </a:moveTo>
                  <a:cubicBezTo>
                    <a:pt x="144" y="38"/>
                    <a:pt x="144" y="38"/>
                    <a:pt x="144" y="38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25"/>
            <p:cNvSpPr/>
            <p:nvPr/>
          </p:nvSpPr>
          <p:spPr>
            <a:xfrm>
              <a:off x="3015032" y="4789241"/>
              <a:ext cx="142594" cy="147585"/>
            </a:xfrm>
            <a:custGeom>
              <a:avLst/>
              <a:gdLst/>
              <a:ahLst/>
              <a:cxnLst/>
              <a:rect l="l" t="t" r="r" b="b"/>
              <a:pathLst>
                <a:path w="400" h="414" extrusionOk="0">
                  <a:moveTo>
                    <a:pt x="204" y="0"/>
                  </a:moveTo>
                  <a:cubicBezTo>
                    <a:pt x="0" y="179"/>
                    <a:pt x="0" y="179"/>
                    <a:pt x="0" y="179"/>
                  </a:cubicBezTo>
                  <a:cubicBezTo>
                    <a:pt x="127" y="213"/>
                    <a:pt x="127" y="213"/>
                    <a:pt x="127" y="213"/>
                  </a:cubicBezTo>
                  <a:cubicBezTo>
                    <a:pt x="300" y="409"/>
                    <a:pt x="300" y="409"/>
                    <a:pt x="300" y="409"/>
                  </a:cubicBezTo>
                  <a:cubicBezTo>
                    <a:pt x="305" y="414"/>
                    <a:pt x="313" y="414"/>
                    <a:pt x="318" y="410"/>
                  </a:cubicBezTo>
                  <a:cubicBezTo>
                    <a:pt x="395" y="342"/>
                    <a:pt x="395" y="342"/>
                    <a:pt x="395" y="342"/>
                  </a:cubicBezTo>
                  <a:cubicBezTo>
                    <a:pt x="400" y="337"/>
                    <a:pt x="400" y="329"/>
                    <a:pt x="396" y="324"/>
                  </a:cubicBezTo>
                  <a:cubicBezTo>
                    <a:pt x="223" y="129"/>
                    <a:pt x="223" y="129"/>
                    <a:pt x="223" y="129"/>
                  </a:cubicBezTo>
                  <a:lnTo>
                    <a:pt x="204" y="0"/>
                  </a:lnTo>
                  <a:close/>
                  <a:moveTo>
                    <a:pt x="204" y="0"/>
                  </a:moveTo>
                  <a:cubicBezTo>
                    <a:pt x="204" y="0"/>
                    <a:pt x="204" y="0"/>
                    <a:pt x="204" y="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25"/>
            <p:cNvSpPr/>
            <p:nvPr/>
          </p:nvSpPr>
          <p:spPr>
            <a:xfrm>
              <a:off x="2711128" y="4439529"/>
              <a:ext cx="342403" cy="379657"/>
            </a:xfrm>
            <a:custGeom>
              <a:avLst/>
              <a:gdLst/>
              <a:ahLst/>
              <a:cxnLst/>
              <a:rect l="l" t="t" r="r" b="b"/>
              <a:pathLst>
                <a:path w="960" h="1065" extrusionOk="0">
                  <a:moveTo>
                    <a:pt x="1" y="22"/>
                  </a:moveTo>
                  <a:cubicBezTo>
                    <a:pt x="17" y="450"/>
                    <a:pt x="17" y="450"/>
                    <a:pt x="17" y="450"/>
                  </a:cubicBezTo>
                  <a:cubicBezTo>
                    <a:pt x="60" y="457"/>
                    <a:pt x="60" y="457"/>
                    <a:pt x="60" y="457"/>
                  </a:cubicBezTo>
                  <a:cubicBezTo>
                    <a:pt x="227" y="484"/>
                    <a:pt x="379" y="568"/>
                    <a:pt x="492" y="695"/>
                  </a:cubicBezTo>
                  <a:cubicBezTo>
                    <a:pt x="819" y="1065"/>
                    <a:pt x="819" y="1065"/>
                    <a:pt x="819" y="1065"/>
                  </a:cubicBezTo>
                  <a:cubicBezTo>
                    <a:pt x="960" y="940"/>
                    <a:pt x="960" y="940"/>
                    <a:pt x="960" y="940"/>
                  </a:cubicBezTo>
                  <a:cubicBezTo>
                    <a:pt x="632" y="570"/>
                    <a:pt x="632" y="570"/>
                    <a:pt x="632" y="570"/>
                  </a:cubicBezTo>
                  <a:cubicBezTo>
                    <a:pt x="520" y="443"/>
                    <a:pt x="455" y="282"/>
                    <a:pt x="449" y="113"/>
                  </a:cubicBezTo>
                  <a:cubicBezTo>
                    <a:pt x="447" y="70"/>
                    <a:pt x="447" y="70"/>
                    <a:pt x="447" y="70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12" y="0"/>
                    <a:pt x="0" y="10"/>
                    <a:pt x="1" y="22"/>
                  </a:cubicBezTo>
                  <a:close/>
                  <a:moveTo>
                    <a:pt x="1" y="22"/>
                  </a:moveTo>
                  <a:cubicBezTo>
                    <a:pt x="1" y="22"/>
                    <a:pt x="1" y="22"/>
                    <a:pt x="1" y="22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25"/>
            <p:cNvSpPr/>
            <p:nvPr/>
          </p:nvSpPr>
          <p:spPr>
            <a:xfrm>
              <a:off x="2711128" y="4439529"/>
              <a:ext cx="159528" cy="158992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334" y="376"/>
                  </a:moveTo>
                  <a:cubicBezTo>
                    <a:pt x="334" y="376"/>
                    <a:pt x="334" y="376"/>
                    <a:pt x="334" y="376"/>
                  </a:cubicBezTo>
                  <a:cubicBezTo>
                    <a:pt x="447" y="70"/>
                    <a:pt x="447" y="70"/>
                    <a:pt x="447" y="70"/>
                  </a:cubicBezTo>
                  <a:cubicBezTo>
                    <a:pt x="447" y="70"/>
                    <a:pt x="447" y="70"/>
                    <a:pt x="447" y="70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12" y="0"/>
                    <a:pt x="0" y="10"/>
                    <a:pt x="1" y="22"/>
                  </a:cubicBezTo>
                  <a:cubicBezTo>
                    <a:pt x="17" y="446"/>
                    <a:pt x="17" y="446"/>
                    <a:pt x="17" y="446"/>
                  </a:cubicBezTo>
                  <a:cubicBezTo>
                    <a:pt x="334" y="376"/>
                    <a:pt x="334" y="376"/>
                    <a:pt x="334" y="376"/>
                  </a:cubicBezTo>
                  <a:close/>
                  <a:moveTo>
                    <a:pt x="334" y="376"/>
                  </a:moveTo>
                  <a:cubicBezTo>
                    <a:pt x="334" y="376"/>
                    <a:pt x="334" y="376"/>
                    <a:pt x="334" y="37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25"/>
            <p:cNvSpPr/>
            <p:nvPr/>
          </p:nvSpPr>
          <p:spPr>
            <a:xfrm>
              <a:off x="2969758" y="4737551"/>
              <a:ext cx="165053" cy="154002"/>
            </a:xfrm>
            <a:custGeom>
              <a:avLst/>
              <a:gdLst/>
              <a:ahLst/>
              <a:cxnLst/>
              <a:rect l="l" t="t" r="r" b="b"/>
              <a:pathLst>
                <a:path w="463" h="432" extrusionOk="0">
                  <a:moveTo>
                    <a:pt x="22" y="290"/>
                  </a:moveTo>
                  <a:cubicBezTo>
                    <a:pt x="2" y="308"/>
                    <a:pt x="0" y="340"/>
                    <a:pt x="18" y="360"/>
                  </a:cubicBezTo>
                  <a:cubicBezTo>
                    <a:pt x="74" y="423"/>
                    <a:pt x="74" y="423"/>
                    <a:pt x="74" y="423"/>
                  </a:cubicBezTo>
                  <a:cubicBezTo>
                    <a:pt x="81" y="432"/>
                    <a:pt x="96" y="427"/>
                    <a:pt x="97" y="416"/>
                  </a:cubicBezTo>
                  <a:cubicBezTo>
                    <a:pt x="102" y="354"/>
                    <a:pt x="102" y="354"/>
                    <a:pt x="102" y="354"/>
                  </a:cubicBezTo>
                  <a:cubicBezTo>
                    <a:pt x="381" y="106"/>
                    <a:pt x="381" y="106"/>
                    <a:pt x="381" y="106"/>
                  </a:cubicBezTo>
                  <a:cubicBezTo>
                    <a:pt x="446" y="107"/>
                    <a:pt x="446" y="107"/>
                    <a:pt x="446" y="107"/>
                  </a:cubicBezTo>
                  <a:cubicBezTo>
                    <a:pt x="457" y="108"/>
                    <a:pt x="463" y="94"/>
                    <a:pt x="456" y="86"/>
                  </a:cubicBezTo>
                  <a:cubicBezTo>
                    <a:pt x="400" y="22"/>
                    <a:pt x="400" y="22"/>
                    <a:pt x="400" y="22"/>
                  </a:cubicBezTo>
                  <a:cubicBezTo>
                    <a:pt x="381" y="2"/>
                    <a:pt x="350" y="0"/>
                    <a:pt x="329" y="18"/>
                  </a:cubicBezTo>
                  <a:lnTo>
                    <a:pt x="22" y="290"/>
                  </a:lnTo>
                  <a:close/>
                  <a:moveTo>
                    <a:pt x="22" y="290"/>
                  </a:moveTo>
                  <a:cubicBezTo>
                    <a:pt x="22" y="290"/>
                    <a:pt x="22" y="290"/>
                    <a:pt x="22" y="29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25"/>
            <p:cNvSpPr/>
            <p:nvPr/>
          </p:nvSpPr>
          <p:spPr>
            <a:xfrm>
              <a:off x="2833046" y="4468761"/>
              <a:ext cx="379835" cy="342939"/>
            </a:xfrm>
            <a:custGeom>
              <a:avLst/>
              <a:gdLst/>
              <a:ahLst/>
              <a:cxnLst/>
              <a:rect l="l" t="t" r="r" b="b"/>
              <a:pathLst>
                <a:path w="1065" h="962" extrusionOk="0">
                  <a:moveTo>
                    <a:pt x="1064" y="11"/>
                  </a:moveTo>
                  <a:cubicBezTo>
                    <a:pt x="994" y="448"/>
                    <a:pt x="994" y="448"/>
                    <a:pt x="994" y="448"/>
                  </a:cubicBezTo>
                  <a:cubicBezTo>
                    <a:pt x="951" y="449"/>
                    <a:pt x="951" y="449"/>
                    <a:pt x="951" y="449"/>
                  </a:cubicBezTo>
                  <a:cubicBezTo>
                    <a:pt x="782" y="456"/>
                    <a:pt x="621" y="521"/>
                    <a:pt x="494" y="633"/>
                  </a:cubicBezTo>
                  <a:cubicBezTo>
                    <a:pt x="125" y="962"/>
                    <a:pt x="125" y="962"/>
                    <a:pt x="125" y="962"/>
                  </a:cubicBezTo>
                  <a:cubicBezTo>
                    <a:pt x="0" y="821"/>
                    <a:pt x="0" y="821"/>
                    <a:pt x="0" y="821"/>
                  </a:cubicBezTo>
                  <a:cubicBezTo>
                    <a:pt x="370" y="493"/>
                    <a:pt x="370" y="493"/>
                    <a:pt x="370" y="493"/>
                  </a:cubicBezTo>
                  <a:cubicBezTo>
                    <a:pt x="496" y="381"/>
                    <a:pt x="580" y="228"/>
                    <a:pt x="606" y="61"/>
                  </a:cubicBezTo>
                  <a:cubicBezTo>
                    <a:pt x="613" y="18"/>
                    <a:pt x="613" y="18"/>
                    <a:pt x="613" y="18"/>
                  </a:cubicBezTo>
                  <a:cubicBezTo>
                    <a:pt x="1055" y="1"/>
                    <a:pt x="1055" y="1"/>
                    <a:pt x="1055" y="1"/>
                  </a:cubicBezTo>
                  <a:cubicBezTo>
                    <a:pt x="1060" y="0"/>
                    <a:pt x="1065" y="5"/>
                    <a:pt x="1064" y="11"/>
                  </a:cubicBezTo>
                  <a:close/>
                  <a:moveTo>
                    <a:pt x="1064" y="11"/>
                  </a:moveTo>
                  <a:cubicBezTo>
                    <a:pt x="1064" y="11"/>
                    <a:pt x="1064" y="11"/>
                    <a:pt x="1064" y="11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25"/>
            <p:cNvSpPr/>
            <p:nvPr/>
          </p:nvSpPr>
          <p:spPr>
            <a:xfrm>
              <a:off x="2831977" y="4468761"/>
              <a:ext cx="380905" cy="344008"/>
            </a:xfrm>
            <a:custGeom>
              <a:avLst/>
              <a:gdLst/>
              <a:ahLst/>
              <a:cxnLst/>
              <a:rect l="l" t="t" r="r" b="b"/>
              <a:pathLst>
                <a:path w="1068" h="965" extrusionOk="0">
                  <a:moveTo>
                    <a:pt x="1067" y="11"/>
                  </a:moveTo>
                  <a:cubicBezTo>
                    <a:pt x="997" y="448"/>
                    <a:pt x="997" y="448"/>
                    <a:pt x="997" y="448"/>
                  </a:cubicBezTo>
                  <a:cubicBezTo>
                    <a:pt x="954" y="449"/>
                    <a:pt x="954" y="449"/>
                    <a:pt x="954" y="449"/>
                  </a:cubicBezTo>
                  <a:cubicBezTo>
                    <a:pt x="785" y="456"/>
                    <a:pt x="624" y="521"/>
                    <a:pt x="497" y="633"/>
                  </a:cubicBezTo>
                  <a:cubicBezTo>
                    <a:pt x="125" y="965"/>
                    <a:pt x="125" y="965"/>
                    <a:pt x="125" y="965"/>
                  </a:cubicBezTo>
                  <a:cubicBezTo>
                    <a:pt x="0" y="824"/>
                    <a:pt x="0" y="824"/>
                    <a:pt x="0" y="824"/>
                  </a:cubicBezTo>
                  <a:cubicBezTo>
                    <a:pt x="373" y="493"/>
                    <a:pt x="373" y="493"/>
                    <a:pt x="373" y="493"/>
                  </a:cubicBezTo>
                  <a:cubicBezTo>
                    <a:pt x="499" y="381"/>
                    <a:pt x="583" y="228"/>
                    <a:pt x="609" y="61"/>
                  </a:cubicBezTo>
                  <a:cubicBezTo>
                    <a:pt x="616" y="18"/>
                    <a:pt x="616" y="18"/>
                    <a:pt x="616" y="18"/>
                  </a:cubicBezTo>
                  <a:cubicBezTo>
                    <a:pt x="1058" y="1"/>
                    <a:pt x="1058" y="1"/>
                    <a:pt x="1058" y="1"/>
                  </a:cubicBezTo>
                  <a:cubicBezTo>
                    <a:pt x="1063" y="0"/>
                    <a:pt x="1068" y="5"/>
                    <a:pt x="1067" y="11"/>
                  </a:cubicBezTo>
                  <a:close/>
                  <a:moveTo>
                    <a:pt x="1067" y="11"/>
                  </a:moveTo>
                  <a:cubicBezTo>
                    <a:pt x="1067" y="11"/>
                    <a:pt x="1067" y="11"/>
                    <a:pt x="1067" y="11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25"/>
            <p:cNvSpPr/>
            <p:nvPr/>
          </p:nvSpPr>
          <p:spPr>
            <a:xfrm>
              <a:off x="3051750" y="4468761"/>
              <a:ext cx="161131" cy="157923"/>
            </a:xfrm>
            <a:custGeom>
              <a:avLst/>
              <a:gdLst/>
              <a:ahLst/>
              <a:cxnLst/>
              <a:rect l="l" t="t" r="r" b="b"/>
              <a:pathLst>
                <a:path w="452" h="443" extrusionOk="0">
                  <a:moveTo>
                    <a:pt x="76" y="336"/>
                  </a:moveTo>
                  <a:cubicBezTo>
                    <a:pt x="75" y="335"/>
                    <a:pt x="75" y="335"/>
                    <a:pt x="75" y="33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442" y="1"/>
                    <a:pt x="442" y="1"/>
                    <a:pt x="442" y="1"/>
                  </a:cubicBezTo>
                  <a:cubicBezTo>
                    <a:pt x="447" y="0"/>
                    <a:pt x="452" y="5"/>
                    <a:pt x="451" y="11"/>
                  </a:cubicBezTo>
                  <a:cubicBezTo>
                    <a:pt x="382" y="443"/>
                    <a:pt x="382" y="443"/>
                    <a:pt x="382" y="443"/>
                  </a:cubicBezTo>
                  <a:cubicBezTo>
                    <a:pt x="76" y="336"/>
                    <a:pt x="76" y="336"/>
                    <a:pt x="76" y="336"/>
                  </a:cubicBezTo>
                  <a:close/>
                  <a:moveTo>
                    <a:pt x="76" y="336"/>
                  </a:moveTo>
                  <a:cubicBezTo>
                    <a:pt x="76" y="336"/>
                    <a:pt x="76" y="336"/>
                    <a:pt x="76" y="33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25"/>
            <p:cNvSpPr/>
            <p:nvPr/>
          </p:nvSpPr>
          <p:spPr>
            <a:xfrm>
              <a:off x="2759967" y="4728995"/>
              <a:ext cx="154537" cy="164696"/>
            </a:xfrm>
            <a:custGeom>
              <a:avLst/>
              <a:gdLst/>
              <a:ahLst/>
              <a:cxnLst/>
              <a:rect l="l" t="t" r="r" b="b"/>
              <a:pathLst>
                <a:path w="433" h="462" extrusionOk="0">
                  <a:moveTo>
                    <a:pt x="415" y="329"/>
                  </a:moveTo>
                  <a:cubicBezTo>
                    <a:pt x="433" y="349"/>
                    <a:pt x="431" y="381"/>
                    <a:pt x="411" y="399"/>
                  </a:cubicBezTo>
                  <a:cubicBezTo>
                    <a:pt x="348" y="455"/>
                    <a:pt x="348" y="455"/>
                    <a:pt x="348" y="455"/>
                  </a:cubicBezTo>
                  <a:cubicBezTo>
                    <a:pt x="339" y="462"/>
                    <a:pt x="326" y="456"/>
                    <a:pt x="326" y="445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80" y="103"/>
                    <a:pt x="80" y="103"/>
                    <a:pt x="80" y="103"/>
                  </a:cubicBezTo>
                  <a:cubicBezTo>
                    <a:pt x="16" y="97"/>
                    <a:pt x="16" y="97"/>
                    <a:pt x="16" y="97"/>
                  </a:cubicBezTo>
                  <a:cubicBezTo>
                    <a:pt x="5" y="96"/>
                    <a:pt x="0" y="82"/>
                    <a:pt x="9" y="74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93" y="0"/>
                    <a:pt x="124" y="1"/>
                    <a:pt x="142" y="22"/>
                  </a:cubicBezTo>
                  <a:lnTo>
                    <a:pt x="415" y="329"/>
                  </a:lnTo>
                  <a:close/>
                  <a:moveTo>
                    <a:pt x="415" y="329"/>
                  </a:moveTo>
                  <a:cubicBezTo>
                    <a:pt x="415" y="329"/>
                    <a:pt x="415" y="329"/>
                    <a:pt x="415" y="329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2672984" y="4430973"/>
              <a:ext cx="548451" cy="547917"/>
            </a:xfrm>
            <a:custGeom>
              <a:avLst/>
              <a:gdLst/>
              <a:ahLst/>
              <a:cxnLst/>
              <a:rect l="l" t="t" r="r" b="b"/>
              <a:pathLst>
                <a:path w="1538" h="1537" extrusionOk="0">
                  <a:moveTo>
                    <a:pt x="1532" y="91"/>
                  </a:moveTo>
                  <a:cubicBezTo>
                    <a:pt x="1527" y="86"/>
                    <a:pt x="1521" y="83"/>
                    <a:pt x="1514" y="84"/>
                  </a:cubicBezTo>
                  <a:cubicBezTo>
                    <a:pt x="1066" y="101"/>
                    <a:pt x="1066" y="101"/>
                    <a:pt x="1066" y="101"/>
                  </a:cubicBezTo>
                  <a:cubicBezTo>
                    <a:pt x="1063" y="101"/>
                    <a:pt x="1060" y="101"/>
                    <a:pt x="1057" y="102"/>
                  </a:cubicBezTo>
                  <a:cubicBezTo>
                    <a:pt x="1046" y="104"/>
                    <a:pt x="1039" y="114"/>
                    <a:pt x="1039" y="124"/>
                  </a:cubicBezTo>
                  <a:cubicBezTo>
                    <a:pt x="1033" y="164"/>
                    <a:pt x="1033" y="164"/>
                    <a:pt x="1033" y="164"/>
                  </a:cubicBezTo>
                  <a:cubicBezTo>
                    <a:pt x="1007" y="325"/>
                    <a:pt x="926" y="473"/>
                    <a:pt x="804" y="582"/>
                  </a:cubicBezTo>
                  <a:cubicBezTo>
                    <a:pt x="782" y="601"/>
                    <a:pt x="782" y="601"/>
                    <a:pt x="782" y="601"/>
                  </a:cubicBezTo>
                  <a:cubicBezTo>
                    <a:pt x="763" y="580"/>
                    <a:pt x="763" y="580"/>
                    <a:pt x="763" y="580"/>
                  </a:cubicBezTo>
                  <a:cubicBezTo>
                    <a:pt x="722" y="533"/>
                    <a:pt x="687" y="481"/>
                    <a:pt x="659" y="425"/>
                  </a:cubicBezTo>
                  <a:cubicBezTo>
                    <a:pt x="653" y="414"/>
                    <a:pt x="640" y="410"/>
                    <a:pt x="629" y="415"/>
                  </a:cubicBezTo>
                  <a:cubicBezTo>
                    <a:pt x="617" y="421"/>
                    <a:pt x="613" y="434"/>
                    <a:pt x="618" y="446"/>
                  </a:cubicBezTo>
                  <a:cubicBezTo>
                    <a:pt x="648" y="505"/>
                    <a:pt x="685" y="560"/>
                    <a:pt x="730" y="610"/>
                  </a:cubicBezTo>
                  <a:cubicBezTo>
                    <a:pt x="748" y="631"/>
                    <a:pt x="748" y="631"/>
                    <a:pt x="748" y="631"/>
                  </a:cubicBezTo>
                  <a:cubicBezTo>
                    <a:pt x="713" y="663"/>
                    <a:pt x="713" y="663"/>
                    <a:pt x="713" y="663"/>
                  </a:cubicBezTo>
                  <a:cubicBezTo>
                    <a:pt x="475" y="396"/>
                    <a:pt x="475" y="396"/>
                    <a:pt x="475" y="396"/>
                  </a:cubicBezTo>
                  <a:cubicBezTo>
                    <a:pt x="544" y="197"/>
                    <a:pt x="544" y="197"/>
                    <a:pt x="544" y="197"/>
                  </a:cubicBezTo>
                  <a:cubicBezTo>
                    <a:pt x="551" y="252"/>
                    <a:pt x="564" y="307"/>
                    <a:pt x="582" y="360"/>
                  </a:cubicBezTo>
                  <a:cubicBezTo>
                    <a:pt x="586" y="372"/>
                    <a:pt x="599" y="378"/>
                    <a:pt x="611" y="374"/>
                  </a:cubicBezTo>
                  <a:cubicBezTo>
                    <a:pt x="623" y="370"/>
                    <a:pt x="629" y="357"/>
                    <a:pt x="625" y="345"/>
                  </a:cubicBezTo>
                  <a:cubicBezTo>
                    <a:pt x="601" y="278"/>
                    <a:pt x="588" y="208"/>
                    <a:pt x="585" y="138"/>
                  </a:cubicBezTo>
                  <a:cubicBezTo>
                    <a:pt x="583" y="94"/>
                    <a:pt x="583" y="94"/>
                    <a:pt x="583" y="94"/>
                  </a:cubicBezTo>
                  <a:cubicBezTo>
                    <a:pt x="583" y="84"/>
                    <a:pt x="576" y="75"/>
                    <a:pt x="566" y="73"/>
                  </a:cubicBezTo>
                  <a:cubicBezTo>
                    <a:pt x="565" y="73"/>
                    <a:pt x="565" y="72"/>
                    <a:pt x="564" y="72"/>
                  </a:cubicBezTo>
                  <a:cubicBezTo>
                    <a:pt x="561" y="71"/>
                    <a:pt x="558" y="71"/>
                    <a:pt x="554" y="7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0" y="0"/>
                    <a:pt x="103" y="2"/>
                    <a:pt x="98" y="7"/>
                  </a:cubicBezTo>
                  <a:cubicBezTo>
                    <a:pt x="93" y="11"/>
                    <a:pt x="90" y="18"/>
                    <a:pt x="91" y="24"/>
                  </a:cubicBezTo>
                  <a:cubicBezTo>
                    <a:pt x="109" y="472"/>
                    <a:pt x="109" y="472"/>
                    <a:pt x="109" y="472"/>
                  </a:cubicBezTo>
                  <a:cubicBezTo>
                    <a:pt x="108" y="475"/>
                    <a:pt x="108" y="479"/>
                    <a:pt x="109" y="482"/>
                  </a:cubicBezTo>
                  <a:cubicBezTo>
                    <a:pt x="111" y="492"/>
                    <a:pt x="121" y="499"/>
                    <a:pt x="131" y="499"/>
                  </a:cubicBezTo>
                  <a:cubicBezTo>
                    <a:pt x="171" y="505"/>
                    <a:pt x="171" y="505"/>
                    <a:pt x="171" y="505"/>
                  </a:cubicBezTo>
                  <a:cubicBezTo>
                    <a:pt x="332" y="531"/>
                    <a:pt x="481" y="613"/>
                    <a:pt x="589" y="735"/>
                  </a:cubicBezTo>
                  <a:cubicBezTo>
                    <a:pt x="608" y="756"/>
                    <a:pt x="608" y="756"/>
                    <a:pt x="608" y="756"/>
                  </a:cubicBezTo>
                  <a:cubicBezTo>
                    <a:pt x="450" y="896"/>
                    <a:pt x="450" y="896"/>
                    <a:pt x="450" y="896"/>
                  </a:cubicBezTo>
                  <a:cubicBezTo>
                    <a:pt x="403" y="843"/>
                    <a:pt x="403" y="843"/>
                    <a:pt x="403" y="843"/>
                  </a:cubicBezTo>
                  <a:cubicBezTo>
                    <a:pt x="377" y="813"/>
                    <a:pt x="331" y="810"/>
                    <a:pt x="301" y="837"/>
                  </a:cubicBezTo>
                  <a:cubicBezTo>
                    <a:pt x="238" y="893"/>
                    <a:pt x="238" y="893"/>
                    <a:pt x="238" y="893"/>
                  </a:cubicBezTo>
                  <a:cubicBezTo>
                    <a:pt x="227" y="903"/>
                    <a:pt x="223" y="917"/>
                    <a:pt x="227" y="931"/>
                  </a:cubicBezTo>
                  <a:cubicBezTo>
                    <a:pt x="232" y="944"/>
                    <a:pt x="244" y="954"/>
                    <a:pt x="258" y="955"/>
                  </a:cubicBezTo>
                  <a:cubicBezTo>
                    <a:pt x="313" y="961"/>
                    <a:pt x="313" y="961"/>
                    <a:pt x="313" y="961"/>
                  </a:cubicBezTo>
                  <a:cubicBezTo>
                    <a:pt x="322" y="971"/>
                    <a:pt x="322" y="971"/>
                    <a:pt x="322" y="971"/>
                  </a:cubicBezTo>
                  <a:cubicBezTo>
                    <a:pt x="295" y="1070"/>
                    <a:pt x="295" y="1070"/>
                    <a:pt x="295" y="1070"/>
                  </a:cubicBezTo>
                  <a:cubicBezTo>
                    <a:pt x="278" y="1084"/>
                    <a:pt x="278" y="1084"/>
                    <a:pt x="278" y="1084"/>
                  </a:cubicBezTo>
                  <a:cubicBezTo>
                    <a:pt x="278" y="1084"/>
                    <a:pt x="278" y="1085"/>
                    <a:pt x="278" y="1085"/>
                  </a:cubicBezTo>
                  <a:cubicBezTo>
                    <a:pt x="159" y="1191"/>
                    <a:pt x="159" y="1191"/>
                    <a:pt x="159" y="1191"/>
                  </a:cubicBezTo>
                  <a:cubicBezTo>
                    <a:pt x="159" y="1191"/>
                    <a:pt x="159" y="1191"/>
                    <a:pt x="159" y="1191"/>
                  </a:cubicBezTo>
                  <a:cubicBezTo>
                    <a:pt x="105" y="1238"/>
                    <a:pt x="105" y="1238"/>
                    <a:pt x="105" y="1238"/>
                  </a:cubicBezTo>
                  <a:cubicBezTo>
                    <a:pt x="98" y="1245"/>
                    <a:pt x="94" y="1253"/>
                    <a:pt x="93" y="1262"/>
                  </a:cubicBezTo>
                  <a:cubicBezTo>
                    <a:pt x="93" y="1263"/>
                    <a:pt x="93" y="1264"/>
                    <a:pt x="93" y="1265"/>
                  </a:cubicBezTo>
                  <a:cubicBezTo>
                    <a:pt x="60" y="1267"/>
                    <a:pt x="60" y="1267"/>
                    <a:pt x="60" y="1267"/>
                  </a:cubicBezTo>
                  <a:cubicBezTo>
                    <a:pt x="40" y="1268"/>
                    <a:pt x="23" y="1283"/>
                    <a:pt x="20" y="1303"/>
                  </a:cubicBezTo>
                  <a:cubicBezTo>
                    <a:pt x="2" y="1404"/>
                    <a:pt x="2" y="1404"/>
                    <a:pt x="2" y="1404"/>
                  </a:cubicBezTo>
                  <a:cubicBezTo>
                    <a:pt x="0" y="1417"/>
                    <a:pt x="4" y="1431"/>
                    <a:pt x="12" y="1440"/>
                  </a:cubicBezTo>
                  <a:cubicBezTo>
                    <a:pt x="21" y="1450"/>
                    <a:pt x="32" y="1455"/>
                    <a:pt x="45" y="1455"/>
                  </a:cubicBezTo>
                  <a:cubicBezTo>
                    <a:pt x="45" y="1455"/>
                    <a:pt x="46" y="1455"/>
                    <a:pt x="47" y="1455"/>
                  </a:cubicBezTo>
                  <a:cubicBezTo>
                    <a:pt x="150" y="1449"/>
                    <a:pt x="150" y="1449"/>
                    <a:pt x="150" y="1449"/>
                  </a:cubicBezTo>
                  <a:cubicBezTo>
                    <a:pt x="170" y="1448"/>
                    <a:pt x="187" y="1433"/>
                    <a:pt x="190" y="1414"/>
                  </a:cubicBezTo>
                  <a:cubicBezTo>
                    <a:pt x="197" y="1376"/>
                    <a:pt x="197" y="1376"/>
                    <a:pt x="197" y="1376"/>
                  </a:cubicBezTo>
                  <a:cubicBezTo>
                    <a:pt x="205" y="1376"/>
                    <a:pt x="213" y="1373"/>
                    <a:pt x="219" y="1367"/>
                  </a:cubicBezTo>
                  <a:cubicBezTo>
                    <a:pt x="273" y="1320"/>
                    <a:pt x="273" y="1320"/>
                    <a:pt x="273" y="1320"/>
                  </a:cubicBezTo>
                  <a:cubicBezTo>
                    <a:pt x="273" y="1320"/>
                    <a:pt x="273" y="1320"/>
                    <a:pt x="273" y="1320"/>
                  </a:cubicBezTo>
                  <a:cubicBezTo>
                    <a:pt x="273" y="1320"/>
                    <a:pt x="273" y="1320"/>
                    <a:pt x="273" y="1320"/>
                  </a:cubicBezTo>
                  <a:cubicBezTo>
                    <a:pt x="333" y="1267"/>
                    <a:pt x="333" y="1267"/>
                    <a:pt x="333" y="1267"/>
                  </a:cubicBezTo>
                  <a:cubicBezTo>
                    <a:pt x="333" y="1267"/>
                    <a:pt x="333" y="1267"/>
                    <a:pt x="333" y="1267"/>
                  </a:cubicBezTo>
                  <a:cubicBezTo>
                    <a:pt x="333" y="1267"/>
                    <a:pt x="333" y="1267"/>
                    <a:pt x="333" y="1267"/>
                  </a:cubicBezTo>
                  <a:cubicBezTo>
                    <a:pt x="410" y="1199"/>
                    <a:pt x="410" y="1199"/>
                    <a:pt x="410" y="1199"/>
                  </a:cubicBezTo>
                  <a:cubicBezTo>
                    <a:pt x="511" y="1184"/>
                    <a:pt x="511" y="1184"/>
                    <a:pt x="511" y="1184"/>
                  </a:cubicBezTo>
                  <a:cubicBezTo>
                    <a:pt x="549" y="1227"/>
                    <a:pt x="549" y="1227"/>
                    <a:pt x="549" y="1227"/>
                  </a:cubicBezTo>
                  <a:cubicBezTo>
                    <a:pt x="547" y="1280"/>
                    <a:pt x="547" y="1280"/>
                    <a:pt x="547" y="1280"/>
                  </a:cubicBezTo>
                  <a:cubicBezTo>
                    <a:pt x="547" y="1294"/>
                    <a:pt x="555" y="1307"/>
                    <a:pt x="568" y="1313"/>
                  </a:cubicBezTo>
                  <a:cubicBezTo>
                    <a:pt x="573" y="1316"/>
                    <a:pt x="578" y="1317"/>
                    <a:pt x="583" y="1317"/>
                  </a:cubicBezTo>
                  <a:cubicBezTo>
                    <a:pt x="592" y="1317"/>
                    <a:pt x="600" y="1314"/>
                    <a:pt x="607" y="1308"/>
                  </a:cubicBezTo>
                  <a:cubicBezTo>
                    <a:pt x="670" y="1252"/>
                    <a:pt x="670" y="1252"/>
                    <a:pt x="670" y="1252"/>
                  </a:cubicBezTo>
                  <a:cubicBezTo>
                    <a:pt x="699" y="1225"/>
                    <a:pt x="702" y="1180"/>
                    <a:pt x="676" y="1150"/>
                  </a:cubicBezTo>
                  <a:cubicBezTo>
                    <a:pt x="605" y="1070"/>
                    <a:pt x="605" y="1070"/>
                    <a:pt x="605" y="1070"/>
                  </a:cubicBezTo>
                  <a:cubicBezTo>
                    <a:pt x="647" y="1033"/>
                    <a:pt x="647" y="1033"/>
                    <a:pt x="647" y="1033"/>
                  </a:cubicBezTo>
                  <a:cubicBezTo>
                    <a:pt x="656" y="1024"/>
                    <a:pt x="657" y="1010"/>
                    <a:pt x="649" y="1001"/>
                  </a:cubicBezTo>
                  <a:cubicBezTo>
                    <a:pt x="641" y="991"/>
                    <a:pt x="626" y="991"/>
                    <a:pt x="617" y="999"/>
                  </a:cubicBezTo>
                  <a:cubicBezTo>
                    <a:pt x="575" y="1036"/>
                    <a:pt x="575" y="1036"/>
                    <a:pt x="575" y="1036"/>
                  </a:cubicBezTo>
                  <a:cubicBezTo>
                    <a:pt x="543" y="999"/>
                    <a:pt x="543" y="999"/>
                    <a:pt x="543" y="999"/>
                  </a:cubicBezTo>
                  <a:cubicBezTo>
                    <a:pt x="937" y="650"/>
                    <a:pt x="937" y="650"/>
                    <a:pt x="937" y="650"/>
                  </a:cubicBezTo>
                  <a:cubicBezTo>
                    <a:pt x="946" y="641"/>
                    <a:pt x="947" y="627"/>
                    <a:pt x="939" y="618"/>
                  </a:cubicBezTo>
                  <a:cubicBezTo>
                    <a:pt x="930" y="609"/>
                    <a:pt x="916" y="608"/>
                    <a:pt x="907" y="616"/>
                  </a:cubicBezTo>
                  <a:cubicBezTo>
                    <a:pt x="513" y="966"/>
                    <a:pt x="513" y="966"/>
                    <a:pt x="513" y="966"/>
                  </a:cubicBezTo>
                  <a:cubicBezTo>
                    <a:pt x="481" y="929"/>
                    <a:pt x="481" y="929"/>
                    <a:pt x="481" y="929"/>
                  </a:cubicBezTo>
                  <a:cubicBezTo>
                    <a:pt x="655" y="775"/>
                    <a:pt x="655" y="775"/>
                    <a:pt x="655" y="775"/>
                  </a:cubicBezTo>
                  <a:cubicBezTo>
                    <a:pt x="655" y="775"/>
                    <a:pt x="655" y="775"/>
                    <a:pt x="655" y="775"/>
                  </a:cubicBezTo>
                  <a:cubicBezTo>
                    <a:pt x="655" y="775"/>
                    <a:pt x="655" y="775"/>
                    <a:pt x="655" y="775"/>
                  </a:cubicBezTo>
                  <a:cubicBezTo>
                    <a:pt x="795" y="650"/>
                    <a:pt x="795" y="650"/>
                    <a:pt x="795" y="650"/>
                  </a:cubicBezTo>
                  <a:cubicBezTo>
                    <a:pt x="795" y="650"/>
                    <a:pt x="795" y="650"/>
                    <a:pt x="795" y="650"/>
                  </a:cubicBezTo>
                  <a:cubicBezTo>
                    <a:pt x="795" y="650"/>
                    <a:pt x="795" y="650"/>
                    <a:pt x="795" y="650"/>
                  </a:cubicBezTo>
                  <a:cubicBezTo>
                    <a:pt x="834" y="616"/>
                    <a:pt x="834" y="616"/>
                    <a:pt x="834" y="616"/>
                  </a:cubicBezTo>
                  <a:cubicBezTo>
                    <a:pt x="948" y="514"/>
                    <a:pt x="1028" y="380"/>
                    <a:pt x="1065" y="233"/>
                  </a:cubicBezTo>
                  <a:cubicBezTo>
                    <a:pt x="1112" y="433"/>
                    <a:pt x="1112" y="433"/>
                    <a:pt x="1112" y="433"/>
                  </a:cubicBezTo>
                  <a:cubicBezTo>
                    <a:pt x="972" y="558"/>
                    <a:pt x="972" y="558"/>
                    <a:pt x="972" y="558"/>
                  </a:cubicBezTo>
                  <a:cubicBezTo>
                    <a:pt x="963" y="566"/>
                    <a:pt x="962" y="581"/>
                    <a:pt x="970" y="590"/>
                  </a:cubicBezTo>
                  <a:cubicBezTo>
                    <a:pt x="975" y="595"/>
                    <a:pt x="981" y="597"/>
                    <a:pt x="987" y="597"/>
                  </a:cubicBezTo>
                  <a:cubicBezTo>
                    <a:pt x="992" y="597"/>
                    <a:pt x="998" y="596"/>
                    <a:pt x="1002" y="592"/>
                  </a:cubicBezTo>
                  <a:cubicBezTo>
                    <a:pt x="1142" y="467"/>
                    <a:pt x="1142" y="467"/>
                    <a:pt x="1142" y="467"/>
                  </a:cubicBezTo>
                  <a:cubicBezTo>
                    <a:pt x="1342" y="537"/>
                    <a:pt x="1342" y="537"/>
                    <a:pt x="1342" y="537"/>
                  </a:cubicBezTo>
                  <a:cubicBezTo>
                    <a:pt x="1189" y="555"/>
                    <a:pt x="1044" y="620"/>
                    <a:pt x="928" y="722"/>
                  </a:cubicBezTo>
                  <a:cubicBezTo>
                    <a:pt x="685" y="939"/>
                    <a:pt x="685" y="939"/>
                    <a:pt x="685" y="939"/>
                  </a:cubicBezTo>
                  <a:cubicBezTo>
                    <a:pt x="675" y="947"/>
                    <a:pt x="674" y="962"/>
                    <a:pt x="683" y="971"/>
                  </a:cubicBezTo>
                  <a:cubicBezTo>
                    <a:pt x="691" y="980"/>
                    <a:pt x="705" y="981"/>
                    <a:pt x="714" y="973"/>
                  </a:cubicBezTo>
                  <a:cubicBezTo>
                    <a:pt x="763" y="930"/>
                    <a:pt x="763" y="930"/>
                    <a:pt x="763" y="930"/>
                  </a:cubicBezTo>
                  <a:cubicBezTo>
                    <a:pt x="903" y="1088"/>
                    <a:pt x="903" y="1088"/>
                    <a:pt x="903" y="1088"/>
                  </a:cubicBezTo>
                  <a:cubicBezTo>
                    <a:pt x="850" y="1135"/>
                    <a:pt x="850" y="1135"/>
                    <a:pt x="850" y="1135"/>
                  </a:cubicBezTo>
                  <a:cubicBezTo>
                    <a:pt x="836" y="1148"/>
                    <a:pt x="827" y="1166"/>
                    <a:pt x="826" y="1185"/>
                  </a:cubicBezTo>
                  <a:cubicBezTo>
                    <a:pt x="825" y="1204"/>
                    <a:pt x="831" y="1223"/>
                    <a:pt x="844" y="1237"/>
                  </a:cubicBezTo>
                  <a:cubicBezTo>
                    <a:pt x="900" y="1301"/>
                    <a:pt x="900" y="1301"/>
                    <a:pt x="900" y="1301"/>
                  </a:cubicBezTo>
                  <a:cubicBezTo>
                    <a:pt x="907" y="1309"/>
                    <a:pt x="917" y="1313"/>
                    <a:pt x="927" y="1313"/>
                  </a:cubicBezTo>
                  <a:cubicBezTo>
                    <a:pt x="931" y="1313"/>
                    <a:pt x="934" y="1312"/>
                    <a:pt x="938" y="1311"/>
                  </a:cubicBezTo>
                  <a:cubicBezTo>
                    <a:pt x="951" y="1307"/>
                    <a:pt x="961" y="1295"/>
                    <a:pt x="962" y="1281"/>
                  </a:cubicBezTo>
                  <a:cubicBezTo>
                    <a:pt x="968" y="1225"/>
                    <a:pt x="968" y="1225"/>
                    <a:pt x="968" y="1225"/>
                  </a:cubicBezTo>
                  <a:cubicBezTo>
                    <a:pt x="978" y="1217"/>
                    <a:pt x="978" y="1217"/>
                    <a:pt x="978" y="1217"/>
                  </a:cubicBezTo>
                  <a:cubicBezTo>
                    <a:pt x="1077" y="1243"/>
                    <a:pt x="1077" y="1243"/>
                    <a:pt x="1077" y="1243"/>
                  </a:cubicBezTo>
                  <a:cubicBezTo>
                    <a:pt x="1246" y="1433"/>
                    <a:pt x="1246" y="1433"/>
                    <a:pt x="1246" y="1433"/>
                  </a:cubicBezTo>
                  <a:cubicBezTo>
                    <a:pt x="1252" y="1440"/>
                    <a:pt x="1260" y="1445"/>
                    <a:pt x="1270" y="1445"/>
                  </a:cubicBezTo>
                  <a:cubicBezTo>
                    <a:pt x="1270" y="1445"/>
                    <a:pt x="1271" y="1445"/>
                    <a:pt x="1272" y="1445"/>
                  </a:cubicBezTo>
                  <a:cubicBezTo>
                    <a:pt x="1272" y="1445"/>
                    <a:pt x="1272" y="1445"/>
                    <a:pt x="1273" y="1445"/>
                  </a:cubicBezTo>
                  <a:cubicBezTo>
                    <a:pt x="1274" y="1478"/>
                    <a:pt x="1274" y="1478"/>
                    <a:pt x="1274" y="1478"/>
                  </a:cubicBezTo>
                  <a:cubicBezTo>
                    <a:pt x="1276" y="1498"/>
                    <a:pt x="1290" y="1515"/>
                    <a:pt x="1310" y="1518"/>
                  </a:cubicBezTo>
                  <a:cubicBezTo>
                    <a:pt x="1411" y="1536"/>
                    <a:pt x="1411" y="1536"/>
                    <a:pt x="1411" y="1536"/>
                  </a:cubicBezTo>
                  <a:cubicBezTo>
                    <a:pt x="1414" y="1537"/>
                    <a:pt x="1416" y="1537"/>
                    <a:pt x="1419" y="1537"/>
                  </a:cubicBezTo>
                  <a:cubicBezTo>
                    <a:pt x="1429" y="1537"/>
                    <a:pt x="1440" y="1533"/>
                    <a:pt x="1448" y="1526"/>
                  </a:cubicBezTo>
                  <a:cubicBezTo>
                    <a:pt x="1458" y="1517"/>
                    <a:pt x="1463" y="1505"/>
                    <a:pt x="1462" y="1491"/>
                  </a:cubicBezTo>
                  <a:cubicBezTo>
                    <a:pt x="1456" y="1389"/>
                    <a:pt x="1456" y="1389"/>
                    <a:pt x="1456" y="1389"/>
                  </a:cubicBezTo>
                  <a:cubicBezTo>
                    <a:pt x="1455" y="1368"/>
                    <a:pt x="1441" y="1352"/>
                    <a:pt x="1421" y="1348"/>
                  </a:cubicBezTo>
                  <a:cubicBezTo>
                    <a:pt x="1383" y="1342"/>
                    <a:pt x="1383" y="1342"/>
                    <a:pt x="1383" y="1342"/>
                  </a:cubicBezTo>
                  <a:cubicBezTo>
                    <a:pt x="1383" y="1334"/>
                    <a:pt x="1380" y="1325"/>
                    <a:pt x="1375" y="1319"/>
                  </a:cubicBezTo>
                  <a:cubicBezTo>
                    <a:pt x="1221" y="1146"/>
                    <a:pt x="1221" y="1146"/>
                    <a:pt x="1221" y="1146"/>
                  </a:cubicBezTo>
                  <a:cubicBezTo>
                    <a:pt x="1206" y="1129"/>
                    <a:pt x="1206" y="1129"/>
                    <a:pt x="1206" y="1129"/>
                  </a:cubicBezTo>
                  <a:cubicBezTo>
                    <a:pt x="1191" y="1028"/>
                    <a:pt x="1191" y="1028"/>
                    <a:pt x="1191" y="1028"/>
                  </a:cubicBezTo>
                  <a:cubicBezTo>
                    <a:pt x="1234" y="989"/>
                    <a:pt x="1234" y="989"/>
                    <a:pt x="1234" y="989"/>
                  </a:cubicBezTo>
                  <a:cubicBezTo>
                    <a:pt x="1287" y="991"/>
                    <a:pt x="1287" y="991"/>
                    <a:pt x="1287" y="991"/>
                  </a:cubicBezTo>
                  <a:cubicBezTo>
                    <a:pt x="1301" y="992"/>
                    <a:pt x="1314" y="983"/>
                    <a:pt x="1320" y="971"/>
                  </a:cubicBezTo>
                  <a:cubicBezTo>
                    <a:pt x="1327" y="958"/>
                    <a:pt x="1324" y="942"/>
                    <a:pt x="1315" y="932"/>
                  </a:cubicBezTo>
                  <a:cubicBezTo>
                    <a:pt x="1259" y="869"/>
                    <a:pt x="1259" y="869"/>
                    <a:pt x="1259" y="869"/>
                  </a:cubicBezTo>
                  <a:cubicBezTo>
                    <a:pt x="1233" y="839"/>
                    <a:pt x="1187" y="836"/>
                    <a:pt x="1157" y="863"/>
                  </a:cubicBezTo>
                  <a:cubicBezTo>
                    <a:pt x="1077" y="934"/>
                    <a:pt x="1077" y="934"/>
                    <a:pt x="1077" y="934"/>
                  </a:cubicBezTo>
                  <a:cubicBezTo>
                    <a:pt x="937" y="775"/>
                    <a:pt x="937" y="775"/>
                    <a:pt x="937" y="775"/>
                  </a:cubicBezTo>
                  <a:cubicBezTo>
                    <a:pt x="958" y="756"/>
                    <a:pt x="958" y="756"/>
                    <a:pt x="958" y="756"/>
                  </a:cubicBezTo>
                  <a:cubicBezTo>
                    <a:pt x="1081" y="648"/>
                    <a:pt x="1238" y="584"/>
                    <a:pt x="1401" y="578"/>
                  </a:cubicBezTo>
                  <a:cubicBezTo>
                    <a:pt x="1444" y="576"/>
                    <a:pt x="1444" y="576"/>
                    <a:pt x="1444" y="576"/>
                  </a:cubicBezTo>
                  <a:cubicBezTo>
                    <a:pt x="1455" y="576"/>
                    <a:pt x="1463" y="568"/>
                    <a:pt x="1465" y="559"/>
                  </a:cubicBezTo>
                  <a:cubicBezTo>
                    <a:pt x="1466" y="558"/>
                    <a:pt x="1466" y="557"/>
                    <a:pt x="1466" y="557"/>
                  </a:cubicBezTo>
                  <a:cubicBezTo>
                    <a:pt x="1467" y="554"/>
                    <a:pt x="1468" y="550"/>
                    <a:pt x="1467" y="547"/>
                  </a:cubicBezTo>
                  <a:cubicBezTo>
                    <a:pt x="1537" y="110"/>
                    <a:pt x="1537" y="110"/>
                    <a:pt x="1537" y="110"/>
                  </a:cubicBezTo>
                  <a:cubicBezTo>
                    <a:pt x="1538" y="103"/>
                    <a:pt x="1536" y="96"/>
                    <a:pt x="1532" y="91"/>
                  </a:cubicBezTo>
                  <a:close/>
                  <a:moveTo>
                    <a:pt x="320" y="1218"/>
                  </a:moveTo>
                  <a:cubicBezTo>
                    <a:pt x="265" y="1156"/>
                    <a:pt x="265" y="1156"/>
                    <a:pt x="265" y="1156"/>
                  </a:cubicBezTo>
                  <a:cubicBezTo>
                    <a:pt x="291" y="1133"/>
                    <a:pt x="291" y="1133"/>
                    <a:pt x="291" y="1133"/>
                  </a:cubicBezTo>
                  <a:cubicBezTo>
                    <a:pt x="346" y="1195"/>
                    <a:pt x="346" y="1195"/>
                    <a:pt x="346" y="1195"/>
                  </a:cubicBezTo>
                  <a:lnTo>
                    <a:pt x="320" y="1218"/>
                  </a:lnTo>
                  <a:close/>
                  <a:moveTo>
                    <a:pt x="260" y="1271"/>
                  </a:moveTo>
                  <a:cubicBezTo>
                    <a:pt x="206" y="1209"/>
                    <a:pt x="206" y="1209"/>
                    <a:pt x="206" y="1209"/>
                  </a:cubicBezTo>
                  <a:cubicBezTo>
                    <a:pt x="232" y="1186"/>
                    <a:pt x="232" y="1186"/>
                    <a:pt x="232" y="1186"/>
                  </a:cubicBezTo>
                  <a:cubicBezTo>
                    <a:pt x="286" y="1248"/>
                    <a:pt x="286" y="1248"/>
                    <a:pt x="286" y="1248"/>
                  </a:cubicBezTo>
                  <a:lnTo>
                    <a:pt x="260" y="1271"/>
                  </a:lnTo>
                  <a:close/>
                  <a:moveTo>
                    <a:pt x="146" y="1404"/>
                  </a:moveTo>
                  <a:cubicBezTo>
                    <a:pt x="47" y="1410"/>
                    <a:pt x="47" y="1410"/>
                    <a:pt x="47" y="1410"/>
                  </a:cubicBezTo>
                  <a:cubicBezTo>
                    <a:pt x="64" y="1312"/>
                    <a:pt x="64" y="1312"/>
                    <a:pt x="64" y="1312"/>
                  </a:cubicBezTo>
                  <a:cubicBezTo>
                    <a:pt x="121" y="1309"/>
                    <a:pt x="121" y="1309"/>
                    <a:pt x="121" y="1309"/>
                  </a:cubicBezTo>
                  <a:cubicBezTo>
                    <a:pt x="156" y="1348"/>
                    <a:pt x="156" y="1348"/>
                    <a:pt x="156" y="1348"/>
                  </a:cubicBezTo>
                  <a:lnTo>
                    <a:pt x="146" y="1404"/>
                  </a:lnTo>
                  <a:close/>
                  <a:moveTo>
                    <a:pt x="197" y="1327"/>
                  </a:moveTo>
                  <a:cubicBezTo>
                    <a:pt x="142" y="1265"/>
                    <a:pt x="142" y="1265"/>
                    <a:pt x="142" y="1265"/>
                  </a:cubicBezTo>
                  <a:cubicBezTo>
                    <a:pt x="172" y="1239"/>
                    <a:pt x="172" y="1239"/>
                    <a:pt x="172" y="1239"/>
                  </a:cubicBezTo>
                  <a:cubicBezTo>
                    <a:pt x="227" y="1301"/>
                    <a:pt x="227" y="1301"/>
                    <a:pt x="227" y="1301"/>
                  </a:cubicBezTo>
                  <a:lnTo>
                    <a:pt x="197" y="1327"/>
                  </a:lnTo>
                  <a:close/>
                  <a:moveTo>
                    <a:pt x="396" y="1155"/>
                  </a:moveTo>
                  <a:cubicBezTo>
                    <a:pt x="392" y="1156"/>
                    <a:pt x="388" y="1158"/>
                    <a:pt x="385" y="1160"/>
                  </a:cubicBezTo>
                  <a:cubicBezTo>
                    <a:pt x="380" y="1165"/>
                    <a:pt x="380" y="1165"/>
                    <a:pt x="380" y="1165"/>
                  </a:cubicBezTo>
                  <a:cubicBezTo>
                    <a:pt x="325" y="1103"/>
                    <a:pt x="325" y="1103"/>
                    <a:pt x="325" y="1103"/>
                  </a:cubicBezTo>
                  <a:cubicBezTo>
                    <a:pt x="330" y="1099"/>
                    <a:pt x="330" y="1099"/>
                    <a:pt x="330" y="1099"/>
                  </a:cubicBezTo>
                  <a:cubicBezTo>
                    <a:pt x="333" y="1096"/>
                    <a:pt x="336" y="1092"/>
                    <a:pt x="337" y="1088"/>
                  </a:cubicBezTo>
                  <a:cubicBezTo>
                    <a:pt x="358" y="1011"/>
                    <a:pt x="358" y="1011"/>
                    <a:pt x="358" y="1011"/>
                  </a:cubicBezTo>
                  <a:cubicBezTo>
                    <a:pt x="475" y="1143"/>
                    <a:pt x="475" y="1143"/>
                    <a:pt x="475" y="1143"/>
                  </a:cubicBezTo>
                  <a:lnTo>
                    <a:pt x="396" y="1155"/>
                  </a:lnTo>
                  <a:close/>
                  <a:moveTo>
                    <a:pt x="640" y="1218"/>
                  </a:moveTo>
                  <a:cubicBezTo>
                    <a:pt x="593" y="1259"/>
                    <a:pt x="593" y="1259"/>
                    <a:pt x="593" y="1259"/>
                  </a:cubicBezTo>
                  <a:cubicBezTo>
                    <a:pt x="595" y="1219"/>
                    <a:pt x="595" y="1219"/>
                    <a:pt x="595" y="1219"/>
                  </a:cubicBezTo>
                  <a:cubicBezTo>
                    <a:pt x="595" y="1214"/>
                    <a:pt x="593" y="1208"/>
                    <a:pt x="589" y="1204"/>
                  </a:cubicBezTo>
                  <a:cubicBezTo>
                    <a:pt x="341" y="924"/>
                    <a:pt x="341" y="924"/>
                    <a:pt x="341" y="924"/>
                  </a:cubicBezTo>
                  <a:cubicBezTo>
                    <a:pt x="337" y="920"/>
                    <a:pt x="332" y="917"/>
                    <a:pt x="326" y="917"/>
                  </a:cubicBezTo>
                  <a:cubicBezTo>
                    <a:pt x="284" y="913"/>
                    <a:pt x="284" y="913"/>
                    <a:pt x="284" y="913"/>
                  </a:cubicBezTo>
                  <a:cubicBezTo>
                    <a:pt x="331" y="871"/>
                    <a:pt x="331" y="871"/>
                    <a:pt x="331" y="871"/>
                  </a:cubicBezTo>
                  <a:cubicBezTo>
                    <a:pt x="342" y="861"/>
                    <a:pt x="359" y="862"/>
                    <a:pt x="369" y="873"/>
                  </a:cubicBezTo>
                  <a:cubicBezTo>
                    <a:pt x="642" y="1180"/>
                    <a:pt x="642" y="1180"/>
                    <a:pt x="642" y="1180"/>
                  </a:cubicBezTo>
                  <a:cubicBezTo>
                    <a:pt x="652" y="1191"/>
                    <a:pt x="651" y="1208"/>
                    <a:pt x="640" y="1218"/>
                  </a:cubicBezTo>
                  <a:close/>
                  <a:moveTo>
                    <a:pt x="526" y="112"/>
                  </a:moveTo>
                  <a:cubicBezTo>
                    <a:pt x="440" y="358"/>
                    <a:pt x="440" y="358"/>
                    <a:pt x="440" y="358"/>
                  </a:cubicBezTo>
                  <a:cubicBezTo>
                    <a:pt x="357" y="268"/>
                    <a:pt x="357" y="268"/>
                    <a:pt x="357" y="268"/>
                  </a:cubicBezTo>
                  <a:cubicBezTo>
                    <a:pt x="349" y="259"/>
                    <a:pt x="334" y="258"/>
                    <a:pt x="325" y="267"/>
                  </a:cubicBezTo>
                  <a:cubicBezTo>
                    <a:pt x="316" y="275"/>
                    <a:pt x="316" y="290"/>
                    <a:pt x="324" y="299"/>
                  </a:cubicBezTo>
                  <a:cubicBezTo>
                    <a:pt x="407" y="388"/>
                    <a:pt x="407" y="388"/>
                    <a:pt x="407" y="388"/>
                  </a:cubicBezTo>
                  <a:cubicBezTo>
                    <a:pt x="153" y="448"/>
                    <a:pt x="153" y="448"/>
                    <a:pt x="153" y="448"/>
                  </a:cubicBezTo>
                  <a:cubicBezTo>
                    <a:pt x="137" y="50"/>
                    <a:pt x="137" y="50"/>
                    <a:pt x="137" y="50"/>
                  </a:cubicBezTo>
                  <a:lnTo>
                    <a:pt x="526" y="112"/>
                  </a:lnTo>
                  <a:close/>
                  <a:moveTo>
                    <a:pt x="623" y="705"/>
                  </a:moveTo>
                  <a:cubicBezTo>
                    <a:pt x="522" y="591"/>
                    <a:pt x="388" y="510"/>
                    <a:pt x="240" y="474"/>
                  </a:cubicBezTo>
                  <a:cubicBezTo>
                    <a:pt x="441" y="426"/>
                    <a:pt x="441" y="426"/>
                    <a:pt x="441" y="426"/>
                  </a:cubicBezTo>
                  <a:cubicBezTo>
                    <a:pt x="679" y="693"/>
                    <a:pt x="679" y="693"/>
                    <a:pt x="679" y="693"/>
                  </a:cubicBezTo>
                  <a:cubicBezTo>
                    <a:pt x="642" y="726"/>
                    <a:pt x="642" y="726"/>
                    <a:pt x="642" y="726"/>
                  </a:cubicBezTo>
                  <a:lnTo>
                    <a:pt x="623" y="705"/>
                  </a:lnTo>
                  <a:close/>
                  <a:moveTo>
                    <a:pt x="833" y="868"/>
                  </a:moveTo>
                  <a:cubicBezTo>
                    <a:pt x="973" y="1025"/>
                    <a:pt x="973" y="1025"/>
                    <a:pt x="973" y="1025"/>
                  </a:cubicBezTo>
                  <a:cubicBezTo>
                    <a:pt x="936" y="1058"/>
                    <a:pt x="936" y="1058"/>
                    <a:pt x="936" y="1058"/>
                  </a:cubicBezTo>
                  <a:cubicBezTo>
                    <a:pt x="796" y="900"/>
                    <a:pt x="796" y="900"/>
                    <a:pt x="796" y="900"/>
                  </a:cubicBezTo>
                  <a:lnTo>
                    <a:pt x="833" y="868"/>
                  </a:lnTo>
                  <a:close/>
                  <a:moveTo>
                    <a:pt x="1225" y="1218"/>
                  </a:moveTo>
                  <a:cubicBezTo>
                    <a:pt x="1163" y="1273"/>
                    <a:pt x="1163" y="1273"/>
                    <a:pt x="1163" y="1273"/>
                  </a:cubicBezTo>
                  <a:cubicBezTo>
                    <a:pt x="1140" y="1247"/>
                    <a:pt x="1140" y="1247"/>
                    <a:pt x="1140" y="1247"/>
                  </a:cubicBezTo>
                  <a:cubicBezTo>
                    <a:pt x="1202" y="1192"/>
                    <a:pt x="1202" y="1192"/>
                    <a:pt x="1202" y="1192"/>
                  </a:cubicBezTo>
                  <a:lnTo>
                    <a:pt x="1225" y="1218"/>
                  </a:lnTo>
                  <a:close/>
                  <a:moveTo>
                    <a:pt x="1278" y="1278"/>
                  </a:moveTo>
                  <a:cubicBezTo>
                    <a:pt x="1216" y="1333"/>
                    <a:pt x="1216" y="1333"/>
                    <a:pt x="1216" y="1333"/>
                  </a:cubicBezTo>
                  <a:cubicBezTo>
                    <a:pt x="1193" y="1307"/>
                    <a:pt x="1193" y="1307"/>
                    <a:pt x="1193" y="1307"/>
                  </a:cubicBezTo>
                  <a:cubicBezTo>
                    <a:pt x="1255" y="1252"/>
                    <a:pt x="1255" y="1252"/>
                    <a:pt x="1255" y="1252"/>
                  </a:cubicBezTo>
                  <a:lnTo>
                    <a:pt x="1278" y="1278"/>
                  </a:lnTo>
                  <a:close/>
                  <a:moveTo>
                    <a:pt x="1417" y="1491"/>
                  </a:moveTo>
                  <a:cubicBezTo>
                    <a:pt x="1319" y="1474"/>
                    <a:pt x="1319" y="1474"/>
                    <a:pt x="1319" y="1474"/>
                  </a:cubicBezTo>
                  <a:cubicBezTo>
                    <a:pt x="1316" y="1418"/>
                    <a:pt x="1316" y="1418"/>
                    <a:pt x="1316" y="1418"/>
                  </a:cubicBezTo>
                  <a:cubicBezTo>
                    <a:pt x="1355" y="1383"/>
                    <a:pt x="1355" y="1383"/>
                    <a:pt x="1355" y="1383"/>
                  </a:cubicBezTo>
                  <a:cubicBezTo>
                    <a:pt x="1411" y="1393"/>
                    <a:pt x="1411" y="1393"/>
                    <a:pt x="1411" y="1393"/>
                  </a:cubicBezTo>
                  <a:lnTo>
                    <a:pt x="1417" y="1491"/>
                  </a:lnTo>
                  <a:close/>
                  <a:moveTo>
                    <a:pt x="1273" y="1396"/>
                  </a:moveTo>
                  <a:cubicBezTo>
                    <a:pt x="1246" y="1367"/>
                    <a:pt x="1246" y="1367"/>
                    <a:pt x="1246" y="1367"/>
                  </a:cubicBezTo>
                  <a:cubicBezTo>
                    <a:pt x="1308" y="1312"/>
                    <a:pt x="1308" y="1312"/>
                    <a:pt x="1308" y="1312"/>
                  </a:cubicBezTo>
                  <a:cubicBezTo>
                    <a:pt x="1334" y="1341"/>
                    <a:pt x="1334" y="1341"/>
                    <a:pt x="1334" y="1341"/>
                  </a:cubicBezTo>
                  <a:lnTo>
                    <a:pt x="1273" y="1396"/>
                  </a:lnTo>
                  <a:close/>
                  <a:moveTo>
                    <a:pt x="1162" y="1142"/>
                  </a:moveTo>
                  <a:cubicBezTo>
                    <a:pt x="1163" y="1146"/>
                    <a:pt x="1165" y="1150"/>
                    <a:pt x="1168" y="1154"/>
                  </a:cubicBezTo>
                  <a:cubicBezTo>
                    <a:pt x="1172" y="1159"/>
                    <a:pt x="1172" y="1159"/>
                    <a:pt x="1172" y="1159"/>
                  </a:cubicBezTo>
                  <a:cubicBezTo>
                    <a:pt x="1110" y="1213"/>
                    <a:pt x="1110" y="1213"/>
                    <a:pt x="1110" y="1213"/>
                  </a:cubicBezTo>
                  <a:cubicBezTo>
                    <a:pt x="1106" y="1208"/>
                    <a:pt x="1106" y="1208"/>
                    <a:pt x="1106" y="1208"/>
                  </a:cubicBezTo>
                  <a:cubicBezTo>
                    <a:pt x="1103" y="1205"/>
                    <a:pt x="1099" y="1203"/>
                    <a:pt x="1095" y="1202"/>
                  </a:cubicBezTo>
                  <a:cubicBezTo>
                    <a:pt x="1018" y="1181"/>
                    <a:pt x="1018" y="1181"/>
                    <a:pt x="1018" y="1181"/>
                  </a:cubicBezTo>
                  <a:cubicBezTo>
                    <a:pt x="1151" y="1063"/>
                    <a:pt x="1151" y="1063"/>
                    <a:pt x="1151" y="1063"/>
                  </a:cubicBezTo>
                  <a:lnTo>
                    <a:pt x="1162" y="1142"/>
                  </a:lnTo>
                  <a:close/>
                  <a:moveTo>
                    <a:pt x="1187" y="897"/>
                  </a:moveTo>
                  <a:cubicBezTo>
                    <a:pt x="1192" y="892"/>
                    <a:pt x="1199" y="890"/>
                    <a:pt x="1205" y="890"/>
                  </a:cubicBezTo>
                  <a:cubicBezTo>
                    <a:pt x="1212" y="890"/>
                    <a:pt x="1220" y="893"/>
                    <a:pt x="1225" y="899"/>
                  </a:cubicBezTo>
                  <a:cubicBezTo>
                    <a:pt x="1267" y="945"/>
                    <a:pt x="1267" y="945"/>
                    <a:pt x="1267" y="945"/>
                  </a:cubicBezTo>
                  <a:cubicBezTo>
                    <a:pt x="1227" y="944"/>
                    <a:pt x="1227" y="944"/>
                    <a:pt x="1227" y="944"/>
                  </a:cubicBezTo>
                  <a:cubicBezTo>
                    <a:pt x="1221" y="944"/>
                    <a:pt x="1215" y="946"/>
                    <a:pt x="1211" y="950"/>
                  </a:cubicBezTo>
                  <a:cubicBezTo>
                    <a:pt x="932" y="1198"/>
                    <a:pt x="932" y="1198"/>
                    <a:pt x="932" y="1198"/>
                  </a:cubicBezTo>
                  <a:cubicBezTo>
                    <a:pt x="927" y="1201"/>
                    <a:pt x="925" y="1207"/>
                    <a:pt x="924" y="1212"/>
                  </a:cubicBezTo>
                  <a:cubicBezTo>
                    <a:pt x="920" y="1255"/>
                    <a:pt x="920" y="1255"/>
                    <a:pt x="920" y="1255"/>
                  </a:cubicBezTo>
                  <a:cubicBezTo>
                    <a:pt x="878" y="1207"/>
                    <a:pt x="878" y="1207"/>
                    <a:pt x="878" y="1207"/>
                  </a:cubicBezTo>
                  <a:cubicBezTo>
                    <a:pt x="873" y="1202"/>
                    <a:pt x="871" y="1195"/>
                    <a:pt x="871" y="1188"/>
                  </a:cubicBezTo>
                  <a:cubicBezTo>
                    <a:pt x="871" y="1180"/>
                    <a:pt x="875" y="1174"/>
                    <a:pt x="880" y="1169"/>
                  </a:cubicBezTo>
                  <a:lnTo>
                    <a:pt x="1187" y="897"/>
                  </a:lnTo>
                  <a:close/>
                  <a:moveTo>
                    <a:pt x="1043" y="963"/>
                  </a:moveTo>
                  <a:cubicBezTo>
                    <a:pt x="1006" y="995"/>
                    <a:pt x="1006" y="995"/>
                    <a:pt x="1006" y="995"/>
                  </a:cubicBezTo>
                  <a:cubicBezTo>
                    <a:pt x="866" y="838"/>
                    <a:pt x="866" y="838"/>
                    <a:pt x="866" y="838"/>
                  </a:cubicBezTo>
                  <a:cubicBezTo>
                    <a:pt x="903" y="805"/>
                    <a:pt x="903" y="805"/>
                    <a:pt x="903" y="805"/>
                  </a:cubicBezTo>
                  <a:lnTo>
                    <a:pt x="1043" y="963"/>
                  </a:lnTo>
                  <a:close/>
                  <a:moveTo>
                    <a:pt x="1426" y="519"/>
                  </a:moveTo>
                  <a:cubicBezTo>
                    <a:pt x="1181" y="433"/>
                    <a:pt x="1181" y="433"/>
                    <a:pt x="1181" y="433"/>
                  </a:cubicBezTo>
                  <a:cubicBezTo>
                    <a:pt x="1270" y="350"/>
                    <a:pt x="1270" y="350"/>
                    <a:pt x="1270" y="350"/>
                  </a:cubicBezTo>
                  <a:cubicBezTo>
                    <a:pt x="1279" y="342"/>
                    <a:pt x="1280" y="327"/>
                    <a:pt x="1271" y="318"/>
                  </a:cubicBezTo>
                  <a:cubicBezTo>
                    <a:pt x="1263" y="309"/>
                    <a:pt x="1249" y="309"/>
                    <a:pt x="1240" y="317"/>
                  </a:cubicBezTo>
                  <a:cubicBezTo>
                    <a:pt x="1151" y="399"/>
                    <a:pt x="1151" y="399"/>
                    <a:pt x="1151" y="399"/>
                  </a:cubicBezTo>
                  <a:cubicBezTo>
                    <a:pt x="1090" y="146"/>
                    <a:pt x="1090" y="146"/>
                    <a:pt x="1090" y="146"/>
                  </a:cubicBezTo>
                  <a:cubicBezTo>
                    <a:pt x="1488" y="130"/>
                    <a:pt x="1488" y="130"/>
                    <a:pt x="1488" y="130"/>
                  </a:cubicBezTo>
                  <a:lnTo>
                    <a:pt x="1426" y="519"/>
                  </a:lnTo>
                  <a:close/>
                  <a:moveTo>
                    <a:pt x="1426" y="519"/>
                  </a:moveTo>
                  <a:cubicBezTo>
                    <a:pt x="1426" y="519"/>
                    <a:pt x="1426" y="519"/>
                    <a:pt x="1426" y="519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25"/>
            <p:cNvSpPr/>
            <p:nvPr/>
          </p:nvSpPr>
          <p:spPr>
            <a:xfrm>
              <a:off x="3134098" y="4500132"/>
              <a:ext cx="42422" cy="37431"/>
            </a:xfrm>
            <a:custGeom>
              <a:avLst/>
              <a:gdLst/>
              <a:ahLst/>
              <a:cxnLst/>
              <a:rect l="l" t="t" r="r" b="b"/>
              <a:pathLst>
                <a:path w="119" h="105" extrusionOk="0">
                  <a:moveTo>
                    <a:pt x="25" y="105"/>
                  </a:moveTo>
                  <a:cubicBezTo>
                    <a:pt x="30" y="105"/>
                    <a:pt x="35" y="103"/>
                    <a:pt x="39" y="100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18" y="34"/>
                    <a:pt x="119" y="20"/>
                    <a:pt x="111" y="10"/>
                  </a:cubicBezTo>
                  <a:cubicBezTo>
                    <a:pt x="103" y="1"/>
                    <a:pt x="89" y="0"/>
                    <a:pt x="79" y="8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" y="73"/>
                    <a:pt x="0" y="87"/>
                    <a:pt x="8" y="97"/>
                  </a:cubicBezTo>
                  <a:cubicBezTo>
                    <a:pt x="12" y="102"/>
                    <a:pt x="18" y="105"/>
                    <a:pt x="25" y="105"/>
                  </a:cubicBezTo>
                  <a:close/>
                  <a:moveTo>
                    <a:pt x="25" y="105"/>
                  </a:moveTo>
                  <a:cubicBezTo>
                    <a:pt x="25" y="105"/>
                    <a:pt x="25" y="105"/>
                    <a:pt x="25" y="10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25"/>
            <p:cNvSpPr/>
            <p:nvPr/>
          </p:nvSpPr>
          <p:spPr>
            <a:xfrm>
              <a:off x="2744638" y="4475891"/>
              <a:ext cx="38500" cy="41709"/>
            </a:xfrm>
            <a:custGeom>
              <a:avLst/>
              <a:gdLst/>
              <a:ahLst/>
              <a:cxnLst/>
              <a:rect l="l" t="t" r="r" b="b"/>
              <a:pathLst>
                <a:path w="108" h="117" extrusionOk="0">
                  <a:moveTo>
                    <a:pt x="8" y="40"/>
                  </a:moveTo>
                  <a:cubicBezTo>
                    <a:pt x="65" y="109"/>
                    <a:pt x="65" y="109"/>
                    <a:pt x="65" y="109"/>
                  </a:cubicBezTo>
                  <a:cubicBezTo>
                    <a:pt x="69" y="114"/>
                    <a:pt x="76" y="117"/>
                    <a:pt x="82" y="117"/>
                  </a:cubicBezTo>
                  <a:cubicBezTo>
                    <a:pt x="87" y="117"/>
                    <a:pt x="93" y="115"/>
                    <a:pt x="97" y="112"/>
                  </a:cubicBezTo>
                  <a:cubicBezTo>
                    <a:pt x="106" y="104"/>
                    <a:pt x="108" y="90"/>
                    <a:pt x="100" y="80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34" y="2"/>
                    <a:pt x="20" y="0"/>
                    <a:pt x="11" y="8"/>
                  </a:cubicBezTo>
                  <a:cubicBezTo>
                    <a:pt x="1" y="16"/>
                    <a:pt x="0" y="30"/>
                    <a:pt x="8" y="40"/>
                  </a:cubicBezTo>
                  <a:close/>
                  <a:moveTo>
                    <a:pt x="8" y="40"/>
                  </a:moveTo>
                  <a:cubicBezTo>
                    <a:pt x="8" y="40"/>
                    <a:pt x="8" y="40"/>
                    <a:pt x="8" y="4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2" name="Google Shape;692;p25"/>
          <p:cNvGrpSpPr/>
          <p:nvPr/>
        </p:nvGrpSpPr>
        <p:grpSpPr>
          <a:xfrm>
            <a:off x="7702419" y="2365675"/>
            <a:ext cx="308306" cy="412148"/>
            <a:chOff x="7068243" y="1690907"/>
            <a:chExt cx="474026" cy="633684"/>
          </a:xfrm>
        </p:grpSpPr>
        <p:sp>
          <p:nvSpPr>
            <p:cNvPr id="693" name="Google Shape;693;p25"/>
            <p:cNvSpPr/>
            <p:nvPr/>
          </p:nvSpPr>
          <p:spPr>
            <a:xfrm>
              <a:off x="7088870" y="1700395"/>
              <a:ext cx="214941" cy="278475"/>
            </a:xfrm>
            <a:custGeom>
              <a:avLst/>
              <a:gdLst/>
              <a:ahLst/>
              <a:cxnLst/>
              <a:rect l="l" t="t" r="r" b="b"/>
              <a:pathLst>
                <a:path w="521" h="675" extrusionOk="0">
                  <a:moveTo>
                    <a:pt x="391" y="165"/>
                  </a:moveTo>
                  <a:cubicBezTo>
                    <a:pt x="267" y="165"/>
                    <a:pt x="151" y="103"/>
                    <a:pt x="83" y="0"/>
                  </a:cubicBezTo>
                  <a:cubicBezTo>
                    <a:pt x="28" y="115"/>
                    <a:pt x="0" y="230"/>
                    <a:pt x="0" y="343"/>
                  </a:cubicBezTo>
                  <a:cubicBezTo>
                    <a:pt x="0" y="455"/>
                    <a:pt x="27" y="565"/>
                    <a:pt x="83" y="675"/>
                  </a:cubicBezTo>
                  <a:cubicBezTo>
                    <a:pt x="153" y="582"/>
                    <a:pt x="263" y="528"/>
                    <a:pt x="379" y="528"/>
                  </a:cubicBezTo>
                  <a:cubicBezTo>
                    <a:pt x="521" y="528"/>
                    <a:pt x="521" y="528"/>
                    <a:pt x="521" y="528"/>
                  </a:cubicBezTo>
                  <a:cubicBezTo>
                    <a:pt x="521" y="165"/>
                    <a:pt x="521" y="165"/>
                    <a:pt x="521" y="165"/>
                  </a:cubicBezTo>
                  <a:lnTo>
                    <a:pt x="391" y="165"/>
                  </a:lnTo>
                  <a:close/>
                  <a:moveTo>
                    <a:pt x="391" y="165"/>
                  </a:moveTo>
                  <a:cubicBezTo>
                    <a:pt x="391" y="165"/>
                    <a:pt x="391" y="165"/>
                    <a:pt x="391" y="165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7352080" y="1737525"/>
              <a:ext cx="180699" cy="210403"/>
            </a:xfrm>
            <a:custGeom>
              <a:avLst/>
              <a:gdLst/>
              <a:ahLst/>
              <a:cxnLst/>
              <a:rect l="l" t="t" r="r" b="b"/>
              <a:pathLst>
                <a:path w="438" h="510" extrusionOk="0">
                  <a:moveTo>
                    <a:pt x="363" y="0"/>
                  </a:moveTo>
                  <a:cubicBezTo>
                    <a:pt x="355" y="7"/>
                    <a:pt x="355" y="7"/>
                    <a:pt x="355" y="7"/>
                  </a:cubicBezTo>
                  <a:cubicBezTo>
                    <a:pt x="318" y="42"/>
                    <a:pt x="318" y="42"/>
                    <a:pt x="318" y="42"/>
                  </a:cubicBezTo>
                  <a:cubicBezTo>
                    <a:pt x="296" y="63"/>
                    <a:pt x="267" y="75"/>
                    <a:pt x="237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432"/>
                    <a:pt x="0" y="432"/>
                    <a:pt x="0" y="432"/>
                  </a:cubicBezTo>
                  <a:cubicBezTo>
                    <a:pt x="239" y="432"/>
                    <a:pt x="239" y="432"/>
                    <a:pt x="239" y="432"/>
                  </a:cubicBezTo>
                  <a:cubicBezTo>
                    <a:pt x="272" y="432"/>
                    <a:pt x="303" y="445"/>
                    <a:pt x="325" y="469"/>
                  </a:cubicBezTo>
                  <a:cubicBezTo>
                    <a:pt x="363" y="510"/>
                    <a:pt x="363" y="510"/>
                    <a:pt x="363" y="510"/>
                  </a:cubicBezTo>
                  <a:cubicBezTo>
                    <a:pt x="438" y="340"/>
                    <a:pt x="438" y="170"/>
                    <a:pt x="363" y="0"/>
                  </a:cubicBezTo>
                  <a:close/>
                  <a:moveTo>
                    <a:pt x="363" y="0"/>
                  </a:moveTo>
                  <a:cubicBezTo>
                    <a:pt x="363" y="0"/>
                    <a:pt x="363" y="0"/>
                    <a:pt x="363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7301336" y="2123677"/>
              <a:ext cx="101076" cy="191838"/>
            </a:xfrm>
            <a:custGeom>
              <a:avLst/>
              <a:gdLst/>
              <a:ahLst/>
              <a:cxnLst/>
              <a:rect l="l" t="t" r="r" b="b"/>
              <a:pathLst>
                <a:path w="245" h="465" extrusionOk="0">
                  <a:moveTo>
                    <a:pt x="231" y="415"/>
                  </a:moveTo>
                  <a:cubicBezTo>
                    <a:pt x="138" y="276"/>
                    <a:pt x="138" y="276"/>
                    <a:pt x="138" y="276"/>
                  </a:cubicBezTo>
                  <a:cubicBezTo>
                    <a:pt x="138" y="275"/>
                    <a:pt x="138" y="275"/>
                    <a:pt x="138" y="275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6"/>
                    <a:pt x="0" y="286"/>
                    <a:pt x="0" y="286"/>
                  </a:cubicBezTo>
                  <a:cubicBezTo>
                    <a:pt x="17" y="366"/>
                    <a:pt x="17" y="366"/>
                    <a:pt x="17" y="366"/>
                  </a:cubicBezTo>
                  <a:cubicBezTo>
                    <a:pt x="36" y="452"/>
                    <a:pt x="36" y="452"/>
                    <a:pt x="36" y="452"/>
                  </a:cubicBezTo>
                  <a:cubicBezTo>
                    <a:pt x="37" y="456"/>
                    <a:pt x="39" y="459"/>
                    <a:pt x="41" y="461"/>
                  </a:cubicBezTo>
                  <a:cubicBezTo>
                    <a:pt x="44" y="463"/>
                    <a:pt x="48" y="465"/>
                    <a:pt x="52" y="465"/>
                  </a:cubicBezTo>
                  <a:cubicBezTo>
                    <a:pt x="204" y="465"/>
                    <a:pt x="204" y="465"/>
                    <a:pt x="204" y="465"/>
                  </a:cubicBezTo>
                  <a:cubicBezTo>
                    <a:pt x="229" y="465"/>
                    <a:pt x="245" y="436"/>
                    <a:pt x="231" y="415"/>
                  </a:cubicBezTo>
                  <a:close/>
                  <a:moveTo>
                    <a:pt x="231" y="415"/>
                  </a:moveTo>
                  <a:cubicBezTo>
                    <a:pt x="231" y="415"/>
                    <a:pt x="231" y="415"/>
                    <a:pt x="231" y="415"/>
                  </a:cubicBezTo>
                </a:path>
              </a:pathLst>
            </a:cu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361982" y="2082834"/>
              <a:ext cx="67659" cy="53220"/>
            </a:xfrm>
            <a:custGeom>
              <a:avLst/>
              <a:gdLst/>
              <a:ahLst/>
              <a:cxnLst/>
              <a:rect l="l" t="t" r="r" b="b"/>
              <a:pathLst>
                <a:path w="164" h="129" extrusionOk="0">
                  <a:moveTo>
                    <a:pt x="151" y="0"/>
                  </a:moveTo>
                  <a:cubicBezTo>
                    <a:pt x="159" y="0"/>
                    <a:pt x="164" y="9"/>
                    <a:pt x="159" y="16"/>
                  </a:cubicBezTo>
                  <a:cubicBezTo>
                    <a:pt x="123" y="64"/>
                    <a:pt x="123" y="64"/>
                    <a:pt x="123" y="64"/>
                  </a:cubicBezTo>
                  <a:cubicBezTo>
                    <a:pt x="159" y="113"/>
                    <a:pt x="159" y="113"/>
                    <a:pt x="159" y="113"/>
                  </a:cubicBezTo>
                  <a:cubicBezTo>
                    <a:pt x="164" y="119"/>
                    <a:pt x="159" y="129"/>
                    <a:pt x="151" y="129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51" y="0"/>
                  </a:lnTo>
                  <a:close/>
                  <a:moveTo>
                    <a:pt x="151" y="0"/>
                  </a:moveTo>
                  <a:cubicBezTo>
                    <a:pt x="151" y="0"/>
                    <a:pt x="151" y="0"/>
                    <a:pt x="151" y="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7301336" y="1885220"/>
              <a:ext cx="57000" cy="230700"/>
            </a:xfrm>
            <a:prstGeom prst="rect">
              <a:avLst/>
            </a:pr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7284009" y="1700395"/>
              <a:ext cx="96538" cy="84574"/>
            </a:xfrm>
            <a:custGeom>
              <a:avLst/>
              <a:gdLst/>
              <a:ahLst/>
              <a:cxnLst/>
              <a:rect l="l" t="t" r="r" b="b"/>
              <a:pathLst>
                <a:path w="234" h="205" extrusionOk="0">
                  <a:moveTo>
                    <a:pt x="189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32" y="0"/>
                    <a:pt x="21" y="5"/>
                    <a:pt x="13" y="13"/>
                  </a:cubicBezTo>
                  <a:cubicBezTo>
                    <a:pt x="5" y="21"/>
                    <a:pt x="0" y="32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49" y="90"/>
                    <a:pt x="49" y="90"/>
                    <a:pt x="49" y="90"/>
                  </a:cubicBezTo>
                  <a:cubicBezTo>
                    <a:pt x="49" y="205"/>
                    <a:pt x="49" y="205"/>
                    <a:pt x="49" y="205"/>
                  </a:cubicBezTo>
                  <a:cubicBezTo>
                    <a:pt x="180" y="205"/>
                    <a:pt x="180" y="205"/>
                    <a:pt x="180" y="205"/>
                  </a:cubicBezTo>
                  <a:cubicBezTo>
                    <a:pt x="180" y="90"/>
                    <a:pt x="180" y="90"/>
                    <a:pt x="180" y="90"/>
                  </a:cubicBezTo>
                  <a:cubicBezTo>
                    <a:pt x="189" y="90"/>
                    <a:pt x="189" y="90"/>
                    <a:pt x="189" y="90"/>
                  </a:cubicBezTo>
                  <a:cubicBezTo>
                    <a:pt x="201" y="90"/>
                    <a:pt x="213" y="85"/>
                    <a:pt x="221" y="76"/>
                  </a:cubicBezTo>
                  <a:cubicBezTo>
                    <a:pt x="229" y="68"/>
                    <a:pt x="234" y="57"/>
                    <a:pt x="234" y="45"/>
                  </a:cubicBezTo>
                  <a:cubicBezTo>
                    <a:pt x="234" y="20"/>
                    <a:pt x="214" y="0"/>
                    <a:pt x="189" y="0"/>
                  </a:cubicBezTo>
                  <a:close/>
                  <a:moveTo>
                    <a:pt x="189" y="0"/>
                  </a:moveTo>
                  <a:cubicBezTo>
                    <a:pt x="189" y="0"/>
                    <a:pt x="189" y="0"/>
                    <a:pt x="189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7284009" y="1700395"/>
              <a:ext cx="47856" cy="84574"/>
            </a:xfrm>
            <a:custGeom>
              <a:avLst/>
              <a:gdLst/>
              <a:ahLst/>
              <a:cxnLst/>
              <a:rect l="l" t="t" r="r" b="b"/>
              <a:pathLst>
                <a:path w="116" h="205" extrusionOk="0">
                  <a:moveTo>
                    <a:pt x="112" y="90"/>
                  </a:moveTo>
                  <a:cubicBezTo>
                    <a:pt x="87" y="90"/>
                    <a:pt x="67" y="70"/>
                    <a:pt x="67" y="45"/>
                  </a:cubicBezTo>
                  <a:cubicBezTo>
                    <a:pt x="67" y="32"/>
                    <a:pt x="72" y="21"/>
                    <a:pt x="81" y="13"/>
                  </a:cubicBezTo>
                  <a:cubicBezTo>
                    <a:pt x="89" y="5"/>
                    <a:pt x="100" y="0"/>
                    <a:pt x="112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2" y="0"/>
                    <a:pt x="21" y="5"/>
                    <a:pt x="13" y="13"/>
                  </a:cubicBezTo>
                  <a:cubicBezTo>
                    <a:pt x="5" y="21"/>
                    <a:pt x="0" y="32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49" y="90"/>
                    <a:pt x="49" y="90"/>
                    <a:pt x="49" y="90"/>
                  </a:cubicBezTo>
                  <a:cubicBezTo>
                    <a:pt x="49" y="205"/>
                    <a:pt x="49" y="205"/>
                    <a:pt x="49" y="205"/>
                  </a:cubicBezTo>
                  <a:cubicBezTo>
                    <a:pt x="116" y="205"/>
                    <a:pt x="116" y="205"/>
                    <a:pt x="116" y="205"/>
                  </a:cubicBezTo>
                  <a:cubicBezTo>
                    <a:pt x="116" y="90"/>
                    <a:pt x="116" y="90"/>
                    <a:pt x="116" y="90"/>
                  </a:cubicBezTo>
                  <a:lnTo>
                    <a:pt x="112" y="90"/>
                  </a:lnTo>
                  <a:close/>
                  <a:moveTo>
                    <a:pt x="112" y="90"/>
                  </a:moveTo>
                  <a:cubicBezTo>
                    <a:pt x="112" y="90"/>
                    <a:pt x="112" y="90"/>
                    <a:pt x="112" y="90"/>
                  </a:cubicBezTo>
                </a:path>
              </a:pathLst>
            </a:custGeom>
            <a:solidFill>
              <a:srgbClr val="F7C8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7293910" y="2074170"/>
              <a:ext cx="77973" cy="70547"/>
            </a:xfrm>
            <a:custGeom>
              <a:avLst/>
              <a:gdLst/>
              <a:ahLst/>
              <a:cxnLst/>
              <a:rect l="l" t="t" r="r" b="b"/>
              <a:pathLst>
                <a:path w="189" h="171" extrusionOk="0">
                  <a:moveTo>
                    <a:pt x="189" y="23"/>
                  </a:moveTo>
                  <a:cubicBezTo>
                    <a:pt x="189" y="148"/>
                    <a:pt x="189" y="148"/>
                    <a:pt x="189" y="148"/>
                  </a:cubicBezTo>
                  <a:cubicBezTo>
                    <a:pt x="189" y="160"/>
                    <a:pt x="179" y="171"/>
                    <a:pt x="166" y="171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10" y="171"/>
                    <a:pt x="0" y="160"/>
                    <a:pt x="0" y="148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166" y="0"/>
                    <a:pt x="166" y="0"/>
                    <a:pt x="166" y="0"/>
                  </a:cubicBezTo>
                  <a:cubicBezTo>
                    <a:pt x="179" y="0"/>
                    <a:pt x="189" y="10"/>
                    <a:pt x="189" y="23"/>
                  </a:cubicBezTo>
                  <a:close/>
                  <a:moveTo>
                    <a:pt x="189" y="23"/>
                  </a:moveTo>
                  <a:cubicBezTo>
                    <a:pt x="189" y="23"/>
                    <a:pt x="189" y="23"/>
                    <a:pt x="189" y="23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7293910" y="1737525"/>
              <a:ext cx="71785" cy="189363"/>
            </a:xfrm>
            <a:custGeom>
              <a:avLst/>
              <a:gdLst/>
              <a:ahLst/>
              <a:cxnLst/>
              <a:rect l="l" t="t" r="r" b="b"/>
              <a:pathLst>
                <a:path w="174" h="459" extrusionOk="0">
                  <a:moveTo>
                    <a:pt x="174" y="11"/>
                  </a:moveTo>
                  <a:cubicBezTo>
                    <a:pt x="174" y="448"/>
                    <a:pt x="174" y="448"/>
                    <a:pt x="174" y="448"/>
                  </a:cubicBezTo>
                  <a:cubicBezTo>
                    <a:pt x="174" y="454"/>
                    <a:pt x="169" y="459"/>
                    <a:pt x="163" y="459"/>
                  </a:cubicBezTo>
                  <a:cubicBezTo>
                    <a:pt x="11" y="459"/>
                    <a:pt x="11" y="459"/>
                    <a:pt x="11" y="459"/>
                  </a:cubicBezTo>
                  <a:cubicBezTo>
                    <a:pt x="5" y="459"/>
                    <a:pt x="0" y="454"/>
                    <a:pt x="0" y="44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169" y="0"/>
                    <a:pt x="174" y="5"/>
                    <a:pt x="174" y="11"/>
                  </a:cubicBezTo>
                  <a:close/>
                  <a:moveTo>
                    <a:pt x="174" y="11"/>
                  </a:moveTo>
                  <a:cubicBezTo>
                    <a:pt x="174" y="11"/>
                    <a:pt x="174" y="11"/>
                    <a:pt x="174" y="11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308350" y="2237542"/>
              <a:ext cx="66009" cy="76323"/>
            </a:xfrm>
            <a:custGeom>
              <a:avLst/>
              <a:gdLst/>
              <a:ahLst/>
              <a:cxnLst/>
              <a:rect l="l" t="t" r="r" b="b"/>
              <a:pathLst>
                <a:path w="160" h="185" extrusionOk="0">
                  <a:moveTo>
                    <a:pt x="121" y="0"/>
                  </a:moveTo>
                  <a:cubicBezTo>
                    <a:pt x="160" y="58"/>
                    <a:pt x="160" y="58"/>
                    <a:pt x="160" y="58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2" y="183"/>
                    <a:pt x="20" y="180"/>
                    <a:pt x="19" y="176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121" y="0"/>
                    <a:pt x="121" y="0"/>
                    <a:pt x="121" y="0"/>
                  </a:cubicBezTo>
                  <a:close/>
                  <a:moveTo>
                    <a:pt x="121" y="0"/>
                  </a:moveTo>
                  <a:cubicBezTo>
                    <a:pt x="121" y="0"/>
                    <a:pt x="121" y="0"/>
                    <a:pt x="121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7301336" y="2178959"/>
              <a:ext cx="57000" cy="33300"/>
            </a:xfrm>
            <a:prstGeom prst="rect">
              <a:avLst/>
            </a:pr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7301336" y="2178959"/>
              <a:ext cx="57000" cy="33300"/>
            </a:xfrm>
            <a:prstGeom prst="rect">
              <a:avLst/>
            </a:pr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7068243" y="1690907"/>
              <a:ext cx="474026" cy="633684"/>
            </a:xfrm>
            <a:custGeom>
              <a:avLst/>
              <a:gdLst/>
              <a:ahLst/>
              <a:cxnLst/>
              <a:rect l="l" t="t" r="r" b="b"/>
              <a:pathLst>
                <a:path w="1149" h="1536" extrusionOk="0">
                  <a:moveTo>
                    <a:pt x="1070" y="635"/>
                  </a:moveTo>
                  <a:cubicBezTo>
                    <a:pt x="1070" y="634"/>
                    <a:pt x="1070" y="634"/>
                    <a:pt x="1070" y="634"/>
                  </a:cubicBezTo>
                  <a:cubicBezTo>
                    <a:pt x="1071" y="633"/>
                    <a:pt x="1071" y="633"/>
                    <a:pt x="1071" y="632"/>
                  </a:cubicBezTo>
                  <a:cubicBezTo>
                    <a:pt x="1071" y="632"/>
                    <a:pt x="1071" y="632"/>
                    <a:pt x="1071" y="632"/>
                  </a:cubicBezTo>
                  <a:cubicBezTo>
                    <a:pt x="1072" y="632"/>
                    <a:pt x="1072" y="632"/>
                    <a:pt x="1072" y="632"/>
                  </a:cubicBezTo>
                  <a:cubicBezTo>
                    <a:pt x="1072" y="632"/>
                    <a:pt x="1072" y="631"/>
                    <a:pt x="1072" y="631"/>
                  </a:cubicBezTo>
                  <a:cubicBezTo>
                    <a:pt x="1149" y="456"/>
                    <a:pt x="1149" y="279"/>
                    <a:pt x="1071" y="104"/>
                  </a:cubicBezTo>
                  <a:cubicBezTo>
                    <a:pt x="1069" y="97"/>
                    <a:pt x="1062" y="92"/>
                    <a:pt x="1055" y="91"/>
                  </a:cubicBezTo>
                  <a:cubicBezTo>
                    <a:pt x="1048" y="89"/>
                    <a:pt x="1041" y="91"/>
                    <a:pt x="1035" y="96"/>
                  </a:cubicBezTo>
                  <a:cubicBezTo>
                    <a:pt x="991" y="139"/>
                    <a:pt x="991" y="139"/>
                    <a:pt x="991" y="139"/>
                  </a:cubicBezTo>
                  <a:cubicBezTo>
                    <a:pt x="973" y="156"/>
                    <a:pt x="950" y="165"/>
                    <a:pt x="925" y="165"/>
                  </a:cubicBezTo>
                  <a:cubicBezTo>
                    <a:pt x="743" y="165"/>
                    <a:pt x="743" y="165"/>
                    <a:pt x="743" y="165"/>
                  </a:cubicBezTo>
                  <a:cubicBezTo>
                    <a:pt x="743" y="127"/>
                    <a:pt x="743" y="127"/>
                    <a:pt x="743" y="127"/>
                  </a:cubicBezTo>
                  <a:cubicBezTo>
                    <a:pt x="765" y="116"/>
                    <a:pt x="779" y="94"/>
                    <a:pt x="779" y="68"/>
                  </a:cubicBezTo>
                  <a:cubicBezTo>
                    <a:pt x="779" y="30"/>
                    <a:pt x="749" y="0"/>
                    <a:pt x="712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31" y="0"/>
                    <a:pt x="500" y="30"/>
                    <a:pt x="500" y="68"/>
                  </a:cubicBezTo>
                  <a:cubicBezTo>
                    <a:pt x="500" y="88"/>
                    <a:pt x="510" y="107"/>
                    <a:pt x="524" y="119"/>
                  </a:cubicBezTo>
                  <a:cubicBezTo>
                    <a:pt x="524" y="165"/>
                    <a:pt x="524" y="165"/>
                    <a:pt x="524" y="165"/>
                  </a:cubicBezTo>
                  <a:cubicBezTo>
                    <a:pt x="441" y="165"/>
                    <a:pt x="441" y="165"/>
                    <a:pt x="441" y="165"/>
                  </a:cubicBezTo>
                  <a:cubicBezTo>
                    <a:pt x="324" y="165"/>
                    <a:pt x="216" y="107"/>
                    <a:pt x="152" y="10"/>
                  </a:cubicBezTo>
                  <a:cubicBezTo>
                    <a:pt x="152" y="10"/>
                    <a:pt x="152" y="10"/>
                    <a:pt x="152" y="10"/>
                  </a:cubicBezTo>
                  <a:cubicBezTo>
                    <a:pt x="151" y="9"/>
                    <a:pt x="151" y="9"/>
                    <a:pt x="150" y="8"/>
                  </a:cubicBezTo>
                  <a:cubicBezTo>
                    <a:pt x="150" y="8"/>
                    <a:pt x="150" y="8"/>
                    <a:pt x="149" y="8"/>
                  </a:cubicBezTo>
                  <a:cubicBezTo>
                    <a:pt x="149" y="7"/>
                    <a:pt x="149" y="7"/>
                    <a:pt x="148" y="6"/>
                  </a:cubicBezTo>
                  <a:cubicBezTo>
                    <a:pt x="148" y="6"/>
                    <a:pt x="148" y="6"/>
                    <a:pt x="147" y="6"/>
                  </a:cubicBezTo>
                  <a:cubicBezTo>
                    <a:pt x="147" y="5"/>
                    <a:pt x="146" y="4"/>
                    <a:pt x="145" y="4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4" y="3"/>
                    <a:pt x="144" y="3"/>
                    <a:pt x="143" y="3"/>
                  </a:cubicBezTo>
                  <a:cubicBezTo>
                    <a:pt x="143" y="3"/>
                    <a:pt x="143" y="2"/>
                    <a:pt x="142" y="2"/>
                  </a:cubicBezTo>
                  <a:cubicBezTo>
                    <a:pt x="142" y="2"/>
                    <a:pt x="141" y="2"/>
                    <a:pt x="141" y="2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39" y="1"/>
                    <a:pt x="138" y="1"/>
                    <a:pt x="137" y="1"/>
                  </a:cubicBezTo>
                  <a:cubicBezTo>
                    <a:pt x="137" y="1"/>
                    <a:pt x="137" y="1"/>
                    <a:pt x="137" y="1"/>
                  </a:cubicBezTo>
                  <a:cubicBezTo>
                    <a:pt x="136" y="0"/>
                    <a:pt x="135" y="0"/>
                    <a:pt x="135" y="0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133" y="0"/>
                    <a:pt x="132" y="0"/>
                    <a:pt x="132" y="0"/>
                  </a:cubicBezTo>
                  <a:cubicBezTo>
                    <a:pt x="132" y="0"/>
                    <a:pt x="131" y="0"/>
                    <a:pt x="131" y="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30" y="0"/>
                    <a:pt x="129" y="0"/>
                    <a:pt x="129" y="1"/>
                  </a:cubicBezTo>
                  <a:cubicBezTo>
                    <a:pt x="129" y="1"/>
                    <a:pt x="128" y="1"/>
                    <a:pt x="128" y="1"/>
                  </a:cubicBezTo>
                  <a:cubicBezTo>
                    <a:pt x="128" y="1"/>
                    <a:pt x="128" y="1"/>
                    <a:pt x="128" y="1"/>
                  </a:cubicBezTo>
                  <a:cubicBezTo>
                    <a:pt x="127" y="1"/>
                    <a:pt x="126" y="1"/>
                    <a:pt x="126" y="1"/>
                  </a:cubicBezTo>
                  <a:cubicBezTo>
                    <a:pt x="126" y="1"/>
                    <a:pt x="125" y="2"/>
                    <a:pt x="125" y="2"/>
                  </a:cubicBezTo>
                  <a:cubicBezTo>
                    <a:pt x="124" y="2"/>
                    <a:pt x="124" y="2"/>
                    <a:pt x="123" y="2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22" y="3"/>
                    <a:pt x="121" y="4"/>
                    <a:pt x="120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19" y="5"/>
                    <a:pt x="119" y="5"/>
                    <a:pt x="118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7" y="7"/>
                    <a:pt x="117" y="7"/>
                    <a:pt x="116" y="8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5" y="9"/>
                    <a:pt x="115" y="10"/>
                    <a:pt x="114" y="10"/>
                  </a:cubicBezTo>
                  <a:cubicBezTo>
                    <a:pt x="114" y="10"/>
                    <a:pt x="114" y="11"/>
                    <a:pt x="114" y="11"/>
                  </a:cubicBezTo>
                  <a:cubicBezTo>
                    <a:pt x="113" y="11"/>
                    <a:pt x="113" y="12"/>
                    <a:pt x="113" y="13"/>
                  </a:cubicBezTo>
                  <a:cubicBezTo>
                    <a:pt x="113" y="13"/>
                    <a:pt x="113" y="13"/>
                    <a:pt x="113" y="13"/>
                  </a:cubicBezTo>
                  <a:cubicBezTo>
                    <a:pt x="0" y="251"/>
                    <a:pt x="0" y="485"/>
                    <a:pt x="113" y="708"/>
                  </a:cubicBezTo>
                  <a:cubicBezTo>
                    <a:pt x="113" y="708"/>
                    <a:pt x="113" y="708"/>
                    <a:pt x="113" y="708"/>
                  </a:cubicBezTo>
                  <a:cubicBezTo>
                    <a:pt x="113" y="709"/>
                    <a:pt x="114" y="709"/>
                    <a:pt x="114" y="710"/>
                  </a:cubicBezTo>
                  <a:cubicBezTo>
                    <a:pt x="114" y="710"/>
                    <a:pt x="114" y="711"/>
                    <a:pt x="115" y="711"/>
                  </a:cubicBezTo>
                  <a:cubicBezTo>
                    <a:pt x="115" y="711"/>
                    <a:pt x="115" y="712"/>
                    <a:pt x="116" y="712"/>
                  </a:cubicBezTo>
                  <a:cubicBezTo>
                    <a:pt x="116" y="712"/>
                    <a:pt x="116" y="713"/>
                    <a:pt x="116" y="713"/>
                  </a:cubicBezTo>
                  <a:cubicBezTo>
                    <a:pt x="117" y="713"/>
                    <a:pt x="117" y="714"/>
                    <a:pt x="118" y="714"/>
                  </a:cubicBezTo>
                  <a:cubicBezTo>
                    <a:pt x="118" y="714"/>
                    <a:pt x="118" y="715"/>
                    <a:pt x="118" y="715"/>
                  </a:cubicBezTo>
                  <a:cubicBezTo>
                    <a:pt x="119" y="715"/>
                    <a:pt x="119" y="716"/>
                    <a:pt x="120" y="716"/>
                  </a:cubicBezTo>
                  <a:cubicBezTo>
                    <a:pt x="120" y="716"/>
                    <a:pt x="120" y="716"/>
                    <a:pt x="120" y="716"/>
                  </a:cubicBezTo>
                  <a:cubicBezTo>
                    <a:pt x="121" y="717"/>
                    <a:pt x="122" y="717"/>
                    <a:pt x="122" y="718"/>
                  </a:cubicBezTo>
                  <a:cubicBezTo>
                    <a:pt x="123" y="718"/>
                    <a:pt x="123" y="718"/>
                    <a:pt x="123" y="718"/>
                  </a:cubicBezTo>
                  <a:cubicBezTo>
                    <a:pt x="124" y="718"/>
                    <a:pt x="124" y="718"/>
                    <a:pt x="125" y="719"/>
                  </a:cubicBezTo>
                  <a:cubicBezTo>
                    <a:pt x="125" y="719"/>
                    <a:pt x="125" y="719"/>
                    <a:pt x="126" y="719"/>
                  </a:cubicBezTo>
                  <a:cubicBezTo>
                    <a:pt x="126" y="719"/>
                    <a:pt x="127" y="719"/>
                    <a:pt x="128" y="720"/>
                  </a:cubicBezTo>
                  <a:cubicBezTo>
                    <a:pt x="128" y="720"/>
                    <a:pt x="128" y="720"/>
                    <a:pt x="128" y="720"/>
                  </a:cubicBezTo>
                  <a:cubicBezTo>
                    <a:pt x="128" y="720"/>
                    <a:pt x="128" y="720"/>
                    <a:pt x="128" y="720"/>
                  </a:cubicBezTo>
                  <a:cubicBezTo>
                    <a:pt x="129" y="720"/>
                    <a:pt x="130" y="720"/>
                    <a:pt x="131" y="720"/>
                  </a:cubicBezTo>
                  <a:cubicBezTo>
                    <a:pt x="131" y="720"/>
                    <a:pt x="131" y="720"/>
                    <a:pt x="131" y="720"/>
                  </a:cubicBezTo>
                  <a:cubicBezTo>
                    <a:pt x="131" y="720"/>
                    <a:pt x="132" y="720"/>
                    <a:pt x="132" y="720"/>
                  </a:cubicBezTo>
                  <a:cubicBezTo>
                    <a:pt x="133" y="720"/>
                    <a:pt x="133" y="720"/>
                    <a:pt x="133" y="720"/>
                  </a:cubicBezTo>
                  <a:cubicBezTo>
                    <a:pt x="133" y="720"/>
                    <a:pt x="133" y="720"/>
                    <a:pt x="133" y="720"/>
                  </a:cubicBezTo>
                  <a:cubicBezTo>
                    <a:pt x="134" y="720"/>
                    <a:pt x="135" y="720"/>
                    <a:pt x="136" y="720"/>
                  </a:cubicBezTo>
                  <a:cubicBezTo>
                    <a:pt x="137" y="720"/>
                    <a:pt x="137" y="720"/>
                    <a:pt x="137" y="720"/>
                  </a:cubicBezTo>
                  <a:cubicBezTo>
                    <a:pt x="138" y="720"/>
                    <a:pt x="139" y="719"/>
                    <a:pt x="140" y="719"/>
                  </a:cubicBezTo>
                  <a:cubicBezTo>
                    <a:pt x="140" y="719"/>
                    <a:pt x="140" y="719"/>
                    <a:pt x="140" y="719"/>
                  </a:cubicBezTo>
                  <a:cubicBezTo>
                    <a:pt x="142" y="718"/>
                    <a:pt x="143" y="718"/>
                    <a:pt x="143" y="717"/>
                  </a:cubicBezTo>
                  <a:cubicBezTo>
                    <a:pt x="144" y="717"/>
                    <a:pt x="144" y="717"/>
                    <a:pt x="144" y="717"/>
                  </a:cubicBezTo>
                  <a:cubicBezTo>
                    <a:pt x="145" y="717"/>
                    <a:pt x="146" y="716"/>
                    <a:pt x="147" y="715"/>
                  </a:cubicBezTo>
                  <a:cubicBezTo>
                    <a:pt x="147" y="715"/>
                    <a:pt x="147" y="715"/>
                    <a:pt x="147" y="715"/>
                  </a:cubicBezTo>
                  <a:cubicBezTo>
                    <a:pt x="148" y="714"/>
                    <a:pt x="149" y="714"/>
                    <a:pt x="149" y="713"/>
                  </a:cubicBezTo>
                  <a:cubicBezTo>
                    <a:pt x="150" y="713"/>
                    <a:pt x="150" y="712"/>
                    <a:pt x="150" y="712"/>
                  </a:cubicBezTo>
                  <a:cubicBezTo>
                    <a:pt x="150" y="712"/>
                    <a:pt x="151" y="712"/>
                    <a:pt x="151" y="711"/>
                  </a:cubicBezTo>
                  <a:cubicBezTo>
                    <a:pt x="216" y="625"/>
                    <a:pt x="321" y="573"/>
                    <a:pt x="429" y="573"/>
                  </a:cubicBezTo>
                  <a:cubicBezTo>
                    <a:pt x="524" y="573"/>
                    <a:pt x="524" y="573"/>
                    <a:pt x="524" y="573"/>
                  </a:cubicBezTo>
                  <a:cubicBezTo>
                    <a:pt x="525" y="583"/>
                    <a:pt x="533" y="592"/>
                    <a:pt x="542" y="594"/>
                  </a:cubicBezTo>
                  <a:cubicBezTo>
                    <a:pt x="542" y="916"/>
                    <a:pt x="542" y="916"/>
                    <a:pt x="542" y="916"/>
                  </a:cubicBezTo>
                  <a:cubicBezTo>
                    <a:pt x="531" y="924"/>
                    <a:pt x="524" y="937"/>
                    <a:pt x="524" y="952"/>
                  </a:cubicBezTo>
                  <a:cubicBezTo>
                    <a:pt x="524" y="1077"/>
                    <a:pt x="524" y="1077"/>
                    <a:pt x="524" y="1077"/>
                  </a:cubicBezTo>
                  <a:cubicBezTo>
                    <a:pt x="524" y="1091"/>
                    <a:pt x="531" y="1105"/>
                    <a:pt x="542" y="1113"/>
                  </a:cubicBezTo>
                  <a:cubicBezTo>
                    <a:pt x="542" y="1335"/>
                    <a:pt x="542" y="1335"/>
                    <a:pt x="542" y="1335"/>
                  </a:cubicBezTo>
                  <a:cubicBezTo>
                    <a:pt x="542" y="1337"/>
                    <a:pt x="543" y="1338"/>
                    <a:pt x="543" y="1340"/>
                  </a:cubicBezTo>
                  <a:cubicBezTo>
                    <a:pt x="579" y="1506"/>
                    <a:pt x="579" y="1506"/>
                    <a:pt x="579" y="1506"/>
                  </a:cubicBezTo>
                  <a:cubicBezTo>
                    <a:pt x="581" y="1514"/>
                    <a:pt x="585" y="1520"/>
                    <a:pt x="590" y="1525"/>
                  </a:cubicBezTo>
                  <a:cubicBezTo>
                    <a:pt x="590" y="1525"/>
                    <a:pt x="590" y="1525"/>
                    <a:pt x="590" y="1525"/>
                  </a:cubicBezTo>
                  <a:cubicBezTo>
                    <a:pt x="590" y="1525"/>
                    <a:pt x="590" y="1525"/>
                    <a:pt x="590" y="1525"/>
                  </a:cubicBezTo>
                  <a:cubicBezTo>
                    <a:pt x="590" y="1526"/>
                    <a:pt x="590" y="1526"/>
                    <a:pt x="590" y="1526"/>
                  </a:cubicBezTo>
                  <a:cubicBezTo>
                    <a:pt x="591" y="1527"/>
                    <a:pt x="593" y="1528"/>
                    <a:pt x="594" y="1529"/>
                  </a:cubicBezTo>
                  <a:cubicBezTo>
                    <a:pt x="600" y="1533"/>
                    <a:pt x="608" y="1536"/>
                    <a:pt x="617" y="1536"/>
                  </a:cubicBezTo>
                  <a:cubicBezTo>
                    <a:pt x="769" y="1536"/>
                    <a:pt x="769" y="1536"/>
                    <a:pt x="769" y="1536"/>
                  </a:cubicBezTo>
                  <a:cubicBezTo>
                    <a:pt x="789" y="1536"/>
                    <a:pt x="807" y="1525"/>
                    <a:pt x="817" y="1507"/>
                  </a:cubicBezTo>
                  <a:cubicBezTo>
                    <a:pt x="827" y="1489"/>
                    <a:pt x="826" y="1468"/>
                    <a:pt x="814" y="1451"/>
                  </a:cubicBezTo>
                  <a:cubicBezTo>
                    <a:pt x="725" y="1318"/>
                    <a:pt x="725" y="1318"/>
                    <a:pt x="725" y="1318"/>
                  </a:cubicBezTo>
                  <a:cubicBezTo>
                    <a:pt x="725" y="1120"/>
                    <a:pt x="725" y="1120"/>
                    <a:pt x="725" y="1120"/>
                  </a:cubicBezTo>
                  <a:cubicBezTo>
                    <a:pt x="736" y="1117"/>
                    <a:pt x="745" y="1110"/>
                    <a:pt x="751" y="1101"/>
                  </a:cubicBezTo>
                  <a:cubicBezTo>
                    <a:pt x="863" y="1101"/>
                    <a:pt x="863" y="1101"/>
                    <a:pt x="863" y="1101"/>
                  </a:cubicBezTo>
                  <a:cubicBezTo>
                    <a:pt x="875" y="1101"/>
                    <a:pt x="886" y="1094"/>
                    <a:pt x="892" y="1083"/>
                  </a:cubicBezTo>
                  <a:cubicBezTo>
                    <a:pt x="898" y="1072"/>
                    <a:pt x="896" y="1059"/>
                    <a:pt x="889" y="1049"/>
                  </a:cubicBezTo>
                  <a:cubicBezTo>
                    <a:pt x="863" y="1014"/>
                    <a:pt x="863" y="1014"/>
                    <a:pt x="863" y="1014"/>
                  </a:cubicBezTo>
                  <a:cubicBezTo>
                    <a:pt x="889" y="979"/>
                    <a:pt x="889" y="979"/>
                    <a:pt x="889" y="979"/>
                  </a:cubicBezTo>
                  <a:cubicBezTo>
                    <a:pt x="896" y="969"/>
                    <a:pt x="898" y="956"/>
                    <a:pt x="892" y="945"/>
                  </a:cubicBezTo>
                  <a:cubicBezTo>
                    <a:pt x="886" y="934"/>
                    <a:pt x="875" y="927"/>
                    <a:pt x="863" y="927"/>
                  </a:cubicBezTo>
                  <a:cubicBezTo>
                    <a:pt x="751" y="927"/>
                    <a:pt x="751" y="927"/>
                    <a:pt x="751" y="927"/>
                  </a:cubicBezTo>
                  <a:cubicBezTo>
                    <a:pt x="745" y="918"/>
                    <a:pt x="736" y="911"/>
                    <a:pt x="725" y="908"/>
                  </a:cubicBezTo>
                  <a:cubicBezTo>
                    <a:pt x="725" y="857"/>
                    <a:pt x="725" y="857"/>
                    <a:pt x="725" y="857"/>
                  </a:cubicBezTo>
                  <a:cubicBezTo>
                    <a:pt x="725" y="844"/>
                    <a:pt x="715" y="834"/>
                    <a:pt x="703" y="834"/>
                  </a:cubicBezTo>
                  <a:cubicBezTo>
                    <a:pt x="690" y="834"/>
                    <a:pt x="680" y="844"/>
                    <a:pt x="680" y="857"/>
                  </a:cubicBezTo>
                  <a:cubicBezTo>
                    <a:pt x="680" y="906"/>
                    <a:pt x="680" y="906"/>
                    <a:pt x="680" y="906"/>
                  </a:cubicBezTo>
                  <a:cubicBezTo>
                    <a:pt x="587" y="906"/>
                    <a:pt x="587" y="906"/>
                    <a:pt x="587" y="906"/>
                  </a:cubicBezTo>
                  <a:cubicBezTo>
                    <a:pt x="587" y="594"/>
                    <a:pt x="587" y="594"/>
                    <a:pt x="587" y="594"/>
                  </a:cubicBezTo>
                  <a:cubicBezTo>
                    <a:pt x="680" y="594"/>
                    <a:pt x="680" y="594"/>
                    <a:pt x="680" y="594"/>
                  </a:cubicBezTo>
                  <a:cubicBezTo>
                    <a:pt x="680" y="767"/>
                    <a:pt x="680" y="767"/>
                    <a:pt x="680" y="767"/>
                  </a:cubicBezTo>
                  <a:cubicBezTo>
                    <a:pt x="680" y="779"/>
                    <a:pt x="690" y="789"/>
                    <a:pt x="703" y="789"/>
                  </a:cubicBezTo>
                  <a:cubicBezTo>
                    <a:pt x="715" y="789"/>
                    <a:pt x="725" y="779"/>
                    <a:pt x="725" y="767"/>
                  </a:cubicBezTo>
                  <a:cubicBezTo>
                    <a:pt x="725" y="594"/>
                    <a:pt x="725" y="594"/>
                    <a:pt x="725" y="594"/>
                  </a:cubicBezTo>
                  <a:cubicBezTo>
                    <a:pt x="736" y="592"/>
                    <a:pt x="743" y="583"/>
                    <a:pt x="743" y="572"/>
                  </a:cubicBezTo>
                  <a:cubicBezTo>
                    <a:pt x="743" y="567"/>
                    <a:pt x="743" y="567"/>
                    <a:pt x="743" y="567"/>
                  </a:cubicBezTo>
                  <a:cubicBezTo>
                    <a:pt x="927" y="567"/>
                    <a:pt x="927" y="567"/>
                    <a:pt x="927" y="567"/>
                  </a:cubicBezTo>
                  <a:cubicBezTo>
                    <a:pt x="953" y="567"/>
                    <a:pt x="979" y="578"/>
                    <a:pt x="997" y="598"/>
                  </a:cubicBezTo>
                  <a:cubicBezTo>
                    <a:pt x="1034" y="638"/>
                    <a:pt x="1034" y="638"/>
                    <a:pt x="1034" y="638"/>
                  </a:cubicBezTo>
                  <a:cubicBezTo>
                    <a:pt x="1034" y="638"/>
                    <a:pt x="1035" y="638"/>
                    <a:pt x="1035" y="638"/>
                  </a:cubicBezTo>
                  <a:cubicBezTo>
                    <a:pt x="1035" y="638"/>
                    <a:pt x="1035" y="639"/>
                    <a:pt x="1035" y="639"/>
                  </a:cubicBezTo>
                  <a:cubicBezTo>
                    <a:pt x="1036" y="639"/>
                    <a:pt x="1037" y="640"/>
                    <a:pt x="1037" y="640"/>
                  </a:cubicBezTo>
                  <a:cubicBezTo>
                    <a:pt x="1037" y="641"/>
                    <a:pt x="1038" y="641"/>
                    <a:pt x="1038" y="641"/>
                  </a:cubicBezTo>
                  <a:cubicBezTo>
                    <a:pt x="1039" y="641"/>
                    <a:pt x="1039" y="642"/>
                    <a:pt x="1040" y="643"/>
                  </a:cubicBezTo>
                  <a:cubicBezTo>
                    <a:pt x="1041" y="643"/>
                    <a:pt x="1041" y="643"/>
                    <a:pt x="1041" y="643"/>
                  </a:cubicBezTo>
                  <a:cubicBezTo>
                    <a:pt x="1042" y="643"/>
                    <a:pt x="1043" y="644"/>
                    <a:pt x="1043" y="644"/>
                  </a:cubicBezTo>
                  <a:cubicBezTo>
                    <a:pt x="1044" y="644"/>
                    <a:pt x="1044" y="644"/>
                    <a:pt x="1044" y="644"/>
                  </a:cubicBezTo>
                  <a:cubicBezTo>
                    <a:pt x="1045" y="644"/>
                    <a:pt x="1046" y="645"/>
                    <a:pt x="1047" y="645"/>
                  </a:cubicBezTo>
                  <a:cubicBezTo>
                    <a:pt x="1047" y="645"/>
                    <a:pt x="1047" y="645"/>
                    <a:pt x="1048" y="645"/>
                  </a:cubicBezTo>
                  <a:cubicBezTo>
                    <a:pt x="1049" y="645"/>
                    <a:pt x="1050" y="645"/>
                    <a:pt x="1051" y="645"/>
                  </a:cubicBezTo>
                  <a:cubicBezTo>
                    <a:pt x="1051" y="645"/>
                    <a:pt x="1051" y="645"/>
                    <a:pt x="1051" y="645"/>
                  </a:cubicBezTo>
                  <a:cubicBezTo>
                    <a:pt x="1052" y="645"/>
                    <a:pt x="1053" y="645"/>
                    <a:pt x="1054" y="645"/>
                  </a:cubicBezTo>
                  <a:cubicBezTo>
                    <a:pt x="1054" y="645"/>
                    <a:pt x="1055" y="645"/>
                    <a:pt x="1055" y="645"/>
                  </a:cubicBezTo>
                  <a:cubicBezTo>
                    <a:pt x="1055" y="645"/>
                    <a:pt x="1056" y="645"/>
                    <a:pt x="1057" y="644"/>
                  </a:cubicBezTo>
                  <a:cubicBezTo>
                    <a:pt x="1057" y="644"/>
                    <a:pt x="1057" y="644"/>
                    <a:pt x="1057" y="644"/>
                  </a:cubicBezTo>
                  <a:cubicBezTo>
                    <a:pt x="1057" y="644"/>
                    <a:pt x="1057" y="644"/>
                    <a:pt x="1057" y="644"/>
                  </a:cubicBezTo>
                  <a:cubicBezTo>
                    <a:pt x="1057" y="644"/>
                    <a:pt x="1058" y="644"/>
                    <a:pt x="1058" y="644"/>
                  </a:cubicBezTo>
                  <a:cubicBezTo>
                    <a:pt x="1058" y="644"/>
                    <a:pt x="1059" y="644"/>
                    <a:pt x="1060" y="643"/>
                  </a:cubicBezTo>
                  <a:cubicBezTo>
                    <a:pt x="1060" y="643"/>
                    <a:pt x="1060" y="643"/>
                    <a:pt x="1060" y="643"/>
                  </a:cubicBezTo>
                  <a:cubicBezTo>
                    <a:pt x="1061" y="643"/>
                    <a:pt x="1062" y="642"/>
                    <a:pt x="1062" y="642"/>
                  </a:cubicBezTo>
                  <a:cubicBezTo>
                    <a:pt x="1062" y="642"/>
                    <a:pt x="1063" y="642"/>
                    <a:pt x="1063" y="642"/>
                  </a:cubicBezTo>
                  <a:cubicBezTo>
                    <a:pt x="1063" y="641"/>
                    <a:pt x="1064" y="641"/>
                    <a:pt x="1064" y="641"/>
                  </a:cubicBezTo>
                  <a:cubicBezTo>
                    <a:pt x="1065" y="641"/>
                    <a:pt x="1065" y="640"/>
                    <a:pt x="1065" y="640"/>
                  </a:cubicBezTo>
                  <a:cubicBezTo>
                    <a:pt x="1066" y="639"/>
                    <a:pt x="1067" y="638"/>
                    <a:pt x="1068" y="637"/>
                  </a:cubicBezTo>
                  <a:cubicBezTo>
                    <a:pt x="1069" y="637"/>
                    <a:pt x="1069" y="636"/>
                    <a:pt x="1069" y="636"/>
                  </a:cubicBezTo>
                  <a:cubicBezTo>
                    <a:pt x="1069" y="636"/>
                    <a:pt x="1070" y="635"/>
                    <a:pt x="1070" y="635"/>
                  </a:cubicBezTo>
                  <a:close/>
                  <a:moveTo>
                    <a:pt x="1085" y="368"/>
                  </a:moveTo>
                  <a:cubicBezTo>
                    <a:pt x="1085" y="429"/>
                    <a:pt x="1074" y="491"/>
                    <a:pt x="1054" y="553"/>
                  </a:cubicBezTo>
                  <a:cubicBezTo>
                    <a:pt x="1030" y="470"/>
                    <a:pt x="1030" y="470"/>
                    <a:pt x="1030" y="470"/>
                  </a:cubicBezTo>
                  <a:cubicBezTo>
                    <a:pt x="1043" y="401"/>
                    <a:pt x="1043" y="332"/>
                    <a:pt x="1029" y="263"/>
                  </a:cubicBezTo>
                  <a:cubicBezTo>
                    <a:pt x="1052" y="176"/>
                    <a:pt x="1052" y="176"/>
                    <a:pt x="1052" y="176"/>
                  </a:cubicBezTo>
                  <a:cubicBezTo>
                    <a:pt x="1074" y="240"/>
                    <a:pt x="1085" y="304"/>
                    <a:pt x="1085" y="368"/>
                  </a:cubicBezTo>
                  <a:close/>
                  <a:moveTo>
                    <a:pt x="634" y="303"/>
                  </a:moveTo>
                  <a:cubicBezTo>
                    <a:pt x="621" y="303"/>
                    <a:pt x="611" y="313"/>
                    <a:pt x="611" y="326"/>
                  </a:cubicBezTo>
                  <a:cubicBezTo>
                    <a:pt x="611" y="549"/>
                    <a:pt x="611" y="549"/>
                    <a:pt x="611" y="549"/>
                  </a:cubicBezTo>
                  <a:cubicBezTo>
                    <a:pt x="569" y="549"/>
                    <a:pt x="569" y="549"/>
                    <a:pt x="569" y="549"/>
                  </a:cubicBezTo>
                  <a:cubicBezTo>
                    <a:pt x="569" y="135"/>
                    <a:pt x="569" y="135"/>
                    <a:pt x="569" y="135"/>
                  </a:cubicBezTo>
                  <a:cubicBezTo>
                    <a:pt x="611" y="135"/>
                    <a:pt x="611" y="135"/>
                    <a:pt x="611" y="135"/>
                  </a:cubicBezTo>
                  <a:cubicBezTo>
                    <a:pt x="611" y="224"/>
                    <a:pt x="611" y="224"/>
                    <a:pt x="611" y="224"/>
                  </a:cubicBezTo>
                  <a:cubicBezTo>
                    <a:pt x="611" y="236"/>
                    <a:pt x="621" y="246"/>
                    <a:pt x="634" y="246"/>
                  </a:cubicBezTo>
                  <a:cubicBezTo>
                    <a:pt x="646" y="246"/>
                    <a:pt x="656" y="236"/>
                    <a:pt x="656" y="224"/>
                  </a:cubicBezTo>
                  <a:cubicBezTo>
                    <a:pt x="656" y="135"/>
                    <a:pt x="656" y="135"/>
                    <a:pt x="656" y="135"/>
                  </a:cubicBezTo>
                  <a:cubicBezTo>
                    <a:pt x="698" y="135"/>
                    <a:pt x="698" y="135"/>
                    <a:pt x="698" y="135"/>
                  </a:cubicBezTo>
                  <a:cubicBezTo>
                    <a:pt x="698" y="549"/>
                    <a:pt x="698" y="549"/>
                    <a:pt x="698" y="549"/>
                  </a:cubicBezTo>
                  <a:cubicBezTo>
                    <a:pt x="656" y="549"/>
                    <a:pt x="656" y="549"/>
                    <a:pt x="656" y="549"/>
                  </a:cubicBezTo>
                  <a:cubicBezTo>
                    <a:pt x="656" y="326"/>
                    <a:pt x="656" y="326"/>
                    <a:pt x="656" y="326"/>
                  </a:cubicBezTo>
                  <a:cubicBezTo>
                    <a:pt x="656" y="313"/>
                    <a:pt x="646" y="303"/>
                    <a:pt x="634" y="303"/>
                  </a:cubicBezTo>
                  <a:close/>
                  <a:moveTo>
                    <a:pt x="743" y="300"/>
                  </a:moveTo>
                  <a:cubicBezTo>
                    <a:pt x="925" y="300"/>
                    <a:pt x="925" y="300"/>
                    <a:pt x="925" y="300"/>
                  </a:cubicBezTo>
                  <a:cubicBezTo>
                    <a:pt x="947" y="300"/>
                    <a:pt x="968" y="297"/>
                    <a:pt x="989" y="291"/>
                  </a:cubicBezTo>
                  <a:cubicBezTo>
                    <a:pt x="997" y="341"/>
                    <a:pt x="997" y="391"/>
                    <a:pt x="989" y="441"/>
                  </a:cubicBezTo>
                  <a:cubicBezTo>
                    <a:pt x="969" y="435"/>
                    <a:pt x="948" y="432"/>
                    <a:pt x="927" y="432"/>
                  </a:cubicBezTo>
                  <a:cubicBezTo>
                    <a:pt x="743" y="432"/>
                    <a:pt x="743" y="432"/>
                    <a:pt x="743" y="432"/>
                  </a:cubicBezTo>
                  <a:lnTo>
                    <a:pt x="743" y="300"/>
                  </a:lnTo>
                  <a:close/>
                  <a:moveTo>
                    <a:pt x="925" y="210"/>
                  </a:moveTo>
                  <a:cubicBezTo>
                    <a:pt x="953" y="210"/>
                    <a:pt x="980" y="202"/>
                    <a:pt x="1002" y="187"/>
                  </a:cubicBezTo>
                  <a:cubicBezTo>
                    <a:pt x="987" y="244"/>
                    <a:pt x="987" y="244"/>
                    <a:pt x="987" y="244"/>
                  </a:cubicBezTo>
                  <a:cubicBezTo>
                    <a:pt x="967" y="252"/>
                    <a:pt x="946" y="255"/>
                    <a:pt x="925" y="255"/>
                  </a:cubicBezTo>
                  <a:cubicBezTo>
                    <a:pt x="743" y="255"/>
                    <a:pt x="743" y="255"/>
                    <a:pt x="743" y="255"/>
                  </a:cubicBezTo>
                  <a:cubicBezTo>
                    <a:pt x="743" y="210"/>
                    <a:pt x="743" y="210"/>
                    <a:pt x="743" y="210"/>
                  </a:cubicBezTo>
                  <a:lnTo>
                    <a:pt x="925" y="210"/>
                  </a:lnTo>
                  <a:close/>
                  <a:moveTo>
                    <a:pt x="568" y="45"/>
                  </a:moveTo>
                  <a:cubicBezTo>
                    <a:pt x="712" y="45"/>
                    <a:pt x="712" y="45"/>
                    <a:pt x="712" y="45"/>
                  </a:cubicBezTo>
                  <a:cubicBezTo>
                    <a:pt x="724" y="45"/>
                    <a:pt x="734" y="55"/>
                    <a:pt x="734" y="68"/>
                  </a:cubicBezTo>
                  <a:cubicBezTo>
                    <a:pt x="734" y="80"/>
                    <a:pt x="724" y="90"/>
                    <a:pt x="712" y="90"/>
                  </a:cubicBezTo>
                  <a:cubicBezTo>
                    <a:pt x="568" y="90"/>
                    <a:pt x="568" y="90"/>
                    <a:pt x="568" y="90"/>
                  </a:cubicBezTo>
                  <a:cubicBezTo>
                    <a:pt x="555" y="90"/>
                    <a:pt x="545" y="80"/>
                    <a:pt x="545" y="68"/>
                  </a:cubicBezTo>
                  <a:cubicBezTo>
                    <a:pt x="545" y="55"/>
                    <a:pt x="555" y="45"/>
                    <a:pt x="568" y="45"/>
                  </a:cubicBezTo>
                  <a:close/>
                  <a:moveTo>
                    <a:pt x="441" y="210"/>
                  </a:moveTo>
                  <a:cubicBezTo>
                    <a:pt x="524" y="210"/>
                    <a:pt x="524" y="210"/>
                    <a:pt x="524" y="210"/>
                  </a:cubicBezTo>
                  <a:cubicBezTo>
                    <a:pt x="524" y="255"/>
                    <a:pt x="524" y="255"/>
                    <a:pt x="524" y="255"/>
                  </a:cubicBezTo>
                  <a:cubicBezTo>
                    <a:pt x="441" y="255"/>
                    <a:pt x="441" y="255"/>
                    <a:pt x="441" y="255"/>
                  </a:cubicBezTo>
                  <a:cubicBezTo>
                    <a:pt x="437" y="255"/>
                    <a:pt x="433" y="255"/>
                    <a:pt x="430" y="255"/>
                  </a:cubicBezTo>
                  <a:cubicBezTo>
                    <a:pt x="417" y="255"/>
                    <a:pt x="407" y="265"/>
                    <a:pt x="407" y="277"/>
                  </a:cubicBezTo>
                  <a:cubicBezTo>
                    <a:pt x="406" y="289"/>
                    <a:pt x="416" y="300"/>
                    <a:pt x="429" y="300"/>
                  </a:cubicBezTo>
                  <a:cubicBezTo>
                    <a:pt x="433" y="300"/>
                    <a:pt x="437" y="300"/>
                    <a:pt x="441" y="300"/>
                  </a:cubicBezTo>
                  <a:cubicBezTo>
                    <a:pt x="524" y="300"/>
                    <a:pt x="524" y="300"/>
                    <a:pt x="524" y="300"/>
                  </a:cubicBezTo>
                  <a:cubicBezTo>
                    <a:pt x="524" y="438"/>
                    <a:pt x="524" y="438"/>
                    <a:pt x="524" y="438"/>
                  </a:cubicBezTo>
                  <a:cubicBezTo>
                    <a:pt x="429" y="438"/>
                    <a:pt x="429" y="438"/>
                    <a:pt x="429" y="438"/>
                  </a:cubicBezTo>
                  <a:cubicBezTo>
                    <a:pt x="341" y="438"/>
                    <a:pt x="256" y="462"/>
                    <a:pt x="180" y="507"/>
                  </a:cubicBezTo>
                  <a:cubicBezTo>
                    <a:pt x="157" y="414"/>
                    <a:pt x="157" y="321"/>
                    <a:pt x="180" y="224"/>
                  </a:cubicBezTo>
                  <a:cubicBezTo>
                    <a:pt x="227" y="254"/>
                    <a:pt x="279" y="276"/>
                    <a:pt x="334" y="288"/>
                  </a:cubicBezTo>
                  <a:cubicBezTo>
                    <a:pt x="346" y="291"/>
                    <a:pt x="358" y="283"/>
                    <a:pt x="361" y="271"/>
                  </a:cubicBezTo>
                  <a:cubicBezTo>
                    <a:pt x="364" y="259"/>
                    <a:pt x="356" y="247"/>
                    <a:pt x="344" y="244"/>
                  </a:cubicBezTo>
                  <a:cubicBezTo>
                    <a:pt x="286" y="231"/>
                    <a:pt x="233" y="207"/>
                    <a:pt x="185" y="173"/>
                  </a:cubicBezTo>
                  <a:cubicBezTo>
                    <a:pt x="172" y="103"/>
                    <a:pt x="172" y="103"/>
                    <a:pt x="172" y="103"/>
                  </a:cubicBezTo>
                  <a:cubicBezTo>
                    <a:pt x="244" y="171"/>
                    <a:pt x="339" y="210"/>
                    <a:pt x="441" y="210"/>
                  </a:cubicBezTo>
                  <a:close/>
                  <a:moveTo>
                    <a:pt x="125" y="99"/>
                  </a:moveTo>
                  <a:cubicBezTo>
                    <a:pt x="142" y="188"/>
                    <a:pt x="142" y="188"/>
                    <a:pt x="142" y="188"/>
                  </a:cubicBezTo>
                  <a:cubicBezTo>
                    <a:pt x="109" y="309"/>
                    <a:pt x="109" y="425"/>
                    <a:pt x="143" y="541"/>
                  </a:cubicBezTo>
                  <a:cubicBezTo>
                    <a:pt x="125" y="626"/>
                    <a:pt x="125" y="626"/>
                    <a:pt x="125" y="626"/>
                  </a:cubicBezTo>
                  <a:cubicBezTo>
                    <a:pt x="90" y="540"/>
                    <a:pt x="73" y="452"/>
                    <a:pt x="73" y="364"/>
                  </a:cubicBezTo>
                  <a:cubicBezTo>
                    <a:pt x="73" y="277"/>
                    <a:pt x="91" y="188"/>
                    <a:pt x="125" y="99"/>
                  </a:cubicBezTo>
                  <a:close/>
                  <a:moveTo>
                    <a:pt x="171" y="624"/>
                  </a:moveTo>
                  <a:cubicBezTo>
                    <a:pt x="186" y="557"/>
                    <a:pt x="186" y="557"/>
                    <a:pt x="186" y="557"/>
                  </a:cubicBezTo>
                  <a:cubicBezTo>
                    <a:pt x="258" y="509"/>
                    <a:pt x="342" y="483"/>
                    <a:pt x="429" y="483"/>
                  </a:cubicBezTo>
                  <a:cubicBezTo>
                    <a:pt x="524" y="483"/>
                    <a:pt x="524" y="483"/>
                    <a:pt x="524" y="483"/>
                  </a:cubicBezTo>
                  <a:cubicBezTo>
                    <a:pt x="524" y="528"/>
                    <a:pt x="524" y="528"/>
                    <a:pt x="524" y="528"/>
                  </a:cubicBezTo>
                  <a:cubicBezTo>
                    <a:pt x="429" y="528"/>
                    <a:pt x="429" y="528"/>
                    <a:pt x="429" y="528"/>
                  </a:cubicBezTo>
                  <a:cubicBezTo>
                    <a:pt x="334" y="528"/>
                    <a:pt x="242" y="563"/>
                    <a:pt x="171" y="624"/>
                  </a:cubicBezTo>
                  <a:close/>
                  <a:moveTo>
                    <a:pt x="713" y="951"/>
                  </a:moveTo>
                  <a:cubicBezTo>
                    <a:pt x="713" y="951"/>
                    <a:pt x="713" y="951"/>
                    <a:pt x="713" y="952"/>
                  </a:cubicBezTo>
                  <a:cubicBezTo>
                    <a:pt x="713" y="1077"/>
                    <a:pt x="713" y="1077"/>
                    <a:pt x="713" y="1077"/>
                  </a:cubicBezTo>
                  <a:cubicBezTo>
                    <a:pt x="713" y="1077"/>
                    <a:pt x="713" y="1077"/>
                    <a:pt x="713" y="1077"/>
                  </a:cubicBezTo>
                  <a:cubicBezTo>
                    <a:pt x="570" y="1077"/>
                    <a:pt x="570" y="1077"/>
                    <a:pt x="570" y="1077"/>
                  </a:cubicBezTo>
                  <a:cubicBezTo>
                    <a:pt x="570" y="1077"/>
                    <a:pt x="569" y="1077"/>
                    <a:pt x="569" y="1077"/>
                  </a:cubicBezTo>
                  <a:cubicBezTo>
                    <a:pt x="569" y="952"/>
                    <a:pt x="569" y="952"/>
                    <a:pt x="569" y="952"/>
                  </a:cubicBezTo>
                  <a:cubicBezTo>
                    <a:pt x="569" y="951"/>
                    <a:pt x="570" y="951"/>
                    <a:pt x="570" y="951"/>
                  </a:cubicBezTo>
                  <a:lnTo>
                    <a:pt x="713" y="951"/>
                  </a:lnTo>
                  <a:close/>
                  <a:moveTo>
                    <a:pt x="617" y="1469"/>
                  </a:moveTo>
                  <a:cubicBezTo>
                    <a:pt x="607" y="1424"/>
                    <a:pt x="607" y="1424"/>
                    <a:pt x="607" y="1424"/>
                  </a:cubicBezTo>
                  <a:cubicBezTo>
                    <a:pt x="697" y="1357"/>
                    <a:pt x="697" y="1357"/>
                    <a:pt x="697" y="1357"/>
                  </a:cubicBezTo>
                  <a:cubicBezTo>
                    <a:pt x="712" y="1379"/>
                    <a:pt x="712" y="1379"/>
                    <a:pt x="712" y="1379"/>
                  </a:cubicBezTo>
                  <a:lnTo>
                    <a:pt x="617" y="1469"/>
                  </a:lnTo>
                  <a:close/>
                  <a:moveTo>
                    <a:pt x="587" y="1206"/>
                  </a:moveTo>
                  <a:cubicBezTo>
                    <a:pt x="680" y="1206"/>
                    <a:pt x="680" y="1206"/>
                    <a:pt x="680" y="1206"/>
                  </a:cubicBezTo>
                  <a:cubicBezTo>
                    <a:pt x="680" y="1241"/>
                    <a:pt x="680" y="1241"/>
                    <a:pt x="680" y="1241"/>
                  </a:cubicBezTo>
                  <a:cubicBezTo>
                    <a:pt x="587" y="1241"/>
                    <a:pt x="587" y="1241"/>
                    <a:pt x="587" y="1241"/>
                  </a:cubicBezTo>
                  <a:lnTo>
                    <a:pt x="587" y="1206"/>
                  </a:lnTo>
                  <a:close/>
                  <a:moveTo>
                    <a:pt x="587" y="1333"/>
                  </a:moveTo>
                  <a:cubicBezTo>
                    <a:pt x="587" y="1286"/>
                    <a:pt x="587" y="1286"/>
                    <a:pt x="587" y="1286"/>
                  </a:cubicBezTo>
                  <a:cubicBezTo>
                    <a:pt x="680" y="1286"/>
                    <a:pt x="680" y="1286"/>
                    <a:pt x="680" y="1286"/>
                  </a:cubicBezTo>
                  <a:cubicBezTo>
                    <a:pt x="680" y="1313"/>
                    <a:pt x="680" y="1313"/>
                    <a:pt x="680" y="1313"/>
                  </a:cubicBezTo>
                  <a:cubicBezTo>
                    <a:pt x="597" y="1376"/>
                    <a:pt x="597" y="1376"/>
                    <a:pt x="597" y="1376"/>
                  </a:cubicBezTo>
                  <a:lnTo>
                    <a:pt x="587" y="1333"/>
                  </a:lnTo>
                  <a:close/>
                  <a:moveTo>
                    <a:pt x="680" y="1161"/>
                  </a:moveTo>
                  <a:cubicBezTo>
                    <a:pt x="587" y="1161"/>
                    <a:pt x="587" y="1161"/>
                    <a:pt x="587" y="1161"/>
                  </a:cubicBezTo>
                  <a:cubicBezTo>
                    <a:pt x="587" y="1122"/>
                    <a:pt x="587" y="1122"/>
                    <a:pt x="587" y="1122"/>
                  </a:cubicBezTo>
                  <a:cubicBezTo>
                    <a:pt x="680" y="1122"/>
                    <a:pt x="680" y="1122"/>
                    <a:pt x="680" y="1122"/>
                  </a:cubicBezTo>
                  <a:lnTo>
                    <a:pt x="680" y="1161"/>
                  </a:lnTo>
                  <a:close/>
                  <a:moveTo>
                    <a:pt x="777" y="1486"/>
                  </a:moveTo>
                  <a:cubicBezTo>
                    <a:pt x="776" y="1488"/>
                    <a:pt x="774" y="1491"/>
                    <a:pt x="769" y="1491"/>
                  </a:cubicBezTo>
                  <a:cubicBezTo>
                    <a:pt x="659" y="1491"/>
                    <a:pt x="659" y="1491"/>
                    <a:pt x="659" y="1491"/>
                  </a:cubicBezTo>
                  <a:cubicBezTo>
                    <a:pt x="738" y="1417"/>
                    <a:pt x="738" y="1417"/>
                    <a:pt x="738" y="1417"/>
                  </a:cubicBezTo>
                  <a:cubicBezTo>
                    <a:pt x="777" y="1476"/>
                    <a:pt x="777" y="1476"/>
                    <a:pt x="777" y="1476"/>
                  </a:cubicBezTo>
                  <a:cubicBezTo>
                    <a:pt x="780" y="1480"/>
                    <a:pt x="778" y="1484"/>
                    <a:pt x="777" y="1486"/>
                  </a:cubicBezTo>
                  <a:close/>
                  <a:moveTo>
                    <a:pt x="817" y="1028"/>
                  </a:moveTo>
                  <a:cubicBezTo>
                    <a:pt x="838" y="1056"/>
                    <a:pt x="838" y="1056"/>
                    <a:pt x="838" y="1056"/>
                  </a:cubicBezTo>
                  <a:cubicBezTo>
                    <a:pt x="758" y="1056"/>
                    <a:pt x="758" y="1056"/>
                    <a:pt x="758" y="1056"/>
                  </a:cubicBezTo>
                  <a:cubicBezTo>
                    <a:pt x="758" y="972"/>
                    <a:pt x="758" y="972"/>
                    <a:pt x="758" y="972"/>
                  </a:cubicBezTo>
                  <a:cubicBezTo>
                    <a:pt x="838" y="972"/>
                    <a:pt x="838" y="972"/>
                    <a:pt x="838" y="972"/>
                  </a:cubicBezTo>
                  <a:cubicBezTo>
                    <a:pt x="817" y="1001"/>
                    <a:pt x="817" y="1001"/>
                    <a:pt x="817" y="1001"/>
                  </a:cubicBezTo>
                  <a:cubicBezTo>
                    <a:pt x="811" y="1009"/>
                    <a:pt x="811" y="1020"/>
                    <a:pt x="817" y="1028"/>
                  </a:cubicBezTo>
                  <a:close/>
                  <a:moveTo>
                    <a:pt x="927" y="522"/>
                  </a:moveTo>
                  <a:cubicBezTo>
                    <a:pt x="743" y="522"/>
                    <a:pt x="743" y="522"/>
                    <a:pt x="743" y="522"/>
                  </a:cubicBezTo>
                  <a:cubicBezTo>
                    <a:pt x="743" y="477"/>
                    <a:pt x="743" y="477"/>
                    <a:pt x="743" y="477"/>
                  </a:cubicBezTo>
                  <a:cubicBezTo>
                    <a:pt x="927" y="477"/>
                    <a:pt x="927" y="477"/>
                    <a:pt x="927" y="477"/>
                  </a:cubicBezTo>
                  <a:cubicBezTo>
                    <a:pt x="948" y="477"/>
                    <a:pt x="968" y="481"/>
                    <a:pt x="988" y="488"/>
                  </a:cubicBezTo>
                  <a:cubicBezTo>
                    <a:pt x="1005" y="546"/>
                    <a:pt x="1005" y="546"/>
                    <a:pt x="1005" y="546"/>
                  </a:cubicBezTo>
                  <a:cubicBezTo>
                    <a:pt x="982" y="531"/>
                    <a:pt x="955" y="522"/>
                    <a:pt x="927" y="522"/>
                  </a:cubicBezTo>
                  <a:close/>
                  <a:moveTo>
                    <a:pt x="927" y="522"/>
                  </a:moveTo>
                  <a:cubicBezTo>
                    <a:pt x="927" y="522"/>
                    <a:pt x="927" y="522"/>
                    <a:pt x="927" y="52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6" name="Google Shape;706;p25"/>
          <p:cNvGrpSpPr/>
          <p:nvPr/>
        </p:nvGrpSpPr>
        <p:grpSpPr>
          <a:xfrm>
            <a:off x="1051456" y="2361426"/>
            <a:ext cx="469691" cy="420637"/>
            <a:chOff x="5901125" y="3318848"/>
            <a:chExt cx="634717" cy="562725"/>
          </a:xfrm>
        </p:grpSpPr>
        <p:sp>
          <p:nvSpPr>
            <p:cNvPr id="707" name="Google Shape;707;p25"/>
            <p:cNvSpPr/>
            <p:nvPr/>
          </p:nvSpPr>
          <p:spPr>
            <a:xfrm>
              <a:off x="5948362" y="3678596"/>
              <a:ext cx="168735" cy="162134"/>
            </a:xfrm>
            <a:custGeom>
              <a:avLst/>
              <a:gdLst/>
              <a:ahLst/>
              <a:cxnLst/>
              <a:rect l="l" t="t" r="r" b="b"/>
              <a:pathLst>
                <a:path w="409" h="393" extrusionOk="0">
                  <a:moveTo>
                    <a:pt x="236" y="0"/>
                  </a:moveTo>
                  <a:cubicBezTo>
                    <a:pt x="233" y="3"/>
                    <a:pt x="233" y="3"/>
                    <a:pt x="233" y="3"/>
                  </a:cubicBezTo>
                  <a:cubicBezTo>
                    <a:pt x="201" y="121"/>
                    <a:pt x="201" y="121"/>
                    <a:pt x="201" y="12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1" y="298"/>
                    <a:pt x="0" y="306"/>
                    <a:pt x="5" y="311"/>
                  </a:cubicBezTo>
                  <a:cubicBezTo>
                    <a:pt x="72" y="387"/>
                    <a:pt x="72" y="387"/>
                    <a:pt x="72" y="387"/>
                  </a:cubicBezTo>
                  <a:cubicBezTo>
                    <a:pt x="77" y="392"/>
                    <a:pt x="85" y="393"/>
                    <a:pt x="90" y="388"/>
                  </a:cubicBezTo>
                  <a:cubicBezTo>
                    <a:pt x="285" y="216"/>
                    <a:pt x="285" y="216"/>
                    <a:pt x="285" y="216"/>
                  </a:cubicBezTo>
                  <a:cubicBezTo>
                    <a:pt x="406" y="199"/>
                    <a:pt x="406" y="199"/>
                    <a:pt x="406" y="199"/>
                  </a:cubicBezTo>
                  <a:cubicBezTo>
                    <a:pt x="409" y="198"/>
                    <a:pt x="409" y="198"/>
                    <a:pt x="409" y="198"/>
                  </a:cubicBezTo>
                  <a:lnTo>
                    <a:pt x="236" y="0"/>
                  </a:lnTo>
                  <a:close/>
                  <a:moveTo>
                    <a:pt x="236" y="0"/>
                  </a:moveTo>
                  <a:cubicBezTo>
                    <a:pt x="236" y="0"/>
                    <a:pt x="236" y="0"/>
                    <a:pt x="236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6086568" y="3327925"/>
              <a:ext cx="439784" cy="394815"/>
            </a:xfrm>
            <a:custGeom>
              <a:avLst/>
              <a:gdLst/>
              <a:ahLst/>
              <a:cxnLst/>
              <a:rect l="l" t="t" r="r" b="b"/>
              <a:pathLst>
                <a:path w="1066" h="957" extrusionOk="0">
                  <a:moveTo>
                    <a:pt x="614" y="17"/>
                  </a:moveTo>
                  <a:cubicBezTo>
                    <a:pt x="613" y="21"/>
                    <a:pt x="613" y="21"/>
                    <a:pt x="613" y="21"/>
                  </a:cubicBezTo>
                  <a:cubicBezTo>
                    <a:pt x="607" y="60"/>
                    <a:pt x="607" y="60"/>
                    <a:pt x="607" y="60"/>
                  </a:cubicBezTo>
                  <a:cubicBezTo>
                    <a:pt x="580" y="227"/>
                    <a:pt x="496" y="378"/>
                    <a:pt x="370" y="490"/>
                  </a:cubicBezTo>
                  <a:cubicBezTo>
                    <a:pt x="0" y="817"/>
                    <a:pt x="0" y="817"/>
                    <a:pt x="0" y="817"/>
                  </a:cubicBezTo>
                  <a:cubicBezTo>
                    <a:pt x="56" y="880"/>
                    <a:pt x="56" y="880"/>
                    <a:pt x="56" y="880"/>
                  </a:cubicBezTo>
                  <a:cubicBezTo>
                    <a:pt x="124" y="957"/>
                    <a:pt x="124" y="957"/>
                    <a:pt x="124" y="957"/>
                  </a:cubicBezTo>
                  <a:cubicBezTo>
                    <a:pt x="163" y="923"/>
                    <a:pt x="163" y="923"/>
                    <a:pt x="163" y="923"/>
                  </a:cubicBezTo>
                  <a:cubicBezTo>
                    <a:pt x="494" y="631"/>
                    <a:pt x="494" y="631"/>
                    <a:pt x="494" y="631"/>
                  </a:cubicBezTo>
                  <a:cubicBezTo>
                    <a:pt x="553" y="578"/>
                    <a:pt x="620" y="536"/>
                    <a:pt x="692" y="506"/>
                  </a:cubicBezTo>
                  <a:cubicBezTo>
                    <a:pt x="696" y="504"/>
                    <a:pt x="701" y="502"/>
                    <a:pt x="706" y="500"/>
                  </a:cubicBezTo>
                  <a:cubicBezTo>
                    <a:pt x="725" y="492"/>
                    <a:pt x="745" y="485"/>
                    <a:pt x="765" y="479"/>
                  </a:cubicBezTo>
                  <a:cubicBezTo>
                    <a:pt x="775" y="476"/>
                    <a:pt x="785" y="473"/>
                    <a:pt x="795" y="471"/>
                  </a:cubicBezTo>
                  <a:cubicBezTo>
                    <a:pt x="805" y="468"/>
                    <a:pt x="815" y="466"/>
                    <a:pt x="825" y="464"/>
                  </a:cubicBezTo>
                  <a:cubicBezTo>
                    <a:pt x="835" y="462"/>
                    <a:pt x="846" y="460"/>
                    <a:pt x="856" y="458"/>
                  </a:cubicBezTo>
                  <a:cubicBezTo>
                    <a:pt x="866" y="456"/>
                    <a:pt x="875" y="455"/>
                    <a:pt x="885" y="454"/>
                  </a:cubicBezTo>
                  <a:cubicBezTo>
                    <a:pt x="906" y="451"/>
                    <a:pt x="928" y="449"/>
                    <a:pt x="950" y="448"/>
                  </a:cubicBezTo>
                  <a:cubicBezTo>
                    <a:pt x="991" y="447"/>
                    <a:pt x="991" y="447"/>
                    <a:pt x="991" y="447"/>
                  </a:cubicBezTo>
                  <a:cubicBezTo>
                    <a:pt x="993" y="447"/>
                    <a:pt x="993" y="447"/>
                    <a:pt x="993" y="447"/>
                  </a:cubicBezTo>
                  <a:cubicBezTo>
                    <a:pt x="1065" y="7"/>
                    <a:pt x="1065" y="7"/>
                    <a:pt x="1065" y="7"/>
                  </a:cubicBezTo>
                  <a:cubicBezTo>
                    <a:pt x="1066" y="0"/>
                    <a:pt x="1066" y="0"/>
                    <a:pt x="1066" y="0"/>
                  </a:cubicBezTo>
                  <a:lnTo>
                    <a:pt x="614" y="17"/>
                  </a:lnTo>
                  <a:close/>
                  <a:moveTo>
                    <a:pt x="614" y="17"/>
                  </a:moveTo>
                  <a:cubicBezTo>
                    <a:pt x="614" y="17"/>
                    <a:pt x="614" y="17"/>
                    <a:pt x="614" y="17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25"/>
            <p:cNvSpPr/>
            <p:nvPr/>
          </p:nvSpPr>
          <p:spPr>
            <a:xfrm>
              <a:off x="5910201" y="3807726"/>
              <a:ext cx="68278" cy="64771"/>
            </a:xfrm>
            <a:custGeom>
              <a:avLst/>
              <a:gdLst/>
              <a:ahLst/>
              <a:cxnLst/>
              <a:rect l="l" t="t" r="r" b="b"/>
              <a:pathLst>
                <a:path w="165" h="157" extrusionOk="0">
                  <a:moveTo>
                    <a:pt x="119" y="0"/>
                  </a:moveTo>
                  <a:cubicBezTo>
                    <a:pt x="108" y="11"/>
                    <a:pt x="108" y="11"/>
                    <a:pt x="108" y="11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0" y="15"/>
                    <a:pt x="22" y="22"/>
                    <a:pt x="20" y="31"/>
                  </a:cubicBezTo>
                  <a:cubicBezTo>
                    <a:pt x="2" y="132"/>
                    <a:pt x="2" y="132"/>
                    <a:pt x="2" y="132"/>
                  </a:cubicBezTo>
                  <a:cubicBezTo>
                    <a:pt x="0" y="145"/>
                    <a:pt x="10" y="157"/>
                    <a:pt x="23" y="157"/>
                  </a:cubicBezTo>
                  <a:cubicBezTo>
                    <a:pt x="126" y="151"/>
                    <a:pt x="126" y="151"/>
                    <a:pt x="126" y="151"/>
                  </a:cubicBezTo>
                  <a:cubicBezTo>
                    <a:pt x="135" y="151"/>
                    <a:pt x="143" y="144"/>
                    <a:pt x="145" y="134"/>
                  </a:cubicBezTo>
                  <a:cubicBezTo>
                    <a:pt x="157" y="66"/>
                    <a:pt x="157" y="66"/>
                    <a:pt x="157" y="66"/>
                  </a:cubicBezTo>
                  <a:cubicBezTo>
                    <a:pt x="165" y="53"/>
                    <a:pt x="165" y="53"/>
                    <a:pt x="165" y="53"/>
                  </a:cubicBezTo>
                  <a:lnTo>
                    <a:pt x="119" y="0"/>
                  </a:lnTo>
                  <a:close/>
                  <a:moveTo>
                    <a:pt x="119" y="0"/>
                  </a:moveTo>
                  <a:cubicBezTo>
                    <a:pt x="119" y="0"/>
                    <a:pt x="119" y="0"/>
                    <a:pt x="119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25"/>
            <p:cNvSpPr/>
            <p:nvPr/>
          </p:nvSpPr>
          <p:spPr>
            <a:xfrm>
              <a:off x="6445078" y="3327925"/>
              <a:ext cx="81273" cy="184412"/>
            </a:xfrm>
            <a:custGeom>
              <a:avLst/>
              <a:gdLst/>
              <a:ahLst/>
              <a:cxnLst/>
              <a:rect l="l" t="t" r="r" b="b"/>
              <a:pathLst>
                <a:path w="394" h="894" extrusionOk="0">
                  <a:moveTo>
                    <a:pt x="380" y="12"/>
                  </a:moveTo>
                  <a:lnTo>
                    <a:pt x="100" y="260"/>
                  </a:lnTo>
                  <a:lnTo>
                    <a:pt x="100" y="260"/>
                  </a:lnTo>
                  <a:lnTo>
                    <a:pt x="0" y="576"/>
                  </a:lnTo>
                  <a:lnTo>
                    <a:pt x="36" y="652"/>
                  </a:lnTo>
                  <a:lnTo>
                    <a:pt x="42" y="660"/>
                  </a:lnTo>
                  <a:lnTo>
                    <a:pt x="242" y="888"/>
                  </a:lnTo>
                  <a:lnTo>
                    <a:pt x="246" y="890"/>
                  </a:lnTo>
                  <a:lnTo>
                    <a:pt x="248" y="894"/>
                  </a:lnTo>
                  <a:lnTo>
                    <a:pt x="394" y="0"/>
                  </a:lnTo>
                  <a:lnTo>
                    <a:pt x="380" y="12"/>
                  </a:lnTo>
                  <a:moveTo>
                    <a:pt x="380" y="12"/>
                  </a:moveTo>
                  <a:lnTo>
                    <a:pt x="380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5"/>
            <p:cNvSpPr/>
            <p:nvPr/>
          </p:nvSpPr>
          <p:spPr>
            <a:xfrm>
              <a:off x="6017671" y="3603099"/>
              <a:ext cx="177811" cy="190600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415" y="365"/>
                  </a:moveTo>
                  <a:cubicBezTo>
                    <a:pt x="427" y="367"/>
                    <a:pt x="431" y="381"/>
                    <a:pt x="423" y="388"/>
                  </a:cubicBezTo>
                  <a:cubicBezTo>
                    <a:pt x="359" y="444"/>
                    <a:pt x="359" y="444"/>
                    <a:pt x="359" y="444"/>
                  </a:cubicBezTo>
                  <a:cubicBezTo>
                    <a:pt x="339" y="462"/>
                    <a:pt x="307" y="460"/>
                    <a:pt x="289" y="440"/>
                  </a:cubicBezTo>
                  <a:cubicBezTo>
                    <a:pt x="18" y="133"/>
                    <a:pt x="18" y="133"/>
                    <a:pt x="18" y="133"/>
                  </a:cubicBezTo>
                  <a:cubicBezTo>
                    <a:pt x="0" y="112"/>
                    <a:pt x="2" y="81"/>
                    <a:pt x="23" y="63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94" y="0"/>
                    <a:pt x="108" y="6"/>
                    <a:pt x="107" y="18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352" y="359"/>
                    <a:pt x="352" y="359"/>
                    <a:pt x="352" y="359"/>
                  </a:cubicBezTo>
                  <a:lnTo>
                    <a:pt x="415" y="365"/>
                  </a:lnTo>
                  <a:close/>
                  <a:moveTo>
                    <a:pt x="415" y="365"/>
                  </a:moveTo>
                  <a:cubicBezTo>
                    <a:pt x="415" y="365"/>
                    <a:pt x="415" y="365"/>
                    <a:pt x="415" y="36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25"/>
            <p:cNvSpPr/>
            <p:nvPr/>
          </p:nvSpPr>
          <p:spPr>
            <a:xfrm>
              <a:off x="5997456" y="3736354"/>
              <a:ext cx="59408" cy="61058"/>
            </a:xfrm>
            <a:custGeom>
              <a:avLst/>
              <a:gdLst/>
              <a:ahLst/>
              <a:cxnLst/>
              <a:rect l="l" t="t" r="r" b="b"/>
              <a:pathLst>
                <a:path w="288" h="296" extrusionOk="0">
                  <a:moveTo>
                    <a:pt x="0" y="106"/>
                  </a:moveTo>
                  <a:lnTo>
                    <a:pt x="120" y="0"/>
                  </a:lnTo>
                  <a:lnTo>
                    <a:pt x="288" y="190"/>
                  </a:lnTo>
                  <a:lnTo>
                    <a:pt x="170" y="296"/>
                  </a:lnTo>
                  <a:lnTo>
                    <a:pt x="0" y="106"/>
                  </a:lnTo>
                  <a:moveTo>
                    <a:pt x="0" y="106"/>
                  </a:moveTo>
                  <a:lnTo>
                    <a:pt x="0" y="1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25"/>
            <p:cNvSpPr/>
            <p:nvPr/>
          </p:nvSpPr>
          <p:spPr>
            <a:xfrm>
              <a:off x="6370818" y="3381557"/>
              <a:ext cx="94888" cy="83749"/>
            </a:xfrm>
            <a:custGeom>
              <a:avLst/>
              <a:gdLst/>
              <a:ahLst/>
              <a:cxnLst/>
              <a:rect l="l" t="t" r="r" b="b"/>
              <a:pathLst>
                <a:path w="460" h="406" extrusionOk="0">
                  <a:moveTo>
                    <a:pt x="460" y="0"/>
                  </a:moveTo>
                  <a:lnTo>
                    <a:pt x="396" y="392"/>
                  </a:lnTo>
                  <a:lnTo>
                    <a:pt x="0" y="406"/>
                  </a:lnTo>
                  <a:lnTo>
                    <a:pt x="62" y="16"/>
                  </a:lnTo>
                  <a:lnTo>
                    <a:pt x="460" y="0"/>
                  </a:lnTo>
                  <a:close/>
                  <a:moveTo>
                    <a:pt x="460" y="0"/>
                  </a:moveTo>
                  <a:lnTo>
                    <a:pt x="46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25"/>
            <p:cNvSpPr/>
            <p:nvPr/>
          </p:nvSpPr>
          <p:spPr>
            <a:xfrm>
              <a:off x="6370818" y="3381557"/>
              <a:ext cx="94888" cy="83749"/>
            </a:xfrm>
            <a:custGeom>
              <a:avLst/>
              <a:gdLst/>
              <a:ahLst/>
              <a:cxnLst/>
              <a:rect l="l" t="t" r="r" b="b"/>
              <a:pathLst>
                <a:path w="460" h="406" extrusionOk="0">
                  <a:moveTo>
                    <a:pt x="460" y="0"/>
                  </a:moveTo>
                  <a:lnTo>
                    <a:pt x="396" y="392"/>
                  </a:lnTo>
                  <a:lnTo>
                    <a:pt x="0" y="406"/>
                  </a:lnTo>
                  <a:lnTo>
                    <a:pt x="62" y="16"/>
                  </a:lnTo>
                  <a:lnTo>
                    <a:pt x="460" y="0"/>
                  </a:lnTo>
                  <a:moveTo>
                    <a:pt x="460" y="0"/>
                  </a:moveTo>
                  <a:lnTo>
                    <a:pt x="46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25"/>
            <p:cNvSpPr/>
            <p:nvPr/>
          </p:nvSpPr>
          <p:spPr>
            <a:xfrm>
              <a:off x="5901125" y="3318848"/>
              <a:ext cx="634717" cy="562725"/>
            </a:xfrm>
            <a:custGeom>
              <a:avLst/>
              <a:gdLst/>
              <a:ahLst/>
              <a:cxnLst/>
              <a:rect l="l" t="t" r="r" b="b"/>
              <a:pathLst>
                <a:path w="1538" h="1364" extrusionOk="0">
                  <a:moveTo>
                    <a:pt x="1532" y="8"/>
                  </a:moveTo>
                  <a:cubicBezTo>
                    <a:pt x="1527" y="3"/>
                    <a:pt x="1521" y="0"/>
                    <a:pt x="1514" y="0"/>
                  </a:cubicBezTo>
                  <a:cubicBezTo>
                    <a:pt x="1062" y="17"/>
                    <a:pt x="1062" y="17"/>
                    <a:pt x="1062" y="17"/>
                  </a:cubicBezTo>
                  <a:cubicBezTo>
                    <a:pt x="1051" y="17"/>
                    <a:pt x="1042" y="25"/>
                    <a:pt x="1041" y="36"/>
                  </a:cubicBezTo>
                  <a:cubicBezTo>
                    <a:pt x="1034" y="79"/>
                    <a:pt x="1034" y="79"/>
                    <a:pt x="1034" y="79"/>
                  </a:cubicBezTo>
                  <a:cubicBezTo>
                    <a:pt x="1008" y="239"/>
                    <a:pt x="926" y="387"/>
                    <a:pt x="804" y="495"/>
                  </a:cubicBezTo>
                  <a:cubicBezTo>
                    <a:pt x="451" y="807"/>
                    <a:pt x="451" y="807"/>
                    <a:pt x="451" y="807"/>
                  </a:cubicBezTo>
                  <a:cubicBezTo>
                    <a:pt x="410" y="760"/>
                    <a:pt x="410" y="760"/>
                    <a:pt x="410" y="760"/>
                  </a:cubicBezTo>
                  <a:cubicBezTo>
                    <a:pt x="412" y="707"/>
                    <a:pt x="412" y="707"/>
                    <a:pt x="412" y="707"/>
                  </a:cubicBezTo>
                  <a:cubicBezTo>
                    <a:pt x="412" y="693"/>
                    <a:pt x="404" y="680"/>
                    <a:pt x="391" y="674"/>
                  </a:cubicBezTo>
                  <a:cubicBezTo>
                    <a:pt x="378" y="668"/>
                    <a:pt x="363" y="670"/>
                    <a:pt x="353" y="679"/>
                  </a:cubicBezTo>
                  <a:cubicBezTo>
                    <a:pt x="290" y="735"/>
                    <a:pt x="290" y="735"/>
                    <a:pt x="290" y="735"/>
                  </a:cubicBezTo>
                  <a:cubicBezTo>
                    <a:pt x="275" y="748"/>
                    <a:pt x="267" y="765"/>
                    <a:pt x="265" y="785"/>
                  </a:cubicBezTo>
                  <a:cubicBezTo>
                    <a:pt x="264" y="804"/>
                    <a:pt x="271" y="822"/>
                    <a:pt x="283" y="837"/>
                  </a:cubicBezTo>
                  <a:cubicBezTo>
                    <a:pt x="322" y="881"/>
                    <a:pt x="322" y="881"/>
                    <a:pt x="322" y="881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105" y="1148"/>
                    <a:pt x="105" y="1148"/>
                    <a:pt x="105" y="1148"/>
                  </a:cubicBezTo>
                  <a:cubicBezTo>
                    <a:pt x="105" y="1148"/>
                    <a:pt x="105" y="1148"/>
                    <a:pt x="105" y="1148"/>
                  </a:cubicBezTo>
                  <a:cubicBezTo>
                    <a:pt x="98" y="1154"/>
                    <a:pt x="94" y="1163"/>
                    <a:pt x="93" y="1172"/>
                  </a:cubicBezTo>
                  <a:cubicBezTo>
                    <a:pt x="93" y="1173"/>
                    <a:pt x="93" y="1174"/>
                    <a:pt x="93" y="1175"/>
                  </a:cubicBezTo>
                  <a:cubicBezTo>
                    <a:pt x="60" y="1177"/>
                    <a:pt x="60" y="1177"/>
                    <a:pt x="60" y="1177"/>
                  </a:cubicBezTo>
                  <a:cubicBezTo>
                    <a:pt x="40" y="1178"/>
                    <a:pt x="23" y="1193"/>
                    <a:pt x="20" y="1212"/>
                  </a:cubicBezTo>
                  <a:cubicBezTo>
                    <a:pt x="2" y="1313"/>
                    <a:pt x="2" y="1313"/>
                    <a:pt x="2" y="1313"/>
                  </a:cubicBezTo>
                  <a:cubicBezTo>
                    <a:pt x="0" y="1327"/>
                    <a:pt x="3" y="1340"/>
                    <a:pt x="12" y="1350"/>
                  </a:cubicBezTo>
                  <a:cubicBezTo>
                    <a:pt x="20" y="1359"/>
                    <a:pt x="32" y="1364"/>
                    <a:pt x="44" y="1364"/>
                  </a:cubicBezTo>
                  <a:cubicBezTo>
                    <a:pt x="45" y="1364"/>
                    <a:pt x="46" y="1364"/>
                    <a:pt x="47" y="1364"/>
                  </a:cubicBezTo>
                  <a:cubicBezTo>
                    <a:pt x="149" y="1359"/>
                    <a:pt x="149" y="1359"/>
                    <a:pt x="149" y="1359"/>
                  </a:cubicBezTo>
                  <a:cubicBezTo>
                    <a:pt x="169" y="1358"/>
                    <a:pt x="186" y="1343"/>
                    <a:pt x="189" y="1323"/>
                  </a:cubicBezTo>
                  <a:cubicBezTo>
                    <a:pt x="196" y="1286"/>
                    <a:pt x="196" y="1286"/>
                    <a:pt x="196" y="1286"/>
                  </a:cubicBezTo>
                  <a:cubicBezTo>
                    <a:pt x="204" y="1286"/>
                    <a:pt x="212" y="1283"/>
                    <a:pt x="219" y="1277"/>
                  </a:cubicBezTo>
                  <a:cubicBezTo>
                    <a:pt x="218" y="1276"/>
                    <a:pt x="218" y="1276"/>
                    <a:pt x="218" y="1276"/>
                  </a:cubicBezTo>
                  <a:cubicBezTo>
                    <a:pt x="409" y="1109"/>
                    <a:pt x="409" y="1109"/>
                    <a:pt x="409" y="1109"/>
                  </a:cubicBezTo>
                  <a:cubicBezTo>
                    <a:pt x="392" y="1124"/>
                    <a:pt x="392" y="1124"/>
                    <a:pt x="392" y="1124"/>
                  </a:cubicBezTo>
                  <a:cubicBezTo>
                    <a:pt x="409" y="1109"/>
                    <a:pt x="409" y="1109"/>
                    <a:pt x="409" y="1109"/>
                  </a:cubicBezTo>
                  <a:cubicBezTo>
                    <a:pt x="511" y="1095"/>
                    <a:pt x="511" y="1095"/>
                    <a:pt x="511" y="1095"/>
                  </a:cubicBezTo>
                  <a:cubicBezTo>
                    <a:pt x="554" y="1144"/>
                    <a:pt x="554" y="1144"/>
                    <a:pt x="554" y="1144"/>
                  </a:cubicBezTo>
                  <a:cubicBezTo>
                    <a:pt x="569" y="1160"/>
                    <a:pt x="588" y="1168"/>
                    <a:pt x="608" y="1168"/>
                  </a:cubicBezTo>
                  <a:cubicBezTo>
                    <a:pt x="625" y="1168"/>
                    <a:pt x="642" y="1162"/>
                    <a:pt x="656" y="1150"/>
                  </a:cubicBezTo>
                  <a:cubicBezTo>
                    <a:pt x="720" y="1094"/>
                    <a:pt x="720" y="1094"/>
                    <a:pt x="720" y="1094"/>
                  </a:cubicBezTo>
                  <a:cubicBezTo>
                    <a:pt x="730" y="1085"/>
                    <a:pt x="734" y="1070"/>
                    <a:pt x="730" y="1057"/>
                  </a:cubicBezTo>
                  <a:cubicBezTo>
                    <a:pt x="726" y="1043"/>
                    <a:pt x="714" y="1034"/>
                    <a:pt x="700" y="1032"/>
                  </a:cubicBezTo>
                  <a:cubicBezTo>
                    <a:pt x="645" y="1026"/>
                    <a:pt x="645" y="1026"/>
                    <a:pt x="645" y="1026"/>
                  </a:cubicBezTo>
                  <a:cubicBezTo>
                    <a:pt x="605" y="981"/>
                    <a:pt x="605" y="981"/>
                    <a:pt x="605" y="981"/>
                  </a:cubicBezTo>
                  <a:cubicBezTo>
                    <a:pt x="684" y="912"/>
                    <a:pt x="684" y="912"/>
                    <a:pt x="684" y="912"/>
                  </a:cubicBezTo>
                  <a:cubicBezTo>
                    <a:pt x="693" y="903"/>
                    <a:pt x="694" y="889"/>
                    <a:pt x="685" y="880"/>
                  </a:cubicBezTo>
                  <a:cubicBezTo>
                    <a:pt x="677" y="870"/>
                    <a:pt x="663" y="870"/>
                    <a:pt x="654" y="878"/>
                  </a:cubicBezTo>
                  <a:cubicBezTo>
                    <a:pt x="575" y="947"/>
                    <a:pt x="575" y="947"/>
                    <a:pt x="575" y="947"/>
                  </a:cubicBezTo>
                  <a:cubicBezTo>
                    <a:pt x="543" y="911"/>
                    <a:pt x="543" y="911"/>
                    <a:pt x="543" y="911"/>
                  </a:cubicBezTo>
                  <a:cubicBezTo>
                    <a:pt x="936" y="563"/>
                    <a:pt x="936" y="563"/>
                    <a:pt x="936" y="563"/>
                  </a:cubicBezTo>
                  <a:cubicBezTo>
                    <a:pt x="946" y="555"/>
                    <a:pt x="947" y="541"/>
                    <a:pt x="938" y="531"/>
                  </a:cubicBezTo>
                  <a:cubicBezTo>
                    <a:pt x="930" y="522"/>
                    <a:pt x="916" y="521"/>
                    <a:pt x="907" y="530"/>
                  </a:cubicBezTo>
                  <a:cubicBezTo>
                    <a:pt x="513" y="877"/>
                    <a:pt x="513" y="877"/>
                    <a:pt x="513" y="877"/>
                  </a:cubicBezTo>
                  <a:cubicBezTo>
                    <a:pt x="481" y="841"/>
                    <a:pt x="481" y="841"/>
                    <a:pt x="481" y="841"/>
                  </a:cubicBezTo>
                  <a:cubicBezTo>
                    <a:pt x="834" y="529"/>
                    <a:pt x="834" y="529"/>
                    <a:pt x="834" y="529"/>
                  </a:cubicBezTo>
                  <a:cubicBezTo>
                    <a:pt x="963" y="415"/>
                    <a:pt x="1049" y="259"/>
                    <a:pt x="1078" y="90"/>
                  </a:cubicBezTo>
                  <a:cubicBezTo>
                    <a:pt x="1146" y="167"/>
                    <a:pt x="1146" y="167"/>
                    <a:pt x="1146" y="167"/>
                  </a:cubicBezTo>
                  <a:cubicBezTo>
                    <a:pt x="1117" y="344"/>
                    <a:pt x="1117" y="344"/>
                    <a:pt x="1117" y="344"/>
                  </a:cubicBezTo>
                  <a:cubicBezTo>
                    <a:pt x="972" y="472"/>
                    <a:pt x="972" y="472"/>
                    <a:pt x="972" y="472"/>
                  </a:cubicBezTo>
                  <a:cubicBezTo>
                    <a:pt x="962" y="480"/>
                    <a:pt x="962" y="494"/>
                    <a:pt x="970" y="504"/>
                  </a:cubicBezTo>
                  <a:cubicBezTo>
                    <a:pt x="974" y="509"/>
                    <a:pt x="980" y="511"/>
                    <a:pt x="987" y="511"/>
                  </a:cubicBezTo>
                  <a:cubicBezTo>
                    <a:pt x="992" y="511"/>
                    <a:pt x="997" y="509"/>
                    <a:pt x="1002" y="506"/>
                  </a:cubicBezTo>
                  <a:cubicBezTo>
                    <a:pt x="1146" y="378"/>
                    <a:pt x="1146" y="378"/>
                    <a:pt x="1146" y="378"/>
                  </a:cubicBezTo>
                  <a:cubicBezTo>
                    <a:pt x="1326" y="371"/>
                    <a:pt x="1326" y="371"/>
                    <a:pt x="1326" y="371"/>
                  </a:cubicBezTo>
                  <a:cubicBezTo>
                    <a:pt x="1394" y="448"/>
                    <a:pt x="1394" y="448"/>
                    <a:pt x="1394" y="448"/>
                  </a:cubicBezTo>
                  <a:cubicBezTo>
                    <a:pt x="1222" y="455"/>
                    <a:pt x="1057" y="522"/>
                    <a:pt x="928" y="636"/>
                  </a:cubicBezTo>
                  <a:cubicBezTo>
                    <a:pt x="721" y="818"/>
                    <a:pt x="721" y="818"/>
                    <a:pt x="721" y="818"/>
                  </a:cubicBezTo>
                  <a:cubicBezTo>
                    <a:pt x="712" y="826"/>
                    <a:pt x="711" y="841"/>
                    <a:pt x="719" y="850"/>
                  </a:cubicBezTo>
                  <a:cubicBezTo>
                    <a:pt x="727" y="859"/>
                    <a:pt x="742" y="860"/>
                    <a:pt x="751" y="852"/>
                  </a:cubicBezTo>
                  <a:cubicBezTo>
                    <a:pt x="958" y="669"/>
                    <a:pt x="958" y="669"/>
                    <a:pt x="958" y="669"/>
                  </a:cubicBezTo>
                  <a:cubicBezTo>
                    <a:pt x="1080" y="562"/>
                    <a:pt x="1237" y="499"/>
                    <a:pt x="1400" y="493"/>
                  </a:cubicBezTo>
                  <a:cubicBezTo>
                    <a:pt x="1443" y="491"/>
                    <a:pt x="1443" y="491"/>
                    <a:pt x="1443" y="491"/>
                  </a:cubicBezTo>
                  <a:cubicBezTo>
                    <a:pt x="1454" y="491"/>
                    <a:pt x="1463" y="483"/>
                    <a:pt x="1464" y="472"/>
                  </a:cubicBezTo>
                  <a:cubicBezTo>
                    <a:pt x="1537" y="26"/>
                    <a:pt x="1537" y="26"/>
                    <a:pt x="1537" y="26"/>
                  </a:cubicBezTo>
                  <a:cubicBezTo>
                    <a:pt x="1538" y="19"/>
                    <a:pt x="1536" y="13"/>
                    <a:pt x="1532" y="8"/>
                  </a:cubicBezTo>
                  <a:close/>
                  <a:moveTo>
                    <a:pt x="319" y="1128"/>
                  </a:moveTo>
                  <a:cubicBezTo>
                    <a:pt x="265" y="1067"/>
                    <a:pt x="265" y="1067"/>
                    <a:pt x="265" y="1067"/>
                  </a:cubicBezTo>
                  <a:cubicBezTo>
                    <a:pt x="291" y="1044"/>
                    <a:pt x="291" y="1044"/>
                    <a:pt x="291" y="1044"/>
                  </a:cubicBezTo>
                  <a:cubicBezTo>
                    <a:pt x="345" y="1105"/>
                    <a:pt x="345" y="1105"/>
                    <a:pt x="345" y="1105"/>
                  </a:cubicBezTo>
                  <a:lnTo>
                    <a:pt x="319" y="1128"/>
                  </a:lnTo>
                  <a:close/>
                  <a:moveTo>
                    <a:pt x="260" y="1181"/>
                  </a:moveTo>
                  <a:cubicBezTo>
                    <a:pt x="205" y="1120"/>
                    <a:pt x="205" y="1120"/>
                    <a:pt x="205" y="1120"/>
                  </a:cubicBezTo>
                  <a:cubicBezTo>
                    <a:pt x="231" y="1097"/>
                    <a:pt x="231" y="1097"/>
                    <a:pt x="231" y="1097"/>
                  </a:cubicBezTo>
                  <a:cubicBezTo>
                    <a:pt x="286" y="1158"/>
                    <a:pt x="286" y="1158"/>
                    <a:pt x="286" y="1158"/>
                  </a:cubicBezTo>
                  <a:lnTo>
                    <a:pt x="260" y="1181"/>
                  </a:lnTo>
                  <a:close/>
                  <a:moveTo>
                    <a:pt x="145" y="1314"/>
                  </a:moveTo>
                  <a:cubicBezTo>
                    <a:pt x="47" y="1319"/>
                    <a:pt x="47" y="1319"/>
                    <a:pt x="47" y="1319"/>
                  </a:cubicBezTo>
                  <a:cubicBezTo>
                    <a:pt x="64" y="1222"/>
                    <a:pt x="64" y="1222"/>
                    <a:pt x="64" y="1222"/>
                  </a:cubicBezTo>
                  <a:cubicBezTo>
                    <a:pt x="121" y="1219"/>
                    <a:pt x="121" y="1219"/>
                    <a:pt x="121" y="1219"/>
                  </a:cubicBezTo>
                  <a:cubicBezTo>
                    <a:pt x="155" y="1258"/>
                    <a:pt x="155" y="1258"/>
                    <a:pt x="155" y="1258"/>
                  </a:cubicBezTo>
                  <a:lnTo>
                    <a:pt x="145" y="1314"/>
                  </a:lnTo>
                  <a:close/>
                  <a:moveTo>
                    <a:pt x="197" y="1237"/>
                  </a:moveTo>
                  <a:cubicBezTo>
                    <a:pt x="142" y="1175"/>
                    <a:pt x="142" y="1175"/>
                    <a:pt x="142" y="1175"/>
                  </a:cubicBezTo>
                  <a:cubicBezTo>
                    <a:pt x="172" y="1149"/>
                    <a:pt x="172" y="1149"/>
                    <a:pt x="172" y="1149"/>
                  </a:cubicBezTo>
                  <a:cubicBezTo>
                    <a:pt x="226" y="1211"/>
                    <a:pt x="226" y="1211"/>
                    <a:pt x="226" y="1211"/>
                  </a:cubicBezTo>
                  <a:lnTo>
                    <a:pt x="197" y="1237"/>
                  </a:lnTo>
                  <a:close/>
                  <a:moveTo>
                    <a:pt x="370" y="783"/>
                  </a:moveTo>
                  <a:cubicBezTo>
                    <a:pt x="370" y="783"/>
                    <a:pt x="370" y="783"/>
                    <a:pt x="370" y="783"/>
                  </a:cubicBezTo>
                  <a:cubicBezTo>
                    <a:pt x="617" y="1063"/>
                    <a:pt x="617" y="1063"/>
                    <a:pt x="617" y="1063"/>
                  </a:cubicBezTo>
                  <a:cubicBezTo>
                    <a:pt x="620" y="1067"/>
                    <a:pt x="626" y="1070"/>
                    <a:pt x="631" y="1070"/>
                  </a:cubicBezTo>
                  <a:cubicBezTo>
                    <a:pt x="674" y="1075"/>
                    <a:pt x="674" y="1075"/>
                    <a:pt x="674" y="1075"/>
                  </a:cubicBezTo>
                  <a:cubicBezTo>
                    <a:pt x="626" y="1116"/>
                    <a:pt x="626" y="1116"/>
                    <a:pt x="626" y="1116"/>
                  </a:cubicBezTo>
                  <a:cubicBezTo>
                    <a:pt x="615" y="1126"/>
                    <a:pt x="598" y="1125"/>
                    <a:pt x="588" y="1114"/>
                  </a:cubicBezTo>
                  <a:cubicBezTo>
                    <a:pt x="537" y="1056"/>
                    <a:pt x="537" y="1056"/>
                    <a:pt x="537" y="1056"/>
                  </a:cubicBezTo>
                  <a:cubicBezTo>
                    <a:pt x="537" y="1056"/>
                    <a:pt x="537" y="1056"/>
                    <a:pt x="536" y="1056"/>
                  </a:cubicBezTo>
                  <a:cubicBezTo>
                    <a:pt x="468" y="978"/>
                    <a:pt x="468" y="978"/>
                    <a:pt x="468" y="978"/>
                  </a:cubicBezTo>
                  <a:cubicBezTo>
                    <a:pt x="460" y="969"/>
                    <a:pt x="446" y="968"/>
                    <a:pt x="436" y="976"/>
                  </a:cubicBezTo>
                  <a:cubicBezTo>
                    <a:pt x="427" y="984"/>
                    <a:pt x="426" y="999"/>
                    <a:pt x="434" y="1008"/>
                  </a:cubicBezTo>
                  <a:cubicBezTo>
                    <a:pt x="475" y="1054"/>
                    <a:pt x="475" y="1054"/>
                    <a:pt x="475" y="1054"/>
                  </a:cubicBezTo>
                  <a:cubicBezTo>
                    <a:pt x="396" y="1066"/>
                    <a:pt x="396" y="1066"/>
                    <a:pt x="396" y="1066"/>
                  </a:cubicBezTo>
                  <a:cubicBezTo>
                    <a:pt x="391" y="1066"/>
                    <a:pt x="387" y="1068"/>
                    <a:pt x="384" y="1071"/>
                  </a:cubicBezTo>
                  <a:cubicBezTo>
                    <a:pt x="379" y="1076"/>
                    <a:pt x="379" y="1076"/>
                    <a:pt x="379" y="1076"/>
                  </a:cubicBezTo>
                  <a:cubicBezTo>
                    <a:pt x="325" y="1014"/>
                    <a:pt x="325" y="1014"/>
                    <a:pt x="325" y="1014"/>
                  </a:cubicBezTo>
                  <a:cubicBezTo>
                    <a:pt x="330" y="1010"/>
                    <a:pt x="330" y="1010"/>
                    <a:pt x="330" y="1010"/>
                  </a:cubicBezTo>
                  <a:cubicBezTo>
                    <a:pt x="333" y="1007"/>
                    <a:pt x="335" y="1003"/>
                    <a:pt x="337" y="999"/>
                  </a:cubicBezTo>
                  <a:cubicBezTo>
                    <a:pt x="358" y="921"/>
                    <a:pt x="358" y="921"/>
                    <a:pt x="358" y="921"/>
                  </a:cubicBezTo>
                  <a:cubicBezTo>
                    <a:pt x="375" y="940"/>
                    <a:pt x="375" y="940"/>
                    <a:pt x="375" y="940"/>
                  </a:cubicBezTo>
                  <a:cubicBezTo>
                    <a:pt x="383" y="950"/>
                    <a:pt x="397" y="951"/>
                    <a:pt x="406" y="942"/>
                  </a:cubicBezTo>
                  <a:cubicBezTo>
                    <a:pt x="416" y="934"/>
                    <a:pt x="417" y="920"/>
                    <a:pt x="408" y="911"/>
                  </a:cubicBezTo>
                  <a:cubicBezTo>
                    <a:pt x="317" y="807"/>
                    <a:pt x="317" y="807"/>
                    <a:pt x="317" y="807"/>
                  </a:cubicBezTo>
                  <a:cubicBezTo>
                    <a:pt x="312" y="802"/>
                    <a:pt x="310" y="795"/>
                    <a:pt x="310" y="787"/>
                  </a:cubicBezTo>
                  <a:cubicBezTo>
                    <a:pt x="311" y="780"/>
                    <a:pt x="314" y="774"/>
                    <a:pt x="319" y="769"/>
                  </a:cubicBezTo>
                  <a:cubicBezTo>
                    <a:pt x="366" y="728"/>
                    <a:pt x="366" y="728"/>
                    <a:pt x="366" y="728"/>
                  </a:cubicBezTo>
                  <a:cubicBezTo>
                    <a:pt x="364" y="768"/>
                    <a:pt x="364" y="768"/>
                    <a:pt x="364" y="768"/>
                  </a:cubicBezTo>
                  <a:cubicBezTo>
                    <a:pt x="364" y="773"/>
                    <a:pt x="366" y="779"/>
                    <a:pt x="370" y="783"/>
                  </a:cubicBezTo>
                  <a:moveTo>
                    <a:pt x="1359" y="130"/>
                  </a:moveTo>
                  <a:cubicBezTo>
                    <a:pt x="1179" y="137"/>
                    <a:pt x="1179" y="137"/>
                    <a:pt x="1179" y="137"/>
                  </a:cubicBezTo>
                  <a:cubicBezTo>
                    <a:pt x="1111" y="60"/>
                    <a:pt x="1111" y="60"/>
                    <a:pt x="1111" y="60"/>
                  </a:cubicBezTo>
                  <a:cubicBezTo>
                    <a:pt x="1453" y="47"/>
                    <a:pt x="1453" y="47"/>
                    <a:pt x="1453" y="47"/>
                  </a:cubicBezTo>
                  <a:lnTo>
                    <a:pt x="1359" y="130"/>
                  </a:lnTo>
                  <a:close/>
                  <a:moveTo>
                    <a:pt x="1164" y="332"/>
                  </a:moveTo>
                  <a:cubicBezTo>
                    <a:pt x="1189" y="182"/>
                    <a:pt x="1189" y="182"/>
                    <a:pt x="1189" y="182"/>
                  </a:cubicBezTo>
                  <a:cubicBezTo>
                    <a:pt x="1341" y="176"/>
                    <a:pt x="1341" y="176"/>
                    <a:pt x="1341" y="176"/>
                  </a:cubicBezTo>
                  <a:cubicBezTo>
                    <a:pt x="1316" y="326"/>
                    <a:pt x="1316" y="326"/>
                    <a:pt x="1316" y="326"/>
                  </a:cubicBezTo>
                  <a:lnTo>
                    <a:pt x="1164" y="332"/>
                  </a:lnTo>
                  <a:close/>
                  <a:moveTo>
                    <a:pt x="1428" y="418"/>
                  </a:moveTo>
                  <a:cubicBezTo>
                    <a:pt x="1360" y="341"/>
                    <a:pt x="1360" y="341"/>
                    <a:pt x="1360" y="341"/>
                  </a:cubicBezTo>
                  <a:cubicBezTo>
                    <a:pt x="1388" y="164"/>
                    <a:pt x="1388" y="164"/>
                    <a:pt x="1388" y="164"/>
                  </a:cubicBezTo>
                  <a:cubicBezTo>
                    <a:pt x="1482" y="81"/>
                    <a:pt x="1482" y="81"/>
                    <a:pt x="1482" y="81"/>
                  </a:cubicBezTo>
                  <a:lnTo>
                    <a:pt x="1428" y="418"/>
                  </a:lnTo>
                  <a:close/>
                  <a:moveTo>
                    <a:pt x="1428" y="418"/>
                  </a:moveTo>
                  <a:cubicBezTo>
                    <a:pt x="1428" y="418"/>
                    <a:pt x="1428" y="418"/>
                    <a:pt x="1428" y="41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6" name="Google Shape;716;p25"/>
          <p:cNvGrpSpPr/>
          <p:nvPr/>
        </p:nvGrpSpPr>
        <p:grpSpPr>
          <a:xfrm>
            <a:off x="1126466" y="3724464"/>
            <a:ext cx="319664" cy="420606"/>
            <a:chOff x="1382775" y="4868765"/>
            <a:chExt cx="397444" cy="520874"/>
          </a:xfrm>
        </p:grpSpPr>
        <p:sp>
          <p:nvSpPr>
            <p:cNvPr id="717" name="Google Shape;717;p25"/>
            <p:cNvSpPr/>
            <p:nvPr/>
          </p:nvSpPr>
          <p:spPr>
            <a:xfrm>
              <a:off x="1467582" y="5216393"/>
              <a:ext cx="65446" cy="165645"/>
            </a:xfrm>
            <a:custGeom>
              <a:avLst/>
              <a:gdLst/>
              <a:ahLst/>
              <a:cxnLst/>
              <a:rect l="l" t="t" r="r" b="b"/>
              <a:pathLst>
                <a:path w="3964" h="10033" extrusionOk="0">
                  <a:moveTo>
                    <a:pt x="1" y="1"/>
                  </a:moveTo>
                  <a:lnTo>
                    <a:pt x="1" y="7829"/>
                  </a:lnTo>
                  <a:lnTo>
                    <a:pt x="449" y="7829"/>
                  </a:lnTo>
                  <a:lnTo>
                    <a:pt x="3550" y="9983"/>
                  </a:lnTo>
                  <a:cubicBezTo>
                    <a:pt x="3596" y="10017"/>
                    <a:pt x="3648" y="10032"/>
                    <a:pt x="3700" y="10032"/>
                  </a:cubicBezTo>
                  <a:cubicBezTo>
                    <a:pt x="3835" y="10032"/>
                    <a:pt x="3964" y="9927"/>
                    <a:pt x="3964" y="9781"/>
                  </a:cubicBezTo>
                  <a:lnTo>
                    <a:pt x="3964" y="2589"/>
                  </a:lnTo>
                  <a:cubicBezTo>
                    <a:pt x="3964" y="2510"/>
                    <a:pt x="3920" y="2426"/>
                    <a:pt x="3841" y="2387"/>
                  </a:cubicBezTo>
                  <a:lnTo>
                    <a:pt x="449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5"/>
            <p:cNvSpPr/>
            <p:nvPr/>
          </p:nvSpPr>
          <p:spPr>
            <a:xfrm>
              <a:off x="1630376" y="4876509"/>
              <a:ext cx="65115" cy="165628"/>
            </a:xfrm>
            <a:custGeom>
              <a:avLst/>
              <a:gdLst/>
              <a:ahLst/>
              <a:cxnLst/>
              <a:rect l="l" t="t" r="r" b="b"/>
              <a:pathLst>
                <a:path w="3944" h="10032" extrusionOk="0">
                  <a:moveTo>
                    <a:pt x="263" y="0"/>
                  </a:moveTo>
                  <a:cubicBezTo>
                    <a:pt x="130" y="0"/>
                    <a:pt x="0" y="105"/>
                    <a:pt x="0" y="251"/>
                  </a:cubicBezTo>
                  <a:lnTo>
                    <a:pt x="0" y="7443"/>
                  </a:lnTo>
                  <a:cubicBezTo>
                    <a:pt x="0" y="7522"/>
                    <a:pt x="40" y="7606"/>
                    <a:pt x="99" y="7645"/>
                  </a:cubicBezTo>
                  <a:lnTo>
                    <a:pt x="3510" y="10031"/>
                  </a:lnTo>
                  <a:lnTo>
                    <a:pt x="3944" y="10031"/>
                  </a:lnTo>
                  <a:lnTo>
                    <a:pt x="3944" y="2223"/>
                  </a:lnTo>
                  <a:lnTo>
                    <a:pt x="3510" y="2223"/>
                  </a:lnTo>
                  <a:lnTo>
                    <a:pt x="410" y="49"/>
                  </a:lnTo>
                  <a:cubicBezTo>
                    <a:pt x="365" y="15"/>
                    <a:pt x="313" y="0"/>
                    <a:pt x="26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5"/>
            <p:cNvSpPr/>
            <p:nvPr/>
          </p:nvSpPr>
          <p:spPr>
            <a:xfrm>
              <a:off x="1708676" y="4876509"/>
              <a:ext cx="64141" cy="165628"/>
            </a:xfrm>
            <a:custGeom>
              <a:avLst/>
              <a:gdLst/>
              <a:ahLst/>
              <a:cxnLst/>
              <a:rect l="l" t="t" r="r" b="b"/>
              <a:pathLst>
                <a:path w="3885" h="10032" extrusionOk="0">
                  <a:moveTo>
                    <a:pt x="3621" y="0"/>
                  </a:moveTo>
                  <a:cubicBezTo>
                    <a:pt x="3569" y="0"/>
                    <a:pt x="3517" y="15"/>
                    <a:pt x="3471" y="49"/>
                  </a:cubicBezTo>
                  <a:lnTo>
                    <a:pt x="370" y="2223"/>
                  </a:lnTo>
                  <a:lnTo>
                    <a:pt x="0" y="2223"/>
                  </a:lnTo>
                  <a:lnTo>
                    <a:pt x="0" y="10031"/>
                  </a:lnTo>
                  <a:lnTo>
                    <a:pt x="370" y="10031"/>
                  </a:lnTo>
                  <a:lnTo>
                    <a:pt x="3781" y="7645"/>
                  </a:lnTo>
                  <a:cubicBezTo>
                    <a:pt x="3840" y="7606"/>
                    <a:pt x="3885" y="7522"/>
                    <a:pt x="3885" y="7443"/>
                  </a:cubicBezTo>
                  <a:lnTo>
                    <a:pt x="3885" y="251"/>
                  </a:lnTo>
                  <a:cubicBezTo>
                    <a:pt x="3885" y="105"/>
                    <a:pt x="3756" y="0"/>
                    <a:pt x="3621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5"/>
            <p:cNvSpPr/>
            <p:nvPr/>
          </p:nvSpPr>
          <p:spPr>
            <a:xfrm>
              <a:off x="1688333" y="4895960"/>
              <a:ext cx="26466" cy="406922"/>
            </a:xfrm>
            <a:custGeom>
              <a:avLst/>
              <a:gdLst/>
              <a:ahLst/>
              <a:cxnLst/>
              <a:rect l="l" t="t" r="r" b="b"/>
              <a:pathLst>
                <a:path w="1603" h="24647" extrusionOk="0">
                  <a:moveTo>
                    <a:pt x="804" y="0"/>
                  </a:moveTo>
                  <a:cubicBezTo>
                    <a:pt x="350" y="0"/>
                    <a:pt x="0" y="350"/>
                    <a:pt x="0" y="799"/>
                  </a:cubicBezTo>
                  <a:lnTo>
                    <a:pt x="0" y="24277"/>
                  </a:lnTo>
                  <a:lnTo>
                    <a:pt x="843" y="24647"/>
                  </a:lnTo>
                  <a:lnTo>
                    <a:pt x="1602" y="24297"/>
                  </a:lnTo>
                  <a:lnTo>
                    <a:pt x="1602" y="799"/>
                  </a:lnTo>
                  <a:cubicBezTo>
                    <a:pt x="1602" y="350"/>
                    <a:pt x="1252" y="0"/>
                    <a:pt x="804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5"/>
            <p:cNvSpPr/>
            <p:nvPr/>
          </p:nvSpPr>
          <p:spPr>
            <a:xfrm>
              <a:off x="1400427" y="5040424"/>
              <a:ext cx="51858" cy="36636"/>
            </a:xfrm>
            <a:custGeom>
              <a:avLst/>
              <a:gdLst/>
              <a:ahLst/>
              <a:cxnLst/>
              <a:rect l="l" t="t" r="r" b="b"/>
              <a:pathLst>
                <a:path w="3141" h="2219" extrusionOk="0">
                  <a:moveTo>
                    <a:pt x="287" y="1"/>
                  </a:moveTo>
                  <a:cubicBezTo>
                    <a:pt x="100" y="1"/>
                    <a:pt x="1" y="203"/>
                    <a:pt x="124" y="351"/>
                  </a:cubicBezTo>
                  <a:lnTo>
                    <a:pt x="573" y="844"/>
                  </a:lnTo>
                  <a:cubicBezTo>
                    <a:pt x="696" y="987"/>
                    <a:pt x="696" y="1213"/>
                    <a:pt x="573" y="1376"/>
                  </a:cubicBezTo>
                  <a:lnTo>
                    <a:pt x="124" y="1869"/>
                  </a:lnTo>
                  <a:cubicBezTo>
                    <a:pt x="1" y="1992"/>
                    <a:pt x="100" y="2219"/>
                    <a:pt x="287" y="2219"/>
                  </a:cubicBezTo>
                  <a:lnTo>
                    <a:pt x="3141" y="2219"/>
                  </a:lnTo>
                  <a:lnTo>
                    <a:pt x="314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5"/>
            <p:cNvSpPr/>
            <p:nvPr/>
          </p:nvSpPr>
          <p:spPr>
            <a:xfrm>
              <a:off x="1714786" y="4876509"/>
              <a:ext cx="58033" cy="68285"/>
            </a:xfrm>
            <a:custGeom>
              <a:avLst/>
              <a:gdLst/>
              <a:ahLst/>
              <a:cxnLst/>
              <a:rect l="l" t="t" r="r" b="b"/>
              <a:pathLst>
                <a:path w="3515" h="4136" extrusionOk="0">
                  <a:moveTo>
                    <a:pt x="3249" y="0"/>
                  </a:moveTo>
                  <a:cubicBezTo>
                    <a:pt x="3198" y="0"/>
                    <a:pt x="3146" y="16"/>
                    <a:pt x="3101" y="49"/>
                  </a:cubicBezTo>
                  <a:lnTo>
                    <a:pt x="0" y="2223"/>
                  </a:lnTo>
                  <a:lnTo>
                    <a:pt x="0" y="4136"/>
                  </a:lnTo>
                  <a:lnTo>
                    <a:pt x="3515" y="1671"/>
                  </a:lnTo>
                  <a:lnTo>
                    <a:pt x="3515" y="271"/>
                  </a:lnTo>
                  <a:cubicBezTo>
                    <a:pt x="3515" y="110"/>
                    <a:pt x="3384" y="0"/>
                    <a:pt x="324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5"/>
            <p:cNvSpPr/>
            <p:nvPr/>
          </p:nvSpPr>
          <p:spPr>
            <a:xfrm>
              <a:off x="1714786" y="4966847"/>
              <a:ext cx="58033" cy="75616"/>
            </a:xfrm>
            <a:custGeom>
              <a:avLst/>
              <a:gdLst/>
              <a:ahLst/>
              <a:cxnLst/>
              <a:rect l="l" t="t" r="r" b="b"/>
              <a:pathLst>
                <a:path w="3515" h="4580" extrusionOk="0">
                  <a:moveTo>
                    <a:pt x="3515" y="1"/>
                  </a:moveTo>
                  <a:cubicBezTo>
                    <a:pt x="3515" y="99"/>
                    <a:pt x="3470" y="163"/>
                    <a:pt x="3411" y="222"/>
                  </a:cubicBezTo>
                  <a:lnTo>
                    <a:pt x="0" y="2608"/>
                  </a:lnTo>
                  <a:lnTo>
                    <a:pt x="0" y="4580"/>
                  </a:lnTo>
                  <a:lnTo>
                    <a:pt x="3411" y="2194"/>
                  </a:lnTo>
                  <a:cubicBezTo>
                    <a:pt x="3470" y="2135"/>
                    <a:pt x="3515" y="2051"/>
                    <a:pt x="3515" y="1972"/>
                  </a:cubicBezTo>
                  <a:lnTo>
                    <a:pt x="3515" y="1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5"/>
            <p:cNvSpPr/>
            <p:nvPr/>
          </p:nvSpPr>
          <p:spPr>
            <a:xfrm>
              <a:off x="1714786" y="4904101"/>
              <a:ext cx="58033" cy="73255"/>
            </a:xfrm>
            <a:custGeom>
              <a:avLst/>
              <a:gdLst/>
              <a:ahLst/>
              <a:cxnLst/>
              <a:rect l="l" t="t" r="r" b="b"/>
              <a:pathLst>
                <a:path w="3515" h="4437" extrusionOk="0">
                  <a:moveTo>
                    <a:pt x="3515" y="0"/>
                  </a:moveTo>
                  <a:lnTo>
                    <a:pt x="0" y="2465"/>
                  </a:lnTo>
                  <a:lnTo>
                    <a:pt x="0" y="4436"/>
                  </a:lnTo>
                  <a:lnTo>
                    <a:pt x="3411" y="2051"/>
                  </a:lnTo>
                  <a:cubicBezTo>
                    <a:pt x="3470" y="1991"/>
                    <a:pt x="3515" y="1927"/>
                    <a:pt x="3515" y="1829"/>
                  </a:cubicBezTo>
                  <a:lnTo>
                    <a:pt x="3515" y="0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5"/>
            <p:cNvSpPr/>
            <p:nvPr/>
          </p:nvSpPr>
          <p:spPr>
            <a:xfrm>
              <a:off x="1390585" y="5216393"/>
              <a:ext cx="57967" cy="165645"/>
            </a:xfrm>
            <a:custGeom>
              <a:avLst/>
              <a:gdLst/>
              <a:ahLst/>
              <a:cxnLst/>
              <a:rect l="l" t="t" r="r" b="b"/>
              <a:pathLst>
                <a:path w="3511" h="10033" extrusionOk="0">
                  <a:moveTo>
                    <a:pt x="3510" y="1"/>
                  </a:moveTo>
                  <a:lnTo>
                    <a:pt x="104" y="2387"/>
                  </a:lnTo>
                  <a:cubicBezTo>
                    <a:pt x="40" y="2426"/>
                    <a:pt x="1" y="2510"/>
                    <a:pt x="1" y="2589"/>
                  </a:cubicBezTo>
                  <a:lnTo>
                    <a:pt x="1" y="9781"/>
                  </a:lnTo>
                  <a:cubicBezTo>
                    <a:pt x="1" y="9927"/>
                    <a:pt x="119" y="10032"/>
                    <a:pt x="254" y="10032"/>
                  </a:cubicBezTo>
                  <a:cubicBezTo>
                    <a:pt x="306" y="10032"/>
                    <a:pt x="359" y="10017"/>
                    <a:pt x="410" y="9983"/>
                  </a:cubicBezTo>
                  <a:lnTo>
                    <a:pt x="3510" y="7829"/>
                  </a:lnTo>
                  <a:lnTo>
                    <a:pt x="3510" y="1"/>
                  </a:lnTo>
                  <a:close/>
                </a:path>
              </a:pathLst>
            </a:custGeom>
            <a:solidFill>
              <a:srgbClr val="FECF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5"/>
            <p:cNvSpPr/>
            <p:nvPr/>
          </p:nvSpPr>
          <p:spPr>
            <a:xfrm>
              <a:off x="1390585" y="5314078"/>
              <a:ext cx="57967" cy="67972"/>
            </a:xfrm>
            <a:custGeom>
              <a:avLst/>
              <a:gdLst/>
              <a:ahLst/>
              <a:cxnLst/>
              <a:rect l="l" t="t" r="r" b="b"/>
              <a:pathLst>
                <a:path w="3511" h="4117" extrusionOk="0">
                  <a:moveTo>
                    <a:pt x="3510" y="0"/>
                  </a:moveTo>
                  <a:lnTo>
                    <a:pt x="1" y="2465"/>
                  </a:lnTo>
                  <a:lnTo>
                    <a:pt x="1" y="3865"/>
                  </a:lnTo>
                  <a:cubicBezTo>
                    <a:pt x="1" y="4011"/>
                    <a:pt x="119" y="4116"/>
                    <a:pt x="254" y="4116"/>
                  </a:cubicBezTo>
                  <a:cubicBezTo>
                    <a:pt x="306" y="4116"/>
                    <a:pt x="359" y="4101"/>
                    <a:pt x="410" y="4067"/>
                  </a:cubicBezTo>
                  <a:lnTo>
                    <a:pt x="3510" y="1913"/>
                  </a:lnTo>
                  <a:lnTo>
                    <a:pt x="3510" y="0"/>
                  </a:lnTo>
                  <a:close/>
                </a:path>
              </a:pathLst>
            </a:custGeom>
            <a:solidFill>
              <a:srgbClr val="FE45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5"/>
            <p:cNvSpPr/>
            <p:nvPr/>
          </p:nvSpPr>
          <p:spPr>
            <a:xfrm>
              <a:off x="1390585" y="5216393"/>
              <a:ext cx="57967" cy="75302"/>
            </a:xfrm>
            <a:custGeom>
              <a:avLst/>
              <a:gdLst/>
              <a:ahLst/>
              <a:cxnLst/>
              <a:rect l="l" t="t" r="r" b="b"/>
              <a:pathLst>
                <a:path w="3511" h="4561" extrusionOk="0">
                  <a:moveTo>
                    <a:pt x="3510" y="1"/>
                  </a:moveTo>
                  <a:lnTo>
                    <a:pt x="104" y="2387"/>
                  </a:lnTo>
                  <a:cubicBezTo>
                    <a:pt x="40" y="2426"/>
                    <a:pt x="1" y="2510"/>
                    <a:pt x="1" y="2589"/>
                  </a:cubicBezTo>
                  <a:lnTo>
                    <a:pt x="1" y="4561"/>
                  </a:lnTo>
                  <a:cubicBezTo>
                    <a:pt x="1" y="4482"/>
                    <a:pt x="40" y="4398"/>
                    <a:pt x="104" y="4358"/>
                  </a:cubicBezTo>
                  <a:lnTo>
                    <a:pt x="3510" y="1973"/>
                  </a:lnTo>
                  <a:lnTo>
                    <a:pt x="3510" y="1"/>
                  </a:lnTo>
                  <a:close/>
                </a:path>
              </a:pathLst>
            </a:custGeom>
            <a:solidFill>
              <a:srgbClr val="85C2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5"/>
            <p:cNvSpPr/>
            <p:nvPr/>
          </p:nvSpPr>
          <p:spPr>
            <a:xfrm>
              <a:off x="1390585" y="5281516"/>
              <a:ext cx="57967" cy="73255"/>
            </a:xfrm>
            <a:custGeom>
              <a:avLst/>
              <a:gdLst/>
              <a:ahLst/>
              <a:cxnLst/>
              <a:rect l="l" t="t" r="r" b="b"/>
              <a:pathLst>
                <a:path w="3511" h="4437" extrusionOk="0">
                  <a:moveTo>
                    <a:pt x="3510" y="0"/>
                  </a:moveTo>
                  <a:lnTo>
                    <a:pt x="104" y="2386"/>
                  </a:lnTo>
                  <a:cubicBezTo>
                    <a:pt x="40" y="2426"/>
                    <a:pt x="1" y="2509"/>
                    <a:pt x="1" y="2588"/>
                  </a:cubicBezTo>
                  <a:lnTo>
                    <a:pt x="1" y="4437"/>
                  </a:lnTo>
                  <a:lnTo>
                    <a:pt x="3510" y="1972"/>
                  </a:lnTo>
                  <a:lnTo>
                    <a:pt x="3510" y="0"/>
                  </a:lnTo>
                  <a:close/>
                </a:path>
              </a:pathLst>
            </a:custGeom>
            <a:solidFill>
              <a:srgbClr val="FE7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5"/>
            <p:cNvSpPr/>
            <p:nvPr/>
          </p:nvSpPr>
          <p:spPr>
            <a:xfrm>
              <a:off x="1448543" y="4962042"/>
              <a:ext cx="26466" cy="400830"/>
            </a:xfrm>
            <a:custGeom>
              <a:avLst/>
              <a:gdLst/>
              <a:ahLst/>
              <a:cxnLst/>
              <a:rect l="l" t="t" r="r" b="b"/>
              <a:pathLst>
                <a:path w="1603" h="24278" extrusionOk="0">
                  <a:moveTo>
                    <a:pt x="759" y="1"/>
                  </a:moveTo>
                  <a:lnTo>
                    <a:pt x="0" y="331"/>
                  </a:lnTo>
                  <a:lnTo>
                    <a:pt x="0" y="23479"/>
                  </a:lnTo>
                  <a:cubicBezTo>
                    <a:pt x="0" y="23908"/>
                    <a:pt x="350" y="24278"/>
                    <a:pt x="804" y="24278"/>
                  </a:cubicBezTo>
                  <a:cubicBezTo>
                    <a:pt x="1233" y="24278"/>
                    <a:pt x="1602" y="23908"/>
                    <a:pt x="1602" y="23479"/>
                  </a:cubicBezTo>
                  <a:lnTo>
                    <a:pt x="1602" y="351"/>
                  </a:lnTo>
                  <a:lnTo>
                    <a:pt x="759" y="1"/>
                  </a:lnTo>
                  <a:close/>
                </a:path>
              </a:pathLst>
            </a:custGeom>
            <a:solidFill>
              <a:srgbClr val="CEC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5"/>
            <p:cNvSpPr/>
            <p:nvPr/>
          </p:nvSpPr>
          <p:spPr>
            <a:xfrm>
              <a:off x="1390585" y="5216393"/>
              <a:ext cx="62771" cy="165645"/>
            </a:xfrm>
            <a:custGeom>
              <a:avLst/>
              <a:gdLst/>
              <a:ahLst/>
              <a:cxnLst/>
              <a:rect l="l" t="t" r="r" b="b"/>
              <a:pathLst>
                <a:path w="3802" h="10033" extrusionOk="0">
                  <a:moveTo>
                    <a:pt x="3510" y="1"/>
                  </a:moveTo>
                  <a:lnTo>
                    <a:pt x="104" y="2387"/>
                  </a:lnTo>
                  <a:cubicBezTo>
                    <a:pt x="40" y="2426"/>
                    <a:pt x="1" y="2510"/>
                    <a:pt x="1" y="2589"/>
                  </a:cubicBezTo>
                  <a:lnTo>
                    <a:pt x="1" y="9781"/>
                  </a:lnTo>
                  <a:cubicBezTo>
                    <a:pt x="1" y="9927"/>
                    <a:pt x="119" y="10032"/>
                    <a:pt x="254" y="10032"/>
                  </a:cubicBezTo>
                  <a:cubicBezTo>
                    <a:pt x="306" y="10032"/>
                    <a:pt x="359" y="10017"/>
                    <a:pt x="410" y="9983"/>
                  </a:cubicBezTo>
                  <a:lnTo>
                    <a:pt x="3510" y="7829"/>
                  </a:lnTo>
                  <a:lnTo>
                    <a:pt x="3801" y="7809"/>
                  </a:lnTo>
                  <a:lnTo>
                    <a:pt x="380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5"/>
            <p:cNvSpPr/>
            <p:nvPr/>
          </p:nvSpPr>
          <p:spPr>
            <a:xfrm>
              <a:off x="1390585" y="5314078"/>
              <a:ext cx="57967" cy="67972"/>
            </a:xfrm>
            <a:custGeom>
              <a:avLst/>
              <a:gdLst/>
              <a:ahLst/>
              <a:cxnLst/>
              <a:rect l="l" t="t" r="r" b="b"/>
              <a:pathLst>
                <a:path w="3511" h="4117" extrusionOk="0">
                  <a:moveTo>
                    <a:pt x="3510" y="0"/>
                  </a:moveTo>
                  <a:lnTo>
                    <a:pt x="1" y="2465"/>
                  </a:lnTo>
                  <a:lnTo>
                    <a:pt x="1" y="3865"/>
                  </a:lnTo>
                  <a:cubicBezTo>
                    <a:pt x="1" y="4011"/>
                    <a:pt x="119" y="4116"/>
                    <a:pt x="254" y="4116"/>
                  </a:cubicBezTo>
                  <a:cubicBezTo>
                    <a:pt x="306" y="4116"/>
                    <a:pt x="359" y="4101"/>
                    <a:pt x="410" y="4067"/>
                  </a:cubicBezTo>
                  <a:lnTo>
                    <a:pt x="3510" y="1913"/>
                  </a:lnTo>
                  <a:lnTo>
                    <a:pt x="3510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5"/>
            <p:cNvSpPr/>
            <p:nvPr/>
          </p:nvSpPr>
          <p:spPr>
            <a:xfrm>
              <a:off x="1390585" y="5216393"/>
              <a:ext cx="57967" cy="75302"/>
            </a:xfrm>
            <a:custGeom>
              <a:avLst/>
              <a:gdLst/>
              <a:ahLst/>
              <a:cxnLst/>
              <a:rect l="l" t="t" r="r" b="b"/>
              <a:pathLst>
                <a:path w="3511" h="4561" extrusionOk="0">
                  <a:moveTo>
                    <a:pt x="3510" y="1"/>
                  </a:moveTo>
                  <a:lnTo>
                    <a:pt x="104" y="2387"/>
                  </a:lnTo>
                  <a:cubicBezTo>
                    <a:pt x="40" y="2426"/>
                    <a:pt x="1" y="2510"/>
                    <a:pt x="1" y="2589"/>
                  </a:cubicBezTo>
                  <a:lnTo>
                    <a:pt x="1" y="4561"/>
                  </a:lnTo>
                  <a:cubicBezTo>
                    <a:pt x="1" y="4482"/>
                    <a:pt x="40" y="4398"/>
                    <a:pt x="104" y="4358"/>
                  </a:cubicBezTo>
                  <a:lnTo>
                    <a:pt x="3510" y="1973"/>
                  </a:lnTo>
                  <a:lnTo>
                    <a:pt x="3510" y="1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5"/>
            <p:cNvSpPr/>
            <p:nvPr/>
          </p:nvSpPr>
          <p:spPr>
            <a:xfrm>
              <a:off x="1390585" y="5281516"/>
              <a:ext cx="57967" cy="73255"/>
            </a:xfrm>
            <a:custGeom>
              <a:avLst/>
              <a:gdLst/>
              <a:ahLst/>
              <a:cxnLst/>
              <a:rect l="l" t="t" r="r" b="b"/>
              <a:pathLst>
                <a:path w="3511" h="4437" extrusionOk="0">
                  <a:moveTo>
                    <a:pt x="3510" y="0"/>
                  </a:moveTo>
                  <a:lnTo>
                    <a:pt x="104" y="2386"/>
                  </a:lnTo>
                  <a:cubicBezTo>
                    <a:pt x="40" y="2426"/>
                    <a:pt x="1" y="2509"/>
                    <a:pt x="1" y="2588"/>
                  </a:cubicBezTo>
                  <a:lnTo>
                    <a:pt x="1" y="4437"/>
                  </a:lnTo>
                  <a:lnTo>
                    <a:pt x="3510" y="1972"/>
                  </a:lnTo>
                  <a:lnTo>
                    <a:pt x="3510" y="0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5"/>
            <p:cNvSpPr/>
            <p:nvPr/>
          </p:nvSpPr>
          <p:spPr>
            <a:xfrm>
              <a:off x="1448543" y="4952927"/>
              <a:ext cx="26466" cy="409943"/>
            </a:xfrm>
            <a:custGeom>
              <a:avLst/>
              <a:gdLst/>
              <a:ahLst/>
              <a:cxnLst/>
              <a:rect l="l" t="t" r="r" b="b"/>
              <a:pathLst>
                <a:path w="1603" h="24830" extrusionOk="0">
                  <a:moveTo>
                    <a:pt x="759" y="1"/>
                  </a:moveTo>
                  <a:lnTo>
                    <a:pt x="0" y="326"/>
                  </a:lnTo>
                  <a:lnTo>
                    <a:pt x="0" y="24031"/>
                  </a:lnTo>
                  <a:cubicBezTo>
                    <a:pt x="0" y="24460"/>
                    <a:pt x="350" y="24830"/>
                    <a:pt x="804" y="24830"/>
                  </a:cubicBezTo>
                  <a:cubicBezTo>
                    <a:pt x="1233" y="24830"/>
                    <a:pt x="1602" y="24460"/>
                    <a:pt x="1602" y="24031"/>
                  </a:cubicBezTo>
                  <a:lnTo>
                    <a:pt x="1602" y="351"/>
                  </a:lnTo>
                  <a:lnTo>
                    <a:pt x="759" y="1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5"/>
            <p:cNvSpPr/>
            <p:nvPr/>
          </p:nvSpPr>
          <p:spPr>
            <a:xfrm>
              <a:off x="1474996" y="5314078"/>
              <a:ext cx="58033" cy="67972"/>
            </a:xfrm>
            <a:custGeom>
              <a:avLst/>
              <a:gdLst/>
              <a:ahLst/>
              <a:cxnLst/>
              <a:rect l="l" t="t" r="r" b="b"/>
              <a:pathLst>
                <a:path w="3515" h="4117" extrusionOk="0">
                  <a:moveTo>
                    <a:pt x="0" y="0"/>
                  </a:moveTo>
                  <a:lnTo>
                    <a:pt x="0" y="1913"/>
                  </a:lnTo>
                  <a:lnTo>
                    <a:pt x="3101" y="4067"/>
                  </a:lnTo>
                  <a:cubicBezTo>
                    <a:pt x="3147" y="4101"/>
                    <a:pt x="3199" y="4116"/>
                    <a:pt x="3251" y="4116"/>
                  </a:cubicBezTo>
                  <a:cubicBezTo>
                    <a:pt x="3386" y="4116"/>
                    <a:pt x="3515" y="4011"/>
                    <a:pt x="3515" y="3865"/>
                  </a:cubicBezTo>
                  <a:lnTo>
                    <a:pt x="3515" y="2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5"/>
            <p:cNvSpPr/>
            <p:nvPr/>
          </p:nvSpPr>
          <p:spPr>
            <a:xfrm>
              <a:off x="1474996" y="5216393"/>
              <a:ext cx="58033" cy="75302"/>
            </a:xfrm>
            <a:custGeom>
              <a:avLst/>
              <a:gdLst/>
              <a:ahLst/>
              <a:cxnLst/>
              <a:rect l="l" t="t" r="r" b="b"/>
              <a:pathLst>
                <a:path w="3515" h="4561" extrusionOk="0">
                  <a:moveTo>
                    <a:pt x="0" y="1"/>
                  </a:moveTo>
                  <a:lnTo>
                    <a:pt x="0" y="1973"/>
                  </a:lnTo>
                  <a:lnTo>
                    <a:pt x="3392" y="4358"/>
                  </a:lnTo>
                  <a:cubicBezTo>
                    <a:pt x="3471" y="4398"/>
                    <a:pt x="3515" y="4482"/>
                    <a:pt x="3515" y="4561"/>
                  </a:cubicBezTo>
                  <a:lnTo>
                    <a:pt x="3515" y="2589"/>
                  </a:lnTo>
                  <a:cubicBezTo>
                    <a:pt x="3515" y="2510"/>
                    <a:pt x="3471" y="2426"/>
                    <a:pt x="3392" y="238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5"/>
            <p:cNvSpPr/>
            <p:nvPr/>
          </p:nvSpPr>
          <p:spPr>
            <a:xfrm>
              <a:off x="1474996" y="5281516"/>
              <a:ext cx="58033" cy="73255"/>
            </a:xfrm>
            <a:custGeom>
              <a:avLst/>
              <a:gdLst/>
              <a:ahLst/>
              <a:cxnLst/>
              <a:rect l="l" t="t" r="r" b="b"/>
              <a:pathLst>
                <a:path w="3515" h="4437" extrusionOk="0">
                  <a:moveTo>
                    <a:pt x="0" y="0"/>
                  </a:moveTo>
                  <a:lnTo>
                    <a:pt x="0" y="1972"/>
                  </a:lnTo>
                  <a:lnTo>
                    <a:pt x="3515" y="4437"/>
                  </a:lnTo>
                  <a:lnTo>
                    <a:pt x="3515" y="2588"/>
                  </a:lnTo>
                  <a:cubicBezTo>
                    <a:pt x="3515" y="2509"/>
                    <a:pt x="3471" y="2426"/>
                    <a:pt x="3392" y="23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5"/>
            <p:cNvSpPr/>
            <p:nvPr/>
          </p:nvSpPr>
          <p:spPr>
            <a:xfrm>
              <a:off x="1638995" y="5273161"/>
              <a:ext cx="125212" cy="104954"/>
            </a:xfrm>
            <a:custGeom>
              <a:avLst/>
              <a:gdLst/>
              <a:ahLst/>
              <a:cxnLst/>
              <a:rect l="l" t="t" r="r" b="b"/>
              <a:pathLst>
                <a:path w="7584" h="6357" extrusionOk="0">
                  <a:moveTo>
                    <a:pt x="460" y="0"/>
                  </a:moveTo>
                  <a:cubicBezTo>
                    <a:pt x="206" y="0"/>
                    <a:pt x="0" y="289"/>
                    <a:pt x="154" y="551"/>
                  </a:cubicBezTo>
                  <a:lnTo>
                    <a:pt x="3604" y="6220"/>
                  </a:lnTo>
                  <a:cubicBezTo>
                    <a:pt x="3656" y="6311"/>
                    <a:pt x="3744" y="6356"/>
                    <a:pt x="3831" y="6356"/>
                  </a:cubicBezTo>
                  <a:cubicBezTo>
                    <a:pt x="3919" y="6356"/>
                    <a:pt x="4006" y="6311"/>
                    <a:pt x="4058" y="6220"/>
                  </a:cubicBezTo>
                  <a:lnTo>
                    <a:pt x="7425" y="551"/>
                  </a:lnTo>
                  <a:cubicBezTo>
                    <a:pt x="7583" y="304"/>
                    <a:pt x="7385" y="1"/>
                    <a:pt x="7119" y="1"/>
                  </a:cubicBezTo>
                  <a:cubicBezTo>
                    <a:pt x="7072" y="1"/>
                    <a:pt x="7022" y="11"/>
                    <a:pt x="6971" y="33"/>
                  </a:cubicBezTo>
                  <a:lnTo>
                    <a:pt x="4590" y="1083"/>
                  </a:lnTo>
                  <a:lnTo>
                    <a:pt x="3831" y="1433"/>
                  </a:lnTo>
                  <a:lnTo>
                    <a:pt x="2988" y="1063"/>
                  </a:lnTo>
                  <a:lnTo>
                    <a:pt x="607" y="33"/>
                  </a:lnTo>
                  <a:cubicBezTo>
                    <a:pt x="558" y="11"/>
                    <a:pt x="508" y="0"/>
                    <a:pt x="460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5"/>
            <p:cNvSpPr/>
            <p:nvPr/>
          </p:nvSpPr>
          <p:spPr>
            <a:xfrm>
              <a:off x="1630376" y="4876509"/>
              <a:ext cx="57967" cy="68285"/>
            </a:xfrm>
            <a:custGeom>
              <a:avLst/>
              <a:gdLst/>
              <a:ahLst/>
              <a:cxnLst/>
              <a:rect l="l" t="t" r="r" b="b"/>
              <a:pathLst>
                <a:path w="3511" h="4136" extrusionOk="0">
                  <a:moveTo>
                    <a:pt x="265" y="0"/>
                  </a:moveTo>
                  <a:cubicBezTo>
                    <a:pt x="131" y="0"/>
                    <a:pt x="0" y="110"/>
                    <a:pt x="0" y="271"/>
                  </a:cubicBezTo>
                  <a:lnTo>
                    <a:pt x="0" y="1671"/>
                  </a:lnTo>
                  <a:lnTo>
                    <a:pt x="3510" y="4136"/>
                  </a:lnTo>
                  <a:lnTo>
                    <a:pt x="3510" y="2223"/>
                  </a:lnTo>
                  <a:lnTo>
                    <a:pt x="410" y="49"/>
                  </a:lnTo>
                  <a:cubicBezTo>
                    <a:pt x="365" y="16"/>
                    <a:pt x="315" y="0"/>
                    <a:pt x="265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5"/>
            <p:cNvSpPr/>
            <p:nvPr/>
          </p:nvSpPr>
          <p:spPr>
            <a:xfrm>
              <a:off x="1630376" y="4966847"/>
              <a:ext cx="57967" cy="75616"/>
            </a:xfrm>
            <a:custGeom>
              <a:avLst/>
              <a:gdLst/>
              <a:ahLst/>
              <a:cxnLst/>
              <a:rect l="l" t="t" r="r" b="b"/>
              <a:pathLst>
                <a:path w="3511" h="4580" extrusionOk="0">
                  <a:moveTo>
                    <a:pt x="0" y="1"/>
                  </a:moveTo>
                  <a:lnTo>
                    <a:pt x="0" y="1972"/>
                  </a:lnTo>
                  <a:cubicBezTo>
                    <a:pt x="0" y="2051"/>
                    <a:pt x="40" y="2135"/>
                    <a:pt x="99" y="2194"/>
                  </a:cubicBezTo>
                  <a:lnTo>
                    <a:pt x="3510" y="4580"/>
                  </a:lnTo>
                  <a:lnTo>
                    <a:pt x="3510" y="2608"/>
                  </a:lnTo>
                  <a:lnTo>
                    <a:pt x="99" y="222"/>
                  </a:lnTo>
                  <a:cubicBezTo>
                    <a:pt x="40" y="163"/>
                    <a:pt x="0" y="99"/>
                    <a:pt x="0" y="1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5"/>
            <p:cNvSpPr/>
            <p:nvPr/>
          </p:nvSpPr>
          <p:spPr>
            <a:xfrm>
              <a:off x="1630376" y="4904101"/>
              <a:ext cx="57967" cy="73255"/>
            </a:xfrm>
            <a:custGeom>
              <a:avLst/>
              <a:gdLst/>
              <a:ahLst/>
              <a:cxnLst/>
              <a:rect l="l" t="t" r="r" b="b"/>
              <a:pathLst>
                <a:path w="3511" h="4437" extrusionOk="0">
                  <a:moveTo>
                    <a:pt x="0" y="0"/>
                  </a:moveTo>
                  <a:lnTo>
                    <a:pt x="0" y="1829"/>
                  </a:lnTo>
                  <a:cubicBezTo>
                    <a:pt x="0" y="1927"/>
                    <a:pt x="40" y="1991"/>
                    <a:pt x="99" y="2051"/>
                  </a:cubicBezTo>
                  <a:lnTo>
                    <a:pt x="3510" y="4436"/>
                  </a:lnTo>
                  <a:lnTo>
                    <a:pt x="3510" y="2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5"/>
            <p:cNvSpPr/>
            <p:nvPr/>
          </p:nvSpPr>
          <p:spPr>
            <a:xfrm>
              <a:off x="1440072" y="5032284"/>
              <a:ext cx="42744" cy="52915"/>
            </a:xfrm>
            <a:custGeom>
              <a:avLst/>
              <a:gdLst/>
              <a:ahLst/>
              <a:cxnLst/>
              <a:rect l="l" t="t" r="r" b="b"/>
              <a:pathLst>
                <a:path w="2589" h="3205" extrusionOk="0">
                  <a:moveTo>
                    <a:pt x="577" y="1"/>
                  </a:moveTo>
                  <a:cubicBezTo>
                    <a:pt x="267" y="1"/>
                    <a:pt x="1" y="247"/>
                    <a:pt x="1" y="573"/>
                  </a:cubicBezTo>
                  <a:lnTo>
                    <a:pt x="1" y="2608"/>
                  </a:lnTo>
                  <a:cubicBezTo>
                    <a:pt x="1" y="2939"/>
                    <a:pt x="267" y="3205"/>
                    <a:pt x="577" y="3205"/>
                  </a:cubicBezTo>
                  <a:lnTo>
                    <a:pt x="2012" y="3205"/>
                  </a:lnTo>
                  <a:cubicBezTo>
                    <a:pt x="2322" y="3205"/>
                    <a:pt x="2588" y="2939"/>
                    <a:pt x="2588" y="2608"/>
                  </a:cubicBezTo>
                  <a:lnTo>
                    <a:pt x="2588" y="573"/>
                  </a:lnTo>
                  <a:cubicBezTo>
                    <a:pt x="2588" y="247"/>
                    <a:pt x="2322" y="1"/>
                    <a:pt x="2012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5"/>
            <p:cNvSpPr/>
            <p:nvPr/>
          </p:nvSpPr>
          <p:spPr>
            <a:xfrm>
              <a:off x="1399221" y="4881100"/>
              <a:ext cx="125228" cy="104475"/>
            </a:xfrm>
            <a:custGeom>
              <a:avLst/>
              <a:gdLst/>
              <a:ahLst/>
              <a:cxnLst/>
              <a:rect l="l" t="t" r="r" b="b"/>
              <a:pathLst>
                <a:path w="7585" h="6328" extrusionOk="0">
                  <a:moveTo>
                    <a:pt x="3756" y="0"/>
                  </a:moveTo>
                  <a:cubicBezTo>
                    <a:pt x="3660" y="0"/>
                    <a:pt x="3561" y="47"/>
                    <a:pt x="3500" y="141"/>
                  </a:cubicBezTo>
                  <a:lnTo>
                    <a:pt x="153" y="5765"/>
                  </a:lnTo>
                  <a:cubicBezTo>
                    <a:pt x="0" y="6025"/>
                    <a:pt x="189" y="6313"/>
                    <a:pt x="449" y="6313"/>
                  </a:cubicBezTo>
                  <a:cubicBezTo>
                    <a:pt x="499" y="6313"/>
                    <a:pt x="553" y="6302"/>
                    <a:pt x="606" y="6278"/>
                  </a:cubicBezTo>
                  <a:lnTo>
                    <a:pt x="2987" y="5233"/>
                  </a:lnTo>
                  <a:lnTo>
                    <a:pt x="3746" y="4903"/>
                  </a:lnTo>
                  <a:lnTo>
                    <a:pt x="4589" y="5253"/>
                  </a:lnTo>
                  <a:lnTo>
                    <a:pt x="6975" y="6303"/>
                  </a:lnTo>
                  <a:cubicBezTo>
                    <a:pt x="7018" y="6320"/>
                    <a:pt x="7062" y="6328"/>
                    <a:pt x="7104" y="6328"/>
                  </a:cubicBezTo>
                  <a:cubicBezTo>
                    <a:pt x="7364" y="6328"/>
                    <a:pt x="7585" y="6032"/>
                    <a:pt x="7424" y="5765"/>
                  </a:cubicBezTo>
                  <a:lnTo>
                    <a:pt x="3993" y="141"/>
                  </a:lnTo>
                  <a:cubicBezTo>
                    <a:pt x="3944" y="47"/>
                    <a:pt x="3851" y="0"/>
                    <a:pt x="3756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5"/>
            <p:cNvSpPr/>
            <p:nvPr/>
          </p:nvSpPr>
          <p:spPr>
            <a:xfrm>
              <a:off x="1382775" y="4868765"/>
              <a:ext cx="157654" cy="520874"/>
            </a:xfrm>
            <a:custGeom>
              <a:avLst/>
              <a:gdLst/>
              <a:ahLst/>
              <a:cxnLst/>
              <a:rect l="l" t="t" r="r" b="b"/>
              <a:pathLst>
                <a:path w="9549" h="31549" extrusionOk="0">
                  <a:moveTo>
                    <a:pt x="4313" y="2076"/>
                  </a:moveTo>
                  <a:lnTo>
                    <a:pt x="4313" y="3126"/>
                  </a:lnTo>
                  <a:cubicBezTo>
                    <a:pt x="4313" y="3372"/>
                    <a:pt x="4521" y="3574"/>
                    <a:pt x="4767" y="3574"/>
                  </a:cubicBezTo>
                  <a:cubicBezTo>
                    <a:pt x="5033" y="3574"/>
                    <a:pt x="5235" y="3372"/>
                    <a:pt x="5235" y="3126"/>
                  </a:cubicBezTo>
                  <a:lnTo>
                    <a:pt x="5235" y="2179"/>
                  </a:lnTo>
                  <a:lnTo>
                    <a:pt x="7848" y="6493"/>
                  </a:lnTo>
                  <a:lnTo>
                    <a:pt x="5235" y="5364"/>
                  </a:lnTo>
                  <a:lnTo>
                    <a:pt x="5235" y="4605"/>
                  </a:lnTo>
                  <a:cubicBezTo>
                    <a:pt x="5235" y="4339"/>
                    <a:pt x="5033" y="4131"/>
                    <a:pt x="4767" y="4131"/>
                  </a:cubicBezTo>
                  <a:cubicBezTo>
                    <a:pt x="4521" y="4131"/>
                    <a:pt x="4313" y="4339"/>
                    <a:pt x="4313" y="4605"/>
                  </a:cubicBezTo>
                  <a:lnTo>
                    <a:pt x="4313" y="5324"/>
                  </a:lnTo>
                  <a:lnTo>
                    <a:pt x="1686" y="6493"/>
                  </a:lnTo>
                  <a:lnTo>
                    <a:pt x="4313" y="2076"/>
                  </a:lnTo>
                  <a:close/>
                  <a:moveTo>
                    <a:pt x="4723" y="6143"/>
                  </a:moveTo>
                  <a:lnTo>
                    <a:pt x="5112" y="6310"/>
                  </a:lnTo>
                  <a:lnTo>
                    <a:pt x="5112" y="9431"/>
                  </a:lnTo>
                  <a:lnTo>
                    <a:pt x="4437" y="9431"/>
                  </a:lnTo>
                  <a:lnTo>
                    <a:pt x="4437" y="6286"/>
                  </a:lnTo>
                  <a:lnTo>
                    <a:pt x="4723" y="6143"/>
                  </a:lnTo>
                  <a:close/>
                  <a:moveTo>
                    <a:pt x="3017" y="10845"/>
                  </a:moveTo>
                  <a:lnTo>
                    <a:pt x="3017" y="12142"/>
                  </a:lnTo>
                  <a:lnTo>
                    <a:pt x="1908" y="12142"/>
                  </a:lnTo>
                  <a:lnTo>
                    <a:pt x="1992" y="12078"/>
                  </a:lnTo>
                  <a:cubicBezTo>
                    <a:pt x="2278" y="11752"/>
                    <a:pt x="2278" y="11259"/>
                    <a:pt x="1992" y="10929"/>
                  </a:cubicBezTo>
                  <a:lnTo>
                    <a:pt x="1908" y="10845"/>
                  </a:lnTo>
                  <a:close/>
                  <a:moveTo>
                    <a:pt x="5482" y="10352"/>
                  </a:moveTo>
                  <a:cubicBezTo>
                    <a:pt x="5546" y="10352"/>
                    <a:pt x="5605" y="10416"/>
                    <a:pt x="5605" y="10476"/>
                  </a:cubicBezTo>
                  <a:lnTo>
                    <a:pt x="5605" y="12511"/>
                  </a:lnTo>
                  <a:cubicBezTo>
                    <a:pt x="5605" y="12595"/>
                    <a:pt x="5546" y="12635"/>
                    <a:pt x="5482" y="12635"/>
                  </a:cubicBezTo>
                  <a:lnTo>
                    <a:pt x="4067" y="12635"/>
                  </a:lnTo>
                  <a:cubicBezTo>
                    <a:pt x="3983" y="12635"/>
                    <a:pt x="3944" y="12595"/>
                    <a:pt x="3944" y="12511"/>
                  </a:cubicBezTo>
                  <a:lnTo>
                    <a:pt x="3944" y="10476"/>
                  </a:lnTo>
                  <a:cubicBezTo>
                    <a:pt x="3944" y="10416"/>
                    <a:pt x="3983" y="10352"/>
                    <a:pt x="4067" y="10352"/>
                  </a:cubicBezTo>
                  <a:close/>
                  <a:moveTo>
                    <a:pt x="3510" y="21936"/>
                  </a:moveTo>
                  <a:lnTo>
                    <a:pt x="3510" y="22779"/>
                  </a:lnTo>
                  <a:lnTo>
                    <a:pt x="922" y="24588"/>
                  </a:lnTo>
                  <a:lnTo>
                    <a:pt x="922" y="23745"/>
                  </a:lnTo>
                  <a:lnTo>
                    <a:pt x="3510" y="21936"/>
                  </a:lnTo>
                  <a:close/>
                  <a:moveTo>
                    <a:pt x="6039" y="21936"/>
                  </a:moveTo>
                  <a:lnTo>
                    <a:pt x="8627" y="23745"/>
                  </a:lnTo>
                  <a:lnTo>
                    <a:pt x="8627" y="24588"/>
                  </a:lnTo>
                  <a:lnTo>
                    <a:pt x="6039" y="22779"/>
                  </a:lnTo>
                  <a:lnTo>
                    <a:pt x="6039" y="21936"/>
                  </a:lnTo>
                  <a:close/>
                  <a:moveTo>
                    <a:pt x="3510" y="23908"/>
                  </a:moveTo>
                  <a:lnTo>
                    <a:pt x="3510" y="24751"/>
                  </a:lnTo>
                  <a:lnTo>
                    <a:pt x="922" y="26560"/>
                  </a:lnTo>
                  <a:lnTo>
                    <a:pt x="922" y="25717"/>
                  </a:lnTo>
                  <a:lnTo>
                    <a:pt x="3510" y="23908"/>
                  </a:lnTo>
                  <a:close/>
                  <a:moveTo>
                    <a:pt x="6039" y="23908"/>
                  </a:moveTo>
                  <a:lnTo>
                    <a:pt x="8627" y="25717"/>
                  </a:lnTo>
                  <a:lnTo>
                    <a:pt x="8627" y="26560"/>
                  </a:lnTo>
                  <a:lnTo>
                    <a:pt x="6039" y="24751"/>
                  </a:lnTo>
                  <a:lnTo>
                    <a:pt x="6039" y="23908"/>
                  </a:lnTo>
                  <a:close/>
                  <a:moveTo>
                    <a:pt x="3510" y="25880"/>
                  </a:moveTo>
                  <a:lnTo>
                    <a:pt x="3510" y="26723"/>
                  </a:lnTo>
                  <a:lnTo>
                    <a:pt x="922" y="28532"/>
                  </a:lnTo>
                  <a:lnTo>
                    <a:pt x="922" y="27689"/>
                  </a:lnTo>
                  <a:lnTo>
                    <a:pt x="3510" y="25880"/>
                  </a:lnTo>
                  <a:close/>
                  <a:moveTo>
                    <a:pt x="6039" y="25880"/>
                  </a:moveTo>
                  <a:lnTo>
                    <a:pt x="8627" y="27689"/>
                  </a:lnTo>
                  <a:lnTo>
                    <a:pt x="8627" y="28532"/>
                  </a:lnTo>
                  <a:lnTo>
                    <a:pt x="6039" y="26723"/>
                  </a:lnTo>
                  <a:lnTo>
                    <a:pt x="6039" y="25880"/>
                  </a:lnTo>
                  <a:close/>
                  <a:moveTo>
                    <a:pt x="3510" y="27851"/>
                  </a:moveTo>
                  <a:lnTo>
                    <a:pt x="3510" y="28635"/>
                  </a:lnTo>
                  <a:lnTo>
                    <a:pt x="922" y="30439"/>
                  </a:lnTo>
                  <a:lnTo>
                    <a:pt x="922" y="29661"/>
                  </a:lnTo>
                  <a:lnTo>
                    <a:pt x="3510" y="27851"/>
                  </a:lnTo>
                  <a:close/>
                  <a:moveTo>
                    <a:pt x="6039" y="27851"/>
                  </a:moveTo>
                  <a:lnTo>
                    <a:pt x="8627" y="29661"/>
                  </a:lnTo>
                  <a:lnTo>
                    <a:pt x="8627" y="30439"/>
                  </a:lnTo>
                  <a:lnTo>
                    <a:pt x="6039" y="28635"/>
                  </a:lnTo>
                  <a:lnTo>
                    <a:pt x="6039" y="27851"/>
                  </a:lnTo>
                  <a:close/>
                  <a:moveTo>
                    <a:pt x="4723" y="1"/>
                  </a:moveTo>
                  <a:cubicBezTo>
                    <a:pt x="4560" y="1"/>
                    <a:pt x="4417" y="84"/>
                    <a:pt x="4333" y="227"/>
                  </a:cubicBezTo>
                  <a:lnTo>
                    <a:pt x="740" y="6286"/>
                  </a:lnTo>
                  <a:cubicBezTo>
                    <a:pt x="552" y="6596"/>
                    <a:pt x="577" y="6986"/>
                    <a:pt x="823" y="7252"/>
                  </a:cubicBezTo>
                  <a:cubicBezTo>
                    <a:pt x="990" y="7431"/>
                    <a:pt x="1212" y="7528"/>
                    <a:pt x="1439" y="7528"/>
                  </a:cubicBezTo>
                  <a:cubicBezTo>
                    <a:pt x="1548" y="7528"/>
                    <a:pt x="1659" y="7505"/>
                    <a:pt x="1765" y="7459"/>
                  </a:cubicBezTo>
                  <a:lnTo>
                    <a:pt x="3510" y="6700"/>
                  </a:lnTo>
                  <a:lnTo>
                    <a:pt x="3510" y="9593"/>
                  </a:lnTo>
                  <a:cubicBezTo>
                    <a:pt x="3367" y="9677"/>
                    <a:pt x="3264" y="9800"/>
                    <a:pt x="3165" y="9923"/>
                  </a:cubicBezTo>
                  <a:lnTo>
                    <a:pt x="1356" y="9923"/>
                  </a:lnTo>
                  <a:cubicBezTo>
                    <a:pt x="1090" y="9923"/>
                    <a:pt x="843" y="10086"/>
                    <a:pt x="740" y="10313"/>
                  </a:cubicBezTo>
                  <a:cubicBezTo>
                    <a:pt x="636" y="10559"/>
                    <a:pt x="676" y="10845"/>
                    <a:pt x="843" y="11052"/>
                  </a:cubicBezTo>
                  <a:lnTo>
                    <a:pt x="1252" y="11506"/>
                  </a:lnTo>
                  <a:lnTo>
                    <a:pt x="843" y="11954"/>
                  </a:lnTo>
                  <a:cubicBezTo>
                    <a:pt x="676" y="12142"/>
                    <a:pt x="636" y="12428"/>
                    <a:pt x="740" y="12674"/>
                  </a:cubicBezTo>
                  <a:cubicBezTo>
                    <a:pt x="843" y="12921"/>
                    <a:pt x="1090" y="13063"/>
                    <a:pt x="1356" y="13063"/>
                  </a:cubicBezTo>
                  <a:lnTo>
                    <a:pt x="3165" y="13063"/>
                  </a:lnTo>
                  <a:cubicBezTo>
                    <a:pt x="3264" y="13211"/>
                    <a:pt x="3367" y="13310"/>
                    <a:pt x="3510" y="13394"/>
                  </a:cubicBezTo>
                  <a:lnTo>
                    <a:pt x="3510" y="20807"/>
                  </a:lnTo>
                  <a:lnTo>
                    <a:pt x="306" y="23045"/>
                  </a:lnTo>
                  <a:cubicBezTo>
                    <a:pt x="104" y="23193"/>
                    <a:pt x="0" y="23415"/>
                    <a:pt x="0" y="23642"/>
                  </a:cubicBezTo>
                  <a:lnTo>
                    <a:pt x="0" y="30834"/>
                  </a:lnTo>
                  <a:cubicBezTo>
                    <a:pt x="0" y="31100"/>
                    <a:pt x="143" y="31346"/>
                    <a:pt x="390" y="31470"/>
                  </a:cubicBezTo>
                  <a:cubicBezTo>
                    <a:pt x="493" y="31529"/>
                    <a:pt x="597" y="31548"/>
                    <a:pt x="720" y="31548"/>
                  </a:cubicBezTo>
                  <a:cubicBezTo>
                    <a:pt x="863" y="31548"/>
                    <a:pt x="1006" y="31509"/>
                    <a:pt x="1129" y="31425"/>
                  </a:cubicBezTo>
                  <a:lnTo>
                    <a:pt x="3633" y="29661"/>
                  </a:lnTo>
                  <a:cubicBezTo>
                    <a:pt x="3840" y="30094"/>
                    <a:pt x="4274" y="30380"/>
                    <a:pt x="4767" y="30380"/>
                  </a:cubicBezTo>
                  <a:cubicBezTo>
                    <a:pt x="5260" y="30380"/>
                    <a:pt x="5689" y="30094"/>
                    <a:pt x="5896" y="29661"/>
                  </a:cubicBezTo>
                  <a:lnTo>
                    <a:pt x="8400" y="31425"/>
                  </a:lnTo>
                  <a:cubicBezTo>
                    <a:pt x="8523" y="31509"/>
                    <a:pt x="8666" y="31548"/>
                    <a:pt x="8809" y="31548"/>
                  </a:cubicBezTo>
                  <a:cubicBezTo>
                    <a:pt x="8932" y="31548"/>
                    <a:pt x="9036" y="31529"/>
                    <a:pt x="9159" y="31470"/>
                  </a:cubicBezTo>
                  <a:cubicBezTo>
                    <a:pt x="9386" y="31346"/>
                    <a:pt x="9548" y="31100"/>
                    <a:pt x="9548" y="30834"/>
                  </a:cubicBezTo>
                  <a:lnTo>
                    <a:pt x="9548" y="23642"/>
                  </a:lnTo>
                  <a:cubicBezTo>
                    <a:pt x="9548" y="23415"/>
                    <a:pt x="9425" y="23193"/>
                    <a:pt x="9243" y="23045"/>
                  </a:cubicBezTo>
                  <a:lnTo>
                    <a:pt x="6039" y="20807"/>
                  </a:lnTo>
                  <a:lnTo>
                    <a:pt x="6039" y="18979"/>
                  </a:lnTo>
                  <a:cubicBezTo>
                    <a:pt x="6039" y="18732"/>
                    <a:pt x="5832" y="18530"/>
                    <a:pt x="5566" y="18530"/>
                  </a:cubicBezTo>
                  <a:cubicBezTo>
                    <a:pt x="5319" y="18530"/>
                    <a:pt x="5112" y="18732"/>
                    <a:pt x="5112" y="18979"/>
                  </a:cubicBezTo>
                  <a:lnTo>
                    <a:pt x="5112" y="29108"/>
                  </a:lnTo>
                  <a:cubicBezTo>
                    <a:pt x="5112" y="29311"/>
                    <a:pt x="4949" y="29454"/>
                    <a:pt x="4767" y="29454"/>
                  </a:cubicBezTo>
                  <a:cubicBezTo>
                    <a:pt x="4580" y="29454"/>
                    <a:pt x="4437" y="29311"/>
                    <a:pt x="4437" y="29108"/>
                  </a:cubicBezTo>
                  <a:lnTo>
                    <a:pt x="4437" y="13556"/>
                  </a:lnTo>
                  <a:lnTo>
                    <a:pt x="5112" y="13556"/>
                  </a:lnTo>
                  <a:lnTo>
                    <a:pt x="5112" y="17130"/>
                  </a:lnTo>
                  <a:cubicBezTo>
                    <a:pt x="5112" y="17401"/>
                    <a:pt x="5319" y="17603"/>
                    <a:pt x="5566" y="17603"/>
                  </a:cubicBezTo>
                  <a:cubicBezTo>
                    <a:pt x="5832" y="17603"/>
                    <a:pt x="6039" y="17401"/>
                    <a:pt x="6039" y="17130"/>
                  </a:cubicBezTo>
                  <a:lnTo>
                    <a:pt x="6039" y="13394"/>
                  </a:lnTo>
                  <a:cubicBezTo>
                    <a:pt x="6325" y="13211"/>
                    <a:pt x="6532" y="12881"/>
                    <a:pt x="6532" y="12511"/>
                  </a:cubicBezTo>
                  <a:lnTo>
                    <a:pt x="6532" y="10476"/>
                  </a:lnTo>
                  <a:cubicBezTo>
                    <a:pt x="6532" y="10106"/>
                    <a:pt x="6325" y="9781"/>
                    <a:pt x="6039" y="9593"/>
                  </a:cubicBezTo>
                  <a:lnTo>
                    <a:pt x="6039" y="6719"/>
                  </a:lnTo>
                  <a:lnTo>
                    <a:pt x="7764" y="7459"/>
                  </a:lnTo>
                  <a:cubicBezTo>
                    <a:pt x="7868" y="7518"/>
                    <a:pt x="7971" y="7543"/>
                    <a:pt x="8094" y="7543"/>
                  </a:cubicBezTo>
                  <a:cubicBezTo>
                    <a:pt x="8316" y="7543"/>
                    <a:pt x="8543" y="7439"/>
                    <a:pt x="8710" y="7252"/>
                  </a:cubicBezTo>
                  <a:cubicBezTo>
                    <a:pt x="8957" y="6986"/>
                    <a:pt x="8977" y="6596"/>
                    <a:pt x="8789" y="6286"/>
                  </a:cubicBezTo>
                  <a:lnTo>
                    <a:pt x="5137" y="227"/>
                  </a:lnTo>
                  <a:cubicBezTo>
                    <a:pt x="5033" y="84"/>
                    <a:pt x="4890" y="1"/>
                    <a:pt x="472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5"/>
            <p:cNvSpPr/>
            <p:nvPr/>
          </p:nvSpPr>
          <p:spPr>
            <a:xfrm>
              <a:off x="1622879" y="4868848"/>
              <a:ext cx="157340" cy="520791"/>
            </a:xfrm>
            <a:custGeom>
              <a:avLst/>
              <a:gdLst/>
              <a:ahLst/>
              <a:cxnLst/>
              <a:rect l="l" t="t" r="r" b="b"/>
              <a:pathLst>
                <a:path w="9530" h="31544" extrusionOk="0">
                  <a:moveTo>
                    <a:pt x="923" y="1105"/>
                  </a:moveTo>
                  <a:lnTo>
                    <a:pt x="3511" y="2934"/>
                  </a:lnTo>
                  <a:lnTo>
                    <a:pt x="3511" y="3717"/>
                  </a:lnTo>
                  <a:lnTo>
                    <a:pt x="923" y="1889"/>
                  </a:lnTo>
                  <a:lnTo>
                    <a:pt x="923" y="1105"/>
                  </a:lnTo>
                  <a:close/>
                  <a:moveTo>
                    <a:pt x="8608" y="1105"/>
                  </a:moveTo>
                  <a:lnTo>
                    <a:pt x="8608" y="1889"/>
                  </a:lnTo>
                  <a:lnTo>
                    <a:pt x="6020" y="3717"/>
                  </a:lnTo>
                  <a:lnTo>
                    <a:pt x="6020" y="2934"/>
                  </a:lnTo>
                  <a:lnTo>
                    <a:pt x="8608" y="1105"/>
                  </a:lnTo>
                  <a:close/>
                  <a:moveTo>
                    <a:pt x="923" y="3017"/>
                  </a:moveTo>
                  <a:lnTo>
                    <a:pt x="3511" y="4846"/>
                  </a:lnTo>
                  <a:lnTo>
                    <a:pt x="3511" y="5689"/>
                  </a:lnTo>
                  <a:lnTo>
                    <a:pt x="923" y="3860"/>
                  </a:lnTo>
                  <a:lnTo>
                    <a:pt x="923" y="3017"/>
                  </a:lnTo>
                  <a:close/>
                  <a:moveTo>
                    <a:pt x="8608" y="3017"/>
                  </a:moveTo>
                  <a:lnTo>
                    <a:pt x="8608" y="3860"/>
                  </a:lnTo>
                  <a:lnTo>
                    <a:pt x="6020" y="5689"/>
                  </a:lnTo>
                  <a:lnTo>
                    <a:pt x="6020" y="4846"/>
                  </a:lnTo>
                  <a:lnTo>
                    <a:pt x="8608" y="3017"/>
                  </a:lnTo>
                  <a:close/>
                  <a:moveTo>
                    <a:pt x="923" y="4989"/>
                  </a:moveTo>
                  <a:lnTo>
                    <a:pt x="3511" y="6818"/>
                  </a:lnTo>
                  <a:lnTo>
                    <a:pt x="3511" y="7661"/>
                  </a:lnTo>
                  <a:lnTo>
                    <a:pt x="923" y="5832"/>
                  </a:lnTo>
                  <a:lnTo>
                    <a:pt x="923" y="4989"/>
                  </a:lnTo>
                  <a:close/>
                  <a:moveTo>
                    <a:pt x="8608" y="4989"/>
                  </a:moveTo>
                  <a:lnTo>
                    <a:pt x="8608" y="5832"/>
                  </a:lnTo>
                  <a:lnTo>
                    <a:pt x="6020" y="7661"/>
                  </a:lnTo>
                  <a:lnTo>
                    <a:pt x="6020" y="6818"/>
                  </a:lnTo>
                  <a:lnTo>
                    <a:pt x="8608" y="4989"/>
                  </a:lnTo>
                  <a:close/>
                  <a:moveTo>
                    <a:pt x="923" y="6961"/>
                  </a:moveTo>
                  <a:lnTo>
                    <a:pt x="3511" y="8790"/>
                  </a:lnTo>
                  <a:lnTo>
                    <a:pt x="3511" y="9633"/>
                  </a:lnTo>
                  <a:lnTo>
                    <a:pt x="923" y="7804"/>
                  </a:lnTo>
                  <a:lnTo>
                    <a:pt x="923" y="6961"/>
                  </a:lnTo>
                  <a:close/>
                  <a:moveTo>
                    <a:pt x="8608" y="6961"/>
                  </a:moveTo>
                  <a:lnTo>
                    <a:pt x="8608" y="7804"/>
                  </a:lnTo>
                  <a:lnTo>
                    <a:pt x="6020" y="9633"/>
                  </a:lnTo>
                  <a:lnTo>
                    <a:pt x="6020" y="8790"/>
                  </a:lnTo>
                  <a:lnTo>
                    <a:pt x="8608" y="6961"/>
                  </a:lnTo>
                  <a:close/>
                  <a:moveTo>
                    <a:pt x="7848" y="25076"/>
                  </a:moveTo>
                  <a:lnTo>
                    <a:pt x="5236" y="29473"/>
                  </a:lnTo>
                  <a:lnTo>
                    <a:pt x="5236" y="28443"/>
                  </a:lnTo>
                  <a:cubicBezTo>
                    <a:pt x="5236" y="28177"/>
                    <a:pt x="5014" y="27970"/>
                    <a:pt x="4768" y="27970"/>
                  </a:cubicBezTo>
                  <a:cubicBezTo>
                    <a:pt x="4521" y="27970"/>
                    <a:pt x="4314" y="28177"/>
                    <a:pt x="4314" y="28443"/>
                  </a:cubicBezTo>
                  <a:lnTo>
                    <a:pt x="4314" y="29370"/>
                  </a:lnTo>
                  <a:lnTo>
                    <a:pt x="1687" y="25076"/>
                  </a:lnTo>
                  <a:lnTo>
                    <a:pt x="4314" y="26205"/>
                  </a:lnTo>
                  <a:lnTo>
                    <a:pt x="4314" y="26964"/>
                  </a:lnTo>
                  <a:cubicBezTo>
                    <a:pt x="4314" y="27211"/>
                    <a:pt x="4521" y="27418"/>
                    <a:pt x="4768" y="27418"/>
                  </a:cubicBezTo>
                  <a:cubicBezTo>
                    <a:pt x="5014" y="27418"/>
                    <a:pt x="5236" y="27211"/>
                    <a:pt x="5236" y="26964"/>
                  </a:cubicBezTo>
                  <a:lnTo>
                    <a:pt x="5236" y="26225"/>
                  </a:lnTo>
                  <a:lnTo>
                    <a:pt x="7848" y="25076"/>
                  </a:lnTo>
                  <a:close/>
                  <a:moveTo>
                    <a:pt x="705" y="0"/>
                  </a:moveTo>
                  <a:cubicBezTo>
                    <a:pt x="595" y="0"/>
                    <a:pt x="487" y="27"/>
                    <a:pt x="390" y="79"/>
                  </a:cubicBezTo>
                  <a:cubicBezTo>
                    <a:pt x="144" y="203"/>
                    <a:pt x="1" y="449"/>
                    <a:pt x="1" y="715"/>
                  </a:cubicBezTo>
                  <a:lnTo>
                    <a:pt x="1" y="7907"/>
                  </a:lnTo>
                  <a:cubicBezTo>
                    <a:pt x="1" y="8154"/>
                    <a:pt x="104" y="8376"/>
                    <a:pt x="307" y="8499"/>
                  </a:cubicBezTo>
                  <a:lnTo>
                    <a:pt x="3511" y="10761"/>
                  </a:lnTo>
                  <a:lnTo>
                    <a:pt x="3511" y="20250"/>
                  </a:lnTo>
                  <a:cubicBezTo>
                    <a:pt x="3511" y="20497"/>
                    <a:pt x="3718" y="20699"/>
                    <a:pt x="3964" y="20699"/>
                  </a:cubicBezTo>
                  <a:cubicBezTo>
                    <a:pt x="4211" y="20699"/>
                    <a:pt x="4437" y="20497"/>
                    <a:pt x="4437" y="20250"/>
                  </a:cubicBezTo>
                  <a:lnTo>
                    <a:pt x="4437" y="2441"/>
                  </a:lnTo>
                  <a:cubicBezTo>
                    <a:pt x="4437" y="2258"/>
                    <a:pt x="4580" y="2115"/>
                    <a:pt x="4768" y="2115"/>
                  </a:cubicBezTo>
                  <a:cubicBezTo>
                    <a:pt x="4950" y="2115"/>
                    <a:pt x="5113" y="2258"/>
                    <a:pt x="5113" y="2441"/>
                  </a:cubicBezTo>
                  <a:lnTo>
                    <a:pt x="5113" y="25283"/>
                  </a:lnTo>
                  <a:lnTo>
                    <a:pt x="4807" y="25406"/>
                  </a:lnTo>
                  <a:lnTo>
                    <a:pt x="4437" y="25239"/>
                  </a:lnTo>
                  <a:lnTo>
                    <a:pt x="4437" y="22099"/>
                  </a:lnTo>
                  <a:cubicBezTo>
                    <a:pt x="4437" y="21833"/>
                    <a:pt x="4211" y="21626"/>
                    <a:pt x="3964" y="21626"/>
                  </a:cubicBezTo>
                  <a:cubicBezTo>
                    <a:pt x="3718" y="21626"/>
                    <a:pt x="3511" y="21833"/>
                    <a:pt x="3511" y="22099"/>
                  </a:cubicBezTo>
                  <a:lnTo>
                    <a:pt x="3511" y="24849"/>
                  </a:lnTo>
                  <a:lnTo>
                    <a:pt x="1766" y="24090"/>
                  </a:lnTo>
                  <a:cubicBezTo>
                    <a:pt x="1660" y="24044"/>
                    <a:pt x="1550" y="24021"/>
                    <a:pt x="1441" y="24021"/>
                  </a:cubicBezTo>
                  <a:cubicBezTo>
                    <a:pt x="1213" y="24021"/>
                    <a:pt x="991" y="24121"/>
                    <a:pt x="824" y="24317"/>
                  </a:cubicBezTo>
                  <a:cubicBezTo>
                    <a:pt x="597" y="24583"/>
                    <a:pt x="553" y="24973"/>
                    <a:pt x="740" y="25283"/>
                  </a:cubicBezTo>
                  <a:lnTo>
                    <a:pt x="4418" y="31322"/>
                  </a:lnTo>
                  <a:cubicBezTo>
                    <a:pt x="4496" y="31465"/>
                    <a:pt x="4644" y="31543"/>
                    <a:pt x="4807" y="31543"/>
                  </a:cubicBezTo>
                  <a:cubicBezTo>
                    <a:pt x="4970" y="31543"/>
                    <a:pt x="5113" y="31465"/>
                    <a:pt x="5196" y="31322"/>
                  </a:cubicBezTo>
                  <a:lnTo>
                    <a:pt x="8810" y="25283"/>
                  </a:lnTo>
                  <a:cubicBezTo>
                    <a:pt x="8977" y="24973"/>
                    <a:pt x="8958" y="24583"/>
                    <a:pt x="8711" y="24317"/>
                  </a:cubicBezTo>
                  <a:cubicBezTo>
                    <a:pt x="8545" y="24138"/>
                    <a:pt x="8323" y="24032"/>
                    <a:pt x="8095" y="24032"/>
                  </a:cubicBezTo>
                  <a:cubicBezTo>
                    <a:pt x="7984" y="24032"/>
                    <a:pt x="7872" y="24057"/>
                    <a:pt x="7765" y="24110"/>
                  </a:cubicBezTo>
                  <a:lnTo>
                    <a:pt x="6020" y="24869"/>
                  </a:lnTo>
                  <a:lnTo>
                    <a:pt x="6020" y="10761"/>
                  </a:lnTo>
                  <a:lnTo>
                    <a:pt x="9224" y="8499"/>
                  </a:lnTo>
                  <a:cubicBezTo>
                    <a:pt x="9426" y="8376"/>
                    <a:pt x="9529" y="8154"/>
                    <a:pt x="9529" y="7907"/>
                  </a:cubicBezTo>
                  <a:lnTo>
                    <a:pt x="9529" y="715"/>
                  </a:lnTo>
                  <a:cubicBezTo>
                    <a:pt x="9529" y="449"/>
                    <a:pt x="9386" y="203"/>
                    <a:pt x="9140" y="79"/>
                  </a:cubicBezTo>
                  <a:cubicBezTo>
                    <a:pt x="9043" y="27"/>
                    <a:pt x="8935" y="0"/>
                    <a:pt x="8826" y="0"/>
                  </a:cubicBezTo>
                  <a:cubicBezTo>
                    <a:pt x="8679" y="0"/>
                    <a:pt x="8530" y="48"/>
                    <a:pt x="8401" y="144"/>
                  </a:cubicBezTo>
                  <a:lnTo>
                    <a:pt x="5896" y="1889"/>
                  </a:lnTo>
                  <a:cubicBezTo>
                    <a:pt x="5689" y="1475"/>
                    <a:pt x="5261" y="1189"/>
                    <a:pt x="4768" y="1189"/>
                  </a:cubicBezTo>
                  <a:cubicBezTo>
                    <a:pt x="4275" y="1189"/>
                    <a:pt x="3841" y="1475"/>
                    <a:pt x="3634" y="1889"/>
                  </a:cubicBezTo>
                  <a:lnTo>
                    <a:pt x="1130" y="144"/>
                  </a:lnTo>
                  <a:cubicBezTo>
                    <a:pt x="1000" y="48"/>
                    <a:pt x="851" y="0"/>
                    <a:pt x="705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3C83E5B6-00C6-81AB-7A91-DBDF40EFD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C8210CE-25A5-4CE6-B1E8-7094424FD867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6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aphicFrame>
        <p:nvGraphicFramePr>
          <p:cNvPr id="751" name="Google Shape;751;p26"/>
          <p:cNvGraphicFramePr/>
          <p:nvPr/>
        </p:nvGraphicFramePr>
        <p:xfrm>
          <a:off x="1237425" y="1263850"/>
          <a:ext cx="6669150" cy="3246175"/>
        </p:xfrm>
        <a:graphic>
          <a:graphicData uri="http://schemas.openxmlformats.org/drawingml/2006/table">
            <a:tbl>
              <a:tblPr>
                <a:noFill/>
                <a:tableStyleId>{53BAE949-E040-40C8-B60A-91FA4EEEBF5B}</a:tableStyleId>
              </a:tblPr>
              <a:tblGrid>
                <a:gridCol w="222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Player</a:t>
                      </a:r>
                      <a:endParaRPr sz="1600"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Turn</a:t>
                      </a:r>
                      <a:endParaRPr sz="1600"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Score</a:t>
                      </a:r>
                      <a:endParaRPr sz="1600"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Player 1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4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8</a:t>
                      </a:r>
                      <a:endParaRPr sz="1600">
                        <a:solidFill>
                          <a:schemeClr val="accent4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Player 2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4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7</a:t>
                      </a:r>
                      <a:endParaRPr sz="1600">
                        <a:solidFill>
                          <a:schemeClr val="accent4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Player 3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4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9</a:t>
                      </a:r>
                      <a:endParaRPr sz="1600">
                        <a:solidFill>
                          <a:schemeClr val="accent4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Player 4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4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10</a:t>
                      </a:r>
                      <a:endParaRPr sz="1600">
                        <a:solidFill>
                          <a:schemeClr val="accent4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Player 5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4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5</a:t>
                      </a:r>
                      <a:endParaRPr sz="1600">
                        <a:solidFill>
                          <a:schemeClr val="accent4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C309C8DE-E93E-E335-7871-DFCB3E06F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F6593D4-E997-19B9-83C2-5A4DA5F67077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7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757" name="Google Shape;757;p27"/>
          <p:cNvGrpSpPr/>
          <p:nvPr/>
        </p:nvGrpSpPr>
        <p:grpSpPr>
          <a:xfrm>
            <a:off x="2472025" y="1224525"/>
            <a:ext cx="5225175" cy="875374"/>
            <a:chOff x="2472025" y="1287225"/>
            <a:chExt cx="5225175" cy="875374"/>
          </a:xfrm>
        </p:grpSpPr>
        <p:sp>
          <p:nvSpPr>
            <p:cNvPr id="758" name="Google Shape;758;p27"/>
            <p:cNvSpPr/>
            <p:nvPr/>
          </p:nvSpPr>
          <p:spPr>
            <a:xfrm>
              <a:off x="5882200" y="1438625"/>
              <a:ext cx="1815000" cy="5727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Game 1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759" name="Google Shape;759;p27"/>
            <p:cNvSpPr/>
            <p:nvPr/>
          </p:nvSpPr>
          <p:spPr>
            <a:xfrm>
              <a:off x="2472025" y="1287225"/>
              <a:ext cx="2747100" cy="4350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very small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760" name="Google Shape;760;p27"/>
            <p:cNvSpPr/>
            <p:nvPr/>
          </p:nvSpPr>
          <p:spPr>
            <a:xfrm>
              <a:off x="2472025" y="1727599"/>
              <a:ext cx="2747100" cy="4350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Mars is a cold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761" name="Google Shape;761;p27"/>
          <p:cNvGrpSpPr/>
          <p:nvPr/>
        </p:nvGrpSpPr>
        <p:grpSpPr>
          <a:xfrm>
            <a:off x="2724500" y="2429624"/>
            <a:ext cx="5225175" cy="875311"/>
            <a:chOff x="2724500" y="2492324"/>
            <a:chExt cx="5225175" cy="875311"/>
          </a:xfrm>
        </p:grpSpPr>
        <p:sp>
          <p:nvSpPr>
            <p:cNvPr id="762" name="Google Shape;762;p27"/>
            <p:cNvSpPr/>
            <p:nvPr/>
          </p:nvSpPr>
          <p:spPr>
            <a:xfrm>
              <a:off x="6134675" y="2643675"/>
              <a:ext cx="1815000" cy="5727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Game 2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763" name="Google Shape;763;p27"/>
            <p:cNvSpPr/>
            <p:nvPr/>
          </p:nvSpPr>
          <p:spPr>
            <a:xfrm>
              <a:off x="2724500" y="2492324"/>
              <a:ext cx="2747100" cy="4350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We all live on Earth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764" name="Google Shape;764;p27"/>
            <p:cNvSpPr/>
            <p:nvPr/>
          </p:nvSpPr>
          <p:spPr>
            <a:xfrm>
              <a:off x="2724500" y="2932636"/>
              <a:ext cx="2747100" cy="4350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Saturn is a gas giant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765" name="Google Shape;765;p27"/>
          <p:cNvGrpSpPr/>
          <p:nvPr/>
        </p:nvGrpSpPr>
        <p:grpSpPr>
          <a:xfrm>
            <a:off x="2969725" y="3634661"/>
            <a:ext cx="5225175" cy="875328"/>
            <a:chOff x="2969725" y="3697361"/>
            <a:chExt cx="5225175" cy="875328"/>
          </a:xfrm>
        </p:grpSpPr>
        <p:sp>
          <p:nvSpPr>
            <p:cNvPr id="766" name="Google Shape;766;p27"/>
            <p:cNvSpPr/>
            <p:nvPr/>
          </p:nvSpPr>
          <p:spPr>
            <a:xfrm>
              <a:off x="6379900" y="3848712"/>
              <a:ext cx="1815000" cy="5727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Game 3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767" name="Google Shape;767;p27"/>
            <p:cNvSpPr/>
            <p:nvPr/>
          </p:nvSpPr>
          <p:spPr>
            <a:xfrm>
              <a:off x="2969725" y="3697361"/>
              <a:ext cx="2747100" cy="4350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Venus is a hot place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768" name="Google Shape;768;p27"/>
            <p:cNvSpPr/>
            <p:nvPr/>
          </p:nvSpPr>
          <p:spPr>
            <a:xfrm>
              <a:off x="2969725" y="4137688"/>
              <a:ext cx="2747100" cy="4350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a big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cxnSp>
        <p:nvCxnSpPr>
          <p:cNvPr id="769" name="Google Shape;769;p27"/>
          <p:cNvCxnSpPr>
            <a:stCxn id="758" idx="1"/>
            <a:endCxn id="759" idx="3"/>
          </p:cNvCxnSpPr>
          <p:nvPr/>
        </p:nvCxnSpPr>
        <p:spPr>
          <a:xfrm rot="10800000">
            <a:off x="5219200" y="1442075"/>
            <a:ext cx="663000" cy="220200"/>
          </a:xfrm>
          <a:prstGeom prst="bentConnector3">
            <a:avLst>
              <a:gd name="adj1" fmla="val 50005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0" name="Google Shape;770;p27"/>
          <p:cNvCxnSpPr>
            <a:stCxn id="758" idx="1"/>
            <a:endCxn id="760" idx="3"/>
          </p:cNvCxnSpPr>
          <p:nvPr/>
        </p:nvCxnSpPr>
        <p:spPr>
          <a:xfrm flipH="1">
            <a:off x="5219200" y="1662275"/>
            <a:ext cx="663000" cy="220200"/>
          </a:xfrm>
          <a:prstGeom prst="bentConnector3">
            <a:avLst>
              <a:gd name="adj1" fmla="val 50005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1" name="Google Shape;771;p27"/>
          <p:cNvCxnSpPr>
            <a:stCxn id="762" idx="1"/>
            <a:endCxn id="763" idx="3"/>
          </p:cNvCxnSpPr>
          <p:nvPr/>
        </p:nvCxnSpPr>
        <p:spPr>
          <a:xfrm rot="10800000">
            <a:off x="5471675" y="2647125"/>
            <a:ext cx="663000" cy="220200"/>
          </a:xfrm>
          <a:prstGeom prst="bentConnector3">
            <a:avLst>
              <a:gd name="adj1" fmla="val 50005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2" name="Google Shape;772;p27"/>
          <p:cNvCxnSpPr>
            <a:stCxn id="762" idx="1"/>
            <a:endCxn id="764" idx="3"/>
          </p:cNvCxnSpPr>
          <p:nvPr/>
        </p:nvCxnSpPr>
        <p:spPr>
          <a:xfrm flipH="1">
            <a:off x="5471675" y="2867325"/>
            <a:ext cx="663000" cy="220200"/>
          </a:xfrm>
          <a:prstGeom prst="bentConnector3">
            <a:avLst>
              <a:gd name="adj1" fmla="val 50005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3" name="Google Shape;773;p27"/>
          <p:cNvCxnSpPr>
            <a:stCxn id="766" idx="1"/>
            <a:endCxn id="767" idx="3"/>
          </p:cNvCxnSpPr>
          <p:nvPr/>
        </p:nvCxnSpPr>
        <p:spPr>
          <a:xfrm rot="10800000">
            <a:off x="5716900" y="3852162"/>
            <a:ext cx="663000" cy="220200"/>
          </a:xfrm>
          <a:prstGeom prst="bentConnector3">
            <a:avLst>
              <a:gd name="adj1" fmla="val 50005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4" name="Google Shape;774;p27"/>
          <p:cNvCxnSpPr>
            <a:stCxn id="766" idx="1"/>
            <a:endCxn id="768" idx="3"/>
          </p:cNvCxnSpPr>
          <p:nvPr/>
        </p:nvCxnSpPr>
        <p:spPr>
          <a:xfrm flipH="1">
            <a:off x="5716900" y="4072362"/>
            <a:ext cx="663000" cy="220200"/>
          </a:xfrm>
          <a:prstGeom prst="bentConnector3">
            <a:avLst>
              <a:gd name="adj1" fmla="val 50005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5" name="Google Shape;775;p27"/>
          <p:cNvSpPr/>
          <p:nvPr/>
        </p:nvSpPr>
        <p:spPr>
          <a:xfrm>
            <a:off x="941850" y="1279288"/>
            <a:ext cx="765900" cy="765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27"/>
          <p:cNvSpPr/>
          <p:nvPr/>
        </p:nvSpPr>
        <p:spPr>
          <a:xfrm>
            <a:off x="1194325" y="2484325"/>
            <a:ext cx="765900" cy="765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7"/>
          <p:cNvSpPr/>
          <p:nvPr/>
        </p:nvSpPr>
        <p:spPr>
          <a:xfrm>
            <a:off x="1439550" y="3689350"/>
            <a:ext cx="765900" cy="7659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78" name="Google Shape;778;p27"/>
          <p:cNvCxnSpPr>
            <a:stCxn id="775" idx="6"/>
            <a:endCxn id="759" idx="1"/>
          </p:cNvCxnSpPr>
          <p:nvPr/>
        </p:nvCxnSpPr>
        <p:spPr>
          <a:xfrm rot="10800000" flipH="1">
            <a:off x="1707750" y="1442038"/>
            <a:ext cx="764400" cy="220200"/>
          </a:xfrm>
          <a:prstGeom prst="bentConnector3">
            <a:avLst>
              <a:gd name="adj1" fmla="val 4999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9" name="Google Shape;779;p27"/>
          <p:cNvCxnSpPr>
            <a:stCxn id="775" idx="6"/>
            <a:endCxn id="760" idx="1"/>
          </p:cNvCxnSpPr>
          <p:nvPr/>
        </p:nvCxnSpPr>
        <p:spPr>
          <a:xfrm>
            <a:off x="1707750" y="1662238"/>
            <a:ext cx="764400" cy="220200"/>
          </a:xfrm>
          <a:prstGeom prst="bentConnector3">
            <a:avLst>
              <a:gd name="adj1" fmla="val 4999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0" name="Google Shape;780;p27"/>
          <p:cNvCxnSpPr>
            <a:stCxn id="776" idx="6"/>
            <a:endCxn id="763" idx="1"/>
          </p:cNvCxnSpPr>
          <p:nvPr/>
        </p:nvCxnSpPr>
        <p:spPr>
          <a:xfrm rot="10800000" flipH="1">
            <a:off x="1960225" y="2647075"/>
            <a:ext cx="764400" cy="220200"/>
          </a:xfrm>
          <a:prstGeom prst="bentConnector3">
            <a:avLst>
              <a:gd name="adj1" fmla="val 4999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1" name="Google Shape;781;p27"/>
          <p:cNvCxnSpPr>
            <a:stCxn id="776" idx="6"/>
            <a:endCxn id="764" idx="1"/>
          </p:cNvCxnSpPr>
          <p:nvPr/>
        </p:nvCxnSpPr>
        <p:spPr>
          <a:xfrm>
            <a:off x="1960225" y="2867275"/>
            <a:ext cx="764400" cy="220200"/>
          </a:xfrm>
          <a:prstGeom prst="bentConnector3">
            <a:avLst>
              <a:gd name="adj1" fmla="val 4999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2" name="Google Shape;782;p27"/>
          <p:cNvCxnSpPr>
            <a:stCxn id="777" idx="6"/>
            <a:endCxn id="767" idx="1"/>
          </p:cNvCxnSpPr>
          <p:nvPr/>
        </p:nvCxnSpPr>
        <p:spPr>
          <a:xfrm rot="10800000" flipH="1">
            <a:off x="2205450" y="3852100"/>
            <a:ext cx="764400" cy="220200"/>
          </a:xfrm>
          <a:prstGeom prst="bentConnector3">
            <a:avLst>
              <a:gd name="adj1" fmla="val 4999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3" name="Google Shape;783;p27"/>
          <p:cNvCxnSpPr>
            <a:stCxn id="777" idx="6"/>
            <a:endCxn id="768" idx="1"/>
          </p:cNvCxnSpPr>
          <p:nvPr/>
        </p:nvCxnSpPr>
        <p:spPr>
          <a:xfrm>
            <a:off x="2205450" y="4072300"/>
            <a:ext cx="764400" cy="220200"/>
          </a:xfrm>
          <a:prstGeom prst="bentConnector3">
            <a:avLst>
              <a:gd name="adj1" fmla="val 4999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84" name="Google Shape;784;p27"/>
          <p:cNvGrpSpPr/>
          <p:nvPr/>
        </p:nvGrpSpPr>
        <p:grpSpPr>
          <a:xfrm>
            <a:off x="1423131" y="2648418"/>
            <a:ext cx="308306" cy="437715"/>
            <a:chOff x="4791148" y="1413730"/>
            <a:chExt cx="447210" cy="634922"/>
          </a:xfrm>
        </p:grpSpPr>
        <p:sp>
          <p:nvSpPr>
            <p:cNvPr id="785" name="Google Shape;785;p27"/>
            <p:cNvSpPr/>
            <p:nvPr/>
          </p:nvSpPr>
          <p:spPr>
            <a:xfrm>
              <a:off x="4800637" y="1591953"/>
              <a:ext cx="428645" cy="260322"/>
            </a:xfrm>
            <a:custGeom>
              <a:avLst/>
              <a:gdLst/>
              <a:ahLst/>
              <a:cxnLst/>
              <a:rect l="l" t="t" r="r" b="b"/>
              <a:pathLst>
                <a:path w="1039" h="631" extrusionOk="0">
                  <a:moveTo>
                    <a:pt x="1039" y="463"/>
                  </a:moveTo>
                  <a:cubicBezTo>
                    <a:pt x="1039" y="631"/>
                    <a:pt x="1039" y="631"/>
                    <a:pt x="1039" y="631"/>
                  </a:cubicBezTo>
                  <a:cubicBezTo>
                    <a:pt x="0" y="631"/>
                    <a:pt x="0" y="631"/>
                    <a:pt x="0" y="631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30"/>
                    <a:pt x="30" y="0"/>
                    <a:pt x="66" y="0"/>
                  </a:cubicBezTo>
                  <a:cubicBezTo>
                    <a:pt x="973" y="0"/>
                    <a:pt x="973" y="0"/>
                    <a:pt x="973" y="0"/>
                  </a:cubicBezTo>
                  <a:cubicBezTo>
                    <a:pt x="1009" y="0"/>
                    <a:pt x="1039" y="30"/>
                    <a:pt x="1039" y="66"/>
                  </a:cubicBezTo>
                  <a:cubicBezTo>
                    <a:pt x="1039" y="463"/>
                    <a:pt x="1039" y="463"/>
                    <a:pt x="1039" y="463"/>
                  </a:cubicBezTo>
                  <a:close/>
                  <a:moveTo>
                    <a:pt x="1039" y="463"/>
                  </a:moveTo>
                  <a:cubicBezTo>
                    <a:pt x="1039" y="463"/>
                    <a:pt x="1039" y="463"/>
                    <a:pt x="1039" y="463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4831579" y="1622895"/>
              <a:ext cx="366761" cy="198439"/>
            </a:xfrm>
            <a:custGeom>
              <a:avLst/>
              <a:gdLst/>
              <a:ahLst/>
              <a:cxnLst/>
              <a:rect l="l" t="t" r="r" b="b"/>
              <a:pathLst>
                <a:path w="889" h="481" extrusionOk="0">
                  <a:moveTo>
                    <a:pt x="0" y="465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873" y="0"/>
                    <a:pt x="873" y="0"/>
                    <a:pt x="873" y="0"/>
                  </a:cubicBezTo>
                  <a:cubicBezTo>
                    <a:pt x="882" y="0"/>
                    <a:pt x="889" y="7"/>
                    <a:pt x="889" y="16"/>
                  </a:cubicBezTo>
                  <a:cubicBezTo>
                    <a:pt x="889" y="465"/>
                    <a:pt x="889" y="465"/>
                    <a:pt x="889" y="465"/>
                  </a:cubicBezTo>
                  <a:cubicBezTo>
                    <a:pt x="889" y="474"/>
                    <a:pt x="882" y="481"/>
                    <a:pt x="873" y="481"/>
                  </a:cubicBezTo>
                  <a:cubicBezTo>
                    <a:pt x="16" y="481"/>
                    <a:pt x="16" y="481"/>
                    <a:pt x="16" y="481"/>
                  </a:cubicBezTo>
                  <a:cubicBezTo>
                    <a:pt x="7" y="481"/>
                    <a:pt x="0" y="474"/>
                    <a:pt x="0" y="465"/>
                  </a:cubicBezTo>
                  <a:close/>
                  <a:moveTo>
                    <a:pt x="0" y="465"/>
                  </a:moveTo>
                  <a:cubicBezTo>
                    <a:pt x="0" y="465"/>
                    <a:pt x="0" y="465"/>
                    <a:pt x="0" y="465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4903363" y="1475613"/>
              <a:ext cx="223192" cy="183174"/>
            </a:xfrm>
            <a:custGeom>
              <a:avLst/>
              <a:gdLst/>
              <a:ahLst/>
              <a:cxnLst/>
              <a:rect l="l" t="t" r="r" b="b"/>
              <a:pathLst>
                <a:path w="541" h="444" extrusionOk="0">
                  <a:moveTo>
                    <a:pt x="483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49" y="0"/>
                    <a:pt x="42" y="5"/>
                    <a:pt x="39" y="1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270" y="444"/>
                    <a:pt x="270" y="444"/>
                    <a:pt x="270" y="444"/>
                  </a:cubicBezTo>
                  <a:cubicBezTo>
                    <a:pt x="541" y="123"/>
                    <a:pt x="541" y="123"/>
                    <a:pt x="541" y="123"/>
                  </a:cubicBezTo>
                  <a:cubicBezTo>
                    <a:pt x="501" y="13"/>
                    <a:pt x="501" y="13"/>
                    <a:pt x="501" y="13"/>
                  </a:cubicBezTo>
                  <a:cubicBezTo>
                    <a:pt x="499" y="5"/>
                    <a:pt x="492" y="0"/>
                    <a:pt x="483" y="0"/>
                  </a:cubicBezTo>
                  <a:close/>
                  <a:moveTo>
                    <a:pt x="483" y="0"/>
                  </a:moveTo>
                  <a:cubicBezTo>
                    <a:pt x="483" y="0"/>
                    <a:pt x="483" y="0"/>
                    <a:pt x="483" y="0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4974735" y="1526357"/>
              <a:ext cx="80448" cy="132430"/>
            </a:xfrm>
            <a:custGeom>
              <a:avLst/>
              <a:gdLst/>
              <a:ahLst/>
              <a:cxnLst/>
              <a:rect l="l" t="t" r="r" b="b"/>
              <a:pathLst>
                <a:path w="390" h="642" extrusionOk="0">
                  <a:moveTo>
                    <a:pt x="390" y="0"/>
                  </a:moveTo>
                  <a:lnTo>
                    <a:pt x="194" y="642"/>
                  </a:lnTo>
                  <a:lnTo>
                    <a:pt x="0" y="0"/>
                  </a:lnTo>
                  <a:lnTo>
                    <a:pt x="390" y="0"/>
                  </a:lnTo>
                  <a:moveTo>
                    <a:pt x="390" y="0"/>
                  </a:moveTo>
                  <a:lnTo>
                    <a:pt x="39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4800637" y="1782966"/>
              <a:ext cx="428645" cy="256197"/>
            </a:xfrm>
            <a:custGeom>
              <a:avLst/>
              <a:gdLst/>
              <a:ahLst/>
              <a:cxnLst/>
              <a:rect l="l" t="t" r="r" b="b"/>
              <a:pathLst>
                <a:path w="1039" h="621" extrusionOk="0">
                  <a:moveTo>
                    <a:pt x="1039" y="0"/>
                  </a:moveTo>
                  <a:cubicBezTo>
                    <a:pt x="1039" y="555"/>
                    <a:pt x="1039" y="555"/>
                    <a:pt x="1039" y="555"/>
                  </a:cubicBezTo>
                  <a:cubicBezTo>
                    <a:pt x="1039" y="592"/>
                    <a:pt x="1009" y="621"/>
                    <a:pt x="973" y="621"/>
                  </a:cubicBezTo>
                  <a:cubicBezTo>
                    <a:pt x="66" y="621"/>
                    <a:pt x="66" y="621"/>
                    <a:pt x="66" y="621"/>
                  </a:cubicBezTo>
                  <a:cubicBezTo>
                    <a:pt x="29" y="621"/>
                    <a:pt x="0" y="592"/>
                    <a:pt x="0" y="55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039" y="0"/>
                  </a:lnTo>
                  <a:close/>
                  <a:moveTo>
                    <a:pt x="1039" y="0"/>
                  </a:moveTo>
                  <a:cubicBezTo>
                    <a:pt x="1039" y="0"/>
                    <a:pt x="1039" y="0"/>
                    <a:pt x="1039" y="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4800637" y="1782966"/>
              <a:ext cx="428700" cy="327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27"/>
            <p:cNvSpPr/>
            <p:nvPr/>
          </p:nvSpPr>
          <p:spPr>
            <a:xfrm>
              <a:off x="4837767" y="1852276"/>
              <a:ext cx="355622" cy="152233"/>
            </a:xfrm>
            <a:custGeom>
              <a:avLst/>
              <a:gdLst/>
              <a:ahLst/>
              <a:cxnLst/>
              <a:rect l="l" t="t" r="r" b="b"/>
              <a:pathLst>
                <a:path w="862" h="369" extrusionOk="0">
                  <a:moveTo>
                    <a:pt x="862" y="279"/>
                  </a:moveTo>
                  <a:cubicBezTo>
                    <a:pt x="862" y="279"/>
                    <a:pt x="862" y="363"/>
                    <a:pt x="862" y="366"/>
                  </a:cubicBezTo>
                  <a:cubicBezTo>
                    <a:pt x="862" y="369"/>
                    <a:pt x="772" y="366"/>
                    <a:pt x="772" y="366"/>
                  </a:cubicBezTo>
                  <a:cubicBezTo>
                    <a:pt x="9" y="366"/>
                    <a:pt x="9" y="366"/>
                    <a:pt x="9" y="366"/>
                  </a:cubicBezTo>
                  <a:cubicBezTo>
                    <a:pt x="4" y="366"/>
                    <a:pt x="0" y="362"/>
                    <a:pt x="0" y="35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853" y="0"/>
                    <a:pt x="853" y="0"/>
                    <a:pt x="853" y="0"/>
                  </a:cubicBezTo>
                  <a:cubicBezTo>
                    <a:pt x="858" y="0"/>
                    <a:pt x="862" y="4"/>
                    <a:pt x="862" y="8"/>
                  </a:cubicBezTo>
                  <a:lnTo>
                    <a:pt x="862" y="279"/>
                  </a:lnTo>
                  <a:close/>
                  <a:moveTo>
                    <a:pt x="862" y="279"/>
                  </a:moveTo>
                  <a:cubicBezTo>
                    <a:pt x="862" y="279"/>
                    <a:pt x="862" y="279"/>
                    <a:pt x="862" y="27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27"/>
            <p:cNvSpPr/>
            <p:nvPr/>
          </p:nvSpPr>
          <p:spPr>
            <a:xfrm>
              <a:off x="4962771" y="1782966"/>
              <a:ext cx="103964" cy="82924"/>
            </a:xfrm>
            <a:custGeom>
              <a:avLst/>
              <a:gdLst/>
              <a:ahLst/>
              <a:cxnLst/>
              <a:rect l="l" t="t" r="r" b="b"/>
              <a:pathLst>
                <a:path w="252" h="201" extrusionOk="0">
                  <a:moveTo>
                    <a:pt x="252" y="0"/>
                  </a:moveTo>
                  <a:cubicBezTo>
                    <a:pt x="252" y="150"/>
                    <a:pt x="252" y="150"/>
                    <a:pt x="252" y="150"/>
                  </a:cubicBezTo>
                  <a:cubicBezTo>
                    <a:pt x="252" y="178"/>
                    <a:pt x="230" y="201"/>
                    <a:pt x="201" y="201"/>
                  </a:cubicBezTo>
                  <a:cubicBezTo>
                    <a:pt x="51" y="201"/>
                    <a:pt x="51" y="201"/>
                    <a:pt x="51" y="201"/>
                  </a:cubicBezTo>
                  <a:cubicBezTo>
                    <a:pt x="23" y="201"/>
                    <a:pt x="0" y="178"/>
                    <a:pt x="0" y="15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52" y="0"/>
                  </a:lnTo>
                  <a:close/>
                  <a:moveTo>
                    <a:pt x="252" y="0"/>
                  </a:moveTo>
                  <a:cubicBezTo>
                    <a:pt x="252" y="0"/>
                    <a:pt x="252" y="0"/>
                    <a:pt x="252" y="0"/>
                  </a:cubicBezTo>
                </a:path>
              </a:pathLst>
            </a:cu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27"/>
            <p:cNvSpPr/>
            <p:nvPr/>
          </p:nvSpPr>
          <p:spPr>
            <a:xfrm>
              <a:off x="5156259" y="1967378"/>
              <a:ext cx="73022" cy="71785"/>
            </a:xfrm>
            <a:custGeom>
              <a:avLst/>
              <a:gdLst/>
              <a:ahLst/>
              <a:cxnLst/>
              <a:rect l="l" t="t" r="r" b="b"/>
              <a:pathLst>
                <a:path w="177" h="174" extrusionOk="0">
                  <a:moveTo>
                    <a:pt x="177" y="0"/>
                  </a:moveTo>
                  <a:cubicBezTo>
                    <a:pt x="177" y="108"/>
                    <a:pt x="177" y="108"/>
                    <a:pt x="177" y="108"/>
                  </a:cubicBezTo>
                  <a:cubicBezTo>
                    <a:pt x="177" y="145"/>
                    <a:pt x="147" y="174"/>
                    <a:pt x="111" y="174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1" y="0"/>
                  </a:cubicBezTo>
                  <a:lnTo>
                    <a:pt x="177" y="0"/>
                  </a:lnTo>
                  <a:close/>
                  <a:moveTo>
                    <a:pt x="177" y="0"/>
                  </a:moveTo>
                  <a:cubicBezTo>
                    <a:pt x="177" y="0"/>
                    <a:pt x="177" y="0"/>
                    <a:pt x="177" y="0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27"/>
            <p:cNvSpPr/>
            <p:nvPr/>
          </p:nvSpPr>
          <p:spPr>
            <a:xfrm>
              <a:off x="4993713" y="1782966"/>
              <a:ext cx="42081" cy="51982"/>
            </a:xfrm>
            <a:custGeom>
              <a:avLst/>
              <a:gdLst/>
              <a:ahLst/>
              <a:cxnLst/>
              <a:rect l="l" t="t" r="r" b="b"/>
              <a:pathLst>
                <a:path w="102" h="126" extrusionOk="0">
                  <a:moveTo>
                    <a:pt x="102" y="0"/>
                  </a:moveTo>
                  <a:cubicBezTo>
                    <a:pt x="102" y="118"/>
                    <a:pt x="102" y="118"/>
                    <a:pt x="102" y="118"/>
                  </a:cubicBezTo>
                  <a:cubicBezTo>
                    <a:pt x="102" y="122"/>
                    <a:pt x="99" y="126"/>
                    <a:pt x="95" y="126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4" y="126"/>
                    <a:pt x="0" y="122"/>
                    <a:pt x="0" y="118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02" y="0"/>
                  </a:lnTo>
                  <a:close/>
                  <a:moveTo>
                    <a:pt x="102" y="0"/>
                  </a:moveTo>
                  <a:cubicBezTo>
                    <a:pt x="102" y="0"/>
                    <a:pt x="102" y="0"/>
                    <a:pt x="102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27"/>
            <p:cNvSpPr/>
            <p:nvPr/>
          </p:nvSpPr>
          <p:spPr>
            <a:xfrm>
              <a:off x="4822502" y="1732222"/>
              <a:ext cx="127892" cy="50744"/>
            </a:xfrm>
            <a:custGeom>
              <a:avLst/>
              <a:gdLst/>
              <a:ahLst/>
              <a:cxnLst/>
              <a:rect l="l" t="t" r="r" b="b"/>
              <a:pathLst>
                <a:path w="310" h="123" extrusionOk="0">
                  <a:moveTo>
                    <a:pt x="265" y="12"/>
                  </a:moveTo>
                  <a:cubicBezTo>
                    <a:pt x="310" y="123"/>
                    <a:pt x="310" y="123"/>
                    <a:pt x="310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8" y="5"/>
                    <a:pt x="56" y="0"/>
                    <a:pt x="64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4" y="0"/>
                    <a:pt x="262" y="5"/>
                    <a:pt x="265" y="12"/>
                  </a:cubicBezTo>
                  <a:close/>
                  <a:moveTo>
                    <a:pt x="265" y="12"/>
                  </a:moveTo>
                  <a:cubicBezTo>
                    <a:pt x="265" y="12"/>
                    <a:pt x="265" y="12"/>
                    <a:pt x="265" y="12"/>
                  </a:cubicBezTo>
                </a:path>
              </a:pathLst>
            </a:cu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27"/>
            <p:cNvSpPr/>
            <p:nvPr/>
          </p:nvSpPr>
          <p:spPr>
            <a:xfrm>
              <a:off x="5077874" y="1732222"/>
              <a:ext cx="127479" cy="50744"/>
            </a:xfrm>
            <a:custGeom>
              <a:avLst/>
              <a:gdLst/>
              <a:ahLst/>
              <a:cxnLst/>
              <a:rect l="l" t="t" r="r" b="b"/>
              <a:pathLst>
                <a:path w="309" h="123" extrusionOk="0">
                  <a:moveTo>
                    <a:pt x="264" y="12"/>
                  </a:moveTo>
                  <a:cubicBezTo>
                    <a:pt x="309" y="123"/>
                    <a:pt x="309" y="123"/>
                    <a:pt x="309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8" y="5"/>
                    <a:pt x="55" y="0"/>
                    <a:pt x="63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4" y="0"/>
                    <a:pt x="261" y="5"/>
                    <a:pt x="264" y="12"/>
                  </a:cubicBezTo>
                  <a:close/>
                  <a:moveTo>
                    <a:pt x="264" y="12"/>
                  </a:moveTo>
                  <a:cubicBezTo>
                    <a:pt x="264" y="12"/>
                    <a:pt x="264" y="12"/>
                    <a:pt x="264" y="12"/>
                  </a:cubicBezTo>
                </a:path>
              </a:pathLst>
            </a:cu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27"/>
            <p:cNvSpPr/>
            <p:nvPr/>
          </p:nvSpPr>
          <p:spPr>
            <a:xfrm>
              <a:off x="4950394" y="1732222"/>
              <a:ext cx="127479" cy="50744"/>
            </a:xfrm>
            <a:custGeom>
              <a:avLst/>
              <a:gdLst/>
              <a:ahLst/>
              <a:cxnLst/>
              <a:rect l="l" t="t" r="r" b="b"/>
              <a:pathLst>
                <a:path w="309" h="123" extrusionOk="0">
                  <a:moveTo>
                    <a:pt x="264" y="12"/>
                  </a:moveTo>
                  <a:cubicBezTo>
                    <a:pt x="309" y="123"/>
                    <a:pt x="309" y="123"/>
                    <a:pt x="309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7" y="5"/>
                    <a:pt x="55" y="0"/>
                    <a:pt x="63" y="0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253" y="0"/>
                    <a:pt x="261" y="5"/>
                    <a:pt x="264" y="12"/>
                  </a:cubicBezTo>
                  <a:close/>
                  <a:moveTo>
                    <a:pt x="264" y="12"/>
                  </a:moveTo>
                  <a:cubicBezTo>
                    <a:pt x="264" y="12"/>
                    <a:pt x="264" y="12"/>
                    <a:pt x="264" y="12"/>
                  </a:cubicBezTo>
                </a:path>
              </a:pathLst>
            </a:cu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27"/>
            <p:cNvSpPr/>
            <p:nvPr/>
          </p:nvSpPr>
          <p:spPr>
            <a:xfrm>
              <a:off x="4886861" y="1681478"/>
              <a:ext cx="127892" cy="50744"/>
            </a:xfrm>
            <a:custGeom>
              <a:avLst/>
              <a:gdLst/>
              <a:ahLst/>
              <a:cxnLst/>
              <a:rect l="l" t="t" r="r" b="b"/>
              <a:pathLst>
                <a:path w="310" h="123" extrusionOk="0">
                  <a:moveTo>
                    <a:pt x="265" y="12"/>
                  </a:moveTo>
                  <a:cubicBezTo>
                    <a:pt x="310" y="123"/>
                    <a:pt x="310" y="123"/>
                    <a:pt x="310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8" y="4"/>
                    <a:pt x="56" y="0"/>
                    <a:pt x="64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4" y="0"/>
                    <a:pt x="262" y="4"/>
                    <a:pt x="265" y="12"/>
                  </a:cubicBezTo>
                  <a:close/>
                  <a:moveTo>
                    <a:pt x="265" y="12"/>
                  </a:moveTo>
                  <a:cubicBezTo>
                    <a:pt x="265" y="12"/>
                    <a:pt x="265" y="12"/>
                    <a:pt x="265" y="12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27"/>
            <p:cNvSpPr/>
            <p:nvPr/>
          </p:nvSpPr>
          <p:spPr>
            <a:xfrm>
              <a:off x="5014753" y="1681478"/>
              <a:ext cx="127479" cy="50744"/>
            </a:xfrm>
            <a:custGeom>
              <a:avLst/>
              <a:gdLst/>
              <a:ahLst/>
              <a:cxnLst/>
              <a:rect l="l" t="t" r="r" b="b"/>
              <a:pathLst>
                <a:path w="309" h="123" extrusionOk="0">
                  <a:moveTo>
                    <a:pt x="264" y="12"/>
                  </a:moveTo>
                  <a:cubicBezTo>
                    <a:pt x="309" y="123"/>
                    <a:pt x="309" y="123"/>
                    <a:pt x="309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8" y="4"/>
                    <a:pt x="55" y="0"/>
                    <a:pt x="63" y="0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254" y="0"/>
                    <a:pt x="261" y="4"/>
                    <a:pt x="264" y="12"/>
                  </a:cubicBezTo>
                  <a:close/>
                  <a:moveTo>
                    <a:pt x="264" y="12"/>
                  </a:moveTo>
                  <a:cubicBezTo>
                    <a:pt x="264" y="12"/>
                    <a:pt x="264" y="12"/>
                    <a:pt x="264" y="12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27"/>
            <p:cNvSpPr/>
            <p:nvPr/>
          </p:nvSpPr>
          <p:spPr>
            <a:xfrm>
              <a:off x="5014753" y="1896006"/>
              <a:ext cx="47856" cy="77148"/>
            </a:xfrm>
            <a:custGeom>
              <a:avLst/>
              <a:gdLst/>
              <a:ahLst/>
              <a:cxnLst/>
              <a:rect l="l" t="t" r="r" b="b"/>
              <a:pathLst>
                <a:path w="116" h="187" extrusionOk="0">
                  <a:moveTo>
                    <a:pt x="99" y="17"/>
                  </a:moveTo>
                  <a:cubicBezTo>
                    <a:pt x="89" y="7"/>
                    <a:pt x="75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59" y="187"/>
                    <a:pt x="59" y="187"/>
                    <a:pt x="59" y="187"/>
                  </a:cubicBezTo>
                  <a:cubicBezTo>
                    <a:pt x="90" y="187"/>
                    <a:pt x="116" y="161"/>
                    <a:pt x="116" y="13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42"/>
                    <a:pt x="110" y="27"/>
                    <a:pt x="99" y="17"/>
                  </a:cubicBezTo>
                  <a:close/>
                  <a:moveTo>
                    <a:pt x="99" y="17"/>
                  </a:moveTo>
                  <a:cubicBezTo>
                    <a:pt x="99" y="17"/>
                    <a:pt x="99" y="17"/>
                    <a:pt x="99" y="17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27"/>
            <p:cNvSpPr/>
            <p:nvPr/>
          </p:nvSpPr>
          <p:spPr>
            <a:xfrm>
              <a:off x="4991237" y="1896006"/>
              <a:ext cx="47031" cy="77148"/>
            </a:xfrm>
            <a:custGeom>
              <a:avLst/>
              <a:gdLst/>
              <a:ahLst/>
              <a:cxnLst/>
              <a:rect l="l" t="t" r="r" b="b"/>
              <a:pathLst>
                <a:path w="114" h="187" extrusionOk="0">
                  <a:moveTo>
                    <a:pt x="114" y="57"/>
                  </a:moveTo>
                  <a:cubicBezTo>
                    <a:pt x="114" y="130"/>
                    <a:pt x="114" y="130"/>
                    <a:pt x="114" y="130"/>
                  </a:cubicBezTo>
                  <a:cubicBezTo>
                    <a:pt x="114" y="161"/>
                    <a:pt x="89" y="187"/>
                    <a:pt x="57" y="187"/>
                  </a:cubicBezTo>
                  <a:cubicBezTo>
                    <a:pt x="26" y="187"/>
                    <a:pt x="0" y="161"/>
                    <a:pt x="0" y="13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73" y="0"/>
                    <a:pt x="87" y="7"/>
                    <a:pt x="98" y="17"/>
                  </a:cubicBezTo>
                  <a:cubicBezTo>
                    <a:pt x="108" y="27"/>
                    <a:pt x="114" y="42"/>
                    <a:pt x="114" y="57"/>
                  </a:cubicBezTo>
                  <a:close/>
                  <a:moveTo>
                    <a:pt x="114" y="57"/>
                  </a:moveTo>
                  <a:cubicBezTo>
                    <a:pt x="114" y="57"/>
                    <a:pt x="114" y="57"/>
                    <a:pt x="114" y="57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27"/>
            <p:cNvSpPr/>
            <p:nvPr/>
          </p:nvSpPr>
          <p:spPr>
            <a:xfrm>
              <a:off x="4864170" y="1413730"/>
              <a:ext cx="35892" cy="30529"/>
            </a:xfrm>
            <a:custGeom>
              <a:avLst/>
              <a:gdLst/>
              <a:ahLst/>
              <a:cxnLst/>
              <a:rect l="l" t="t" r="r" b="b"/>
              <a:pathLst>
                <a:path w="87" h="74" extrusionOk="0">
                  <a:moveTo>
                    <a:pt x="12" y="43"/>
                  </a:moveTo>
                  <a:cubicBezTo>
                    <a:pt x="48" y="70"/>
                    <a:pt x="48" y="70"/>
                    <a:pt x="48" y="70"/>
                  </a:cubicBezTo>
                  <a:cubicBezTo>
                    <a:pt x="52" y="73"/>
                    <a:pt x="57" y="74"/>
                    <a:pt x="61" y="74"/>
                  </a:cubicBezTo>
                  <a:cubicBezTo>
                    <a:pt x="68" y="74"/>
                    <a:pt x="75" y="71"/>
                    <a:pt x="80" y="65"/>
                  </a:cubicBezTo>
                  <a:cubicBezTo>
                    <a:pt x="87" y="55"/>
                    <a:pt x="85" y="41"/>
                    <a:pt x="75" y="33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29" y="0"/>
                    <a:pt x="14" y="2"/>
                    <a:pt x="7" y="12"/>
                  </a:cubicBezTo>
                  <a:cubicBezTo>
                    <a:pt x="0" y="22"/>
                    <a:pt x="2" y="36"/>
                    <a:pt x="12" y="43"/>
                  </a:cubicBezTo>
                  <a:close/>
                  <a:moveTo>
                    <a:pt x="12" y="43"/>
                  </a:moveTo>
                  <a:cubicBezTo>
                    <a:pt x="12" y="43"/>
                    <a:pt x="12" y="43"/>
                    <a:pt x="12" y="4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27"/>
            <p:cNvSpPr/>
            <p:nvPr/>
          </p:nvSpPr>
          <p:spPr>
            <a:xfrm>
              <a:off x="4864583" y="1461586"/>
              <a:ext cx="35892" cy="25991"/>
            </a:xfrm>
            <a:custGeom>
              <a:avLst/>
              <a:gdLst/>
              <a:ahLst/>
              <a:cxnLst/>
              <a:rect l="l" t="t" r="r" b="b"/>
              <a:pathLst>
                <a:path w="87" h="63" extrusionOk="0">
                  <a:moveTo>
                    <a:pt x="52" y="4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5" y="24"/>
                    <a:pt x="0" y="37"/>
                    <a:pt x="4" y="49"/>
                  </a:cubicBezTo>
                  <a:cubicBezTo>
                    <a:pt x="8" y="57"/>
                    <a:pt x="16" y="63"/>
                    <a:pt x="25" y="63"/>
                  </a:cubicBezTo>
                  <a:cubicBezTo>
                    <a:pt x="28" y="63"/>
                    <a:pt x="31" y="62"/>
                    <a:pt x="34" y="6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81" y="41"/>
                    <a:pt x="87" y="28"/>
                    <a:pt x="82" y="16"/>
                  </a:cubicBezTo>
                  <a:cubicBezTo>
                    <a:pt x="77" y="5"/>
                    <a:pt x="64" y="0"/>
                    <a:pt x="52" y="4"/>
                  </a:cubicBezTo>
                  <a:close/>
                  <a:moveTo>
                    <a:pt x="52" y="4"/>
                  </a:moveTo>
                  <a:cubicBezTo>
                    <a:pt x="52" y="4"/>
                    <a:pt x="52" y="4"/>
                    <a:pt x="52" y="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27"/>
            <p:cNvSpPr/>
            <p:nvPr/>
          </p:nvSpPr>
          <p:spPr>
            <a:xfrm>
              <a:off x="5129856" y="1413730"/>
              <a:ext cx="35892" cy="30529"/>
            </a:xfrm>
            <a:custGeom>
              <a:avLst/>
              <a:gdLst/>
              <a:ahLst/>
              <a:cxnLst/>
              <a:rect l="l" t="t" r="r" b="b"/>
              <a:pathLst>
                <a:path w="87" h="74" extrusionOk="0">
                  <a:moveTo>
                    <a:pt x="25" y="74"/>
                  </a:moveTo>
                  <a:cubicBezTo>
                    <a:pt x="30" y="74"/>
                    <a:pt x="35" y="73"/>
                    <a:pt x="39" y="70"/>
                  </a:cubicBezTo>
                  <a:cubicBezTo>
                    <a:pt x="75" y="43"/>
                    <a:pt x="75" y="43"/>
                    <a:pt x="75" y="43"/>
                  </a:cubicBezTo>
                  <a:cubicBezTo>
                    <a:pt x="85" y="36"/>
                    <a:pt x="87" y="22"/>
                    <a:pt x="80" y="12"/>
                  </a:cubicBezTo>
                  <a:cubicBezTo>
                    <a:pt x="72" y="2"/>
                    <a:pt x="58" y="0"/>
                    <a:pt x="48" y="7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2" y="41"/>
                    <a:pt x="0" y="55"/>
                    <a:pt x="7" y="65"/>
                  </a:cubicBezTo>
                  <a:cubicBezTo>
                    <a:pt x="11" y="71"/>
                    <a:pt x="18" y="74"/>
                    <a:pt x="25" y="74"/>
                  </a:cubicBezTo>
                  <a:close/>
                  <a:moveTo>
                    <a:pt x="25" y="74"/>
                  </a:moveTo>
                  <a:cubicBezTo>
                    <a:pt x="25" y="74"/>
                    <a:pt x="25" y="74"/>
                    <a:pt x="25" y="7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27"/>
            <p:cNvSpPr/>
            <p:nvPr/>
          </p:nvSpPr>
          <p:spPr>
            <a:xfrm>
              <a:off x="5129443" y="1461586"/>
              <a:ext cx="35892" cy="25991"/>
            </a:xfrm>
            <a:custGeom>
              <a:avLst/>
              <a:gdLst/>
              <a:ahLst/>
              <a:cxnLst/>
              <a:rect l="l" t="t" r="r" b="b"/>
              <a:pathLst>
                <a:path w="87" h="63" extrusionOk="0">
                  <a:moveTo>
                    <a:pt x="17" y="46"/>
                  </a:moveTo>
                  <a:cubicBezTo>
                    <a:pt x="53" y="61"/>
                    <a:pt x="53" y="61"/>
                    <a:pt x="53" y="61"/>
                  </a:cubicBezTo>
                  <a:cubicBezTo>
                    <a:pt x="56" y="62"/>
                    <a:pt x="59" y="63"/>
                    <a:pt x="62" y="63"/>
                  </a:cubicBezTo>
                  <a:cubicBezTo>
                    <a:pt x="70" y="63"/>
                    <a:pt x="79" y="57"/>
                    <a:pt x="82" y="49"/>
                  </a:cubicBezTo>
                  <a:cubicBezTo>
                    <a:pt x="87" y="37"/>
                    <a:pt x="82" y="24"/>
                    <a:pt x="70" y="19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3" y="0"/>
                    <a:pt x="10" y="5"/>
                    <a:pt x="5" y="16"/>
                  </a:cubicBezTo>
                  <a:cubicBezTo>
                    <a:pt x="0" y="28"/>
                    <a:pt x="5" y="41"/>
                    <a:pt x="17" y="46"/>
                  </a:cubicBezTo>
                  <a:close/>
                  <a:moveTo>
                    <a:pt x="17" y="46"/>
                  </a:moveTo>
                  <a:cubicBezTo>
                    <a:pt x="17" y="46"/>
                    <a:pt x="17" y="46"/>
                    <a:pt x="17" y="4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27"/>
            <p:cNvSpPr/>
            <p:nvPr/>
          </p:nvSpPr>
          <p:spPr>
            <a:xfrm>
              <a:off x="4982161" y="1886930"/>
              <a:ext cx="89112" cy="95300"/>
            </a:xfrm>
            <a:custGeom>
              <a:avLst/>
              <a:gdLst/>
              <a:ahLst/>
              <a:cxnLst/>
              <a:rect l="l" t="t" r="r" b="b"/>
              <a:pathLst>
                <a:path w="216" h="231" extrusionOk="0">
                  <a:moveTo>
                    <a:pt x="136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6"/>
                    <a:pt x="0" y="79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95"/>
                    <a:pt x="35" y="231"/>
                    <a:pt x="79" y="231"/>
                  </a:cubicBezTo>
                  <a:cubicBezTo>
                    <a:pt x="80" y="231"/>
                    <a:pt x="81" y="231"/>
                    <a:pt x="81" y="231"/>
                  </a:cubicBezTo>
                  <a:cubicBezTo>
                    <a:pt x="82" y="231"/>
                    <a:pt x="82" y="231"/>
                    <a:pt x="82" y="231"/>
                  </a:cubicBezTo>
                  <a:cubicBezTo>
                    <a:pt x="136" y="231"/>
                    <a:pt x="136" y="231"/>
                    <a:pt x="136" y="231"/>
                  </a:cubicBezTo>
                  <a:cubicBezTo>
                    <a:pt x="180" y="231"/>
                    <a:pt x="216" y="199"/>
                    <a:pt x="216" y="160"/>
                  </a:cubicBezTo>
                  <a:cubicBezTo>
                    <a:pt x="216" y="71"/>
                    <a:pt x="216" y="71"/>
                    <a:pt x="216" y="71"/>
                  </a:cubicBezTo>
                  <a:cubicBezTo>
                    <a:pt x="216" y="32"/>
                    <a:pt x="180" y="0"/>
                    <a:pt x="136" y="0"/>
                  </a:cubicBezTo>
                  <a:close/>
                  <a:moveTo>
                    <a:pt x="45" y="152"/>
                  </a:moveTo>
                  <a:cubicBezTo>
                    <a:pt x="45" y="79"/>
                    <a:pt x="45" y="79"/>
                    <a:pt x="45" y="79"/>
                  </a:cubicBezTo>
                  <a:cubicBezTo>
                    <a:pt x="45" y="60"/>
                    <a:pt x="60" y="45"/>
                    <a:pt x="79" y="45"/>
                  </a:cubicBezTo>
                  <a:cubicBezTo>
                    <a:pt x="98" y="45"/>
                    <a:pt x="114" y="60"/>
                    <a:pt x="114" y="79"/>
                  </a:cubicBezTo>
                  <a:cubicBezTo>
                    <a:pt x="114" y="152"/>
                    <a:pt x="114" y="152"/>
                    <a:pt x="114" y="152"/>
                  </a:cubicBezTo>
                  <a:cubicBezTo>
                    <a:pt x="114" y="171"/>
                    <a:pt x="98" y="186"/>
                    <a:pt x="79" y="186"/>
                  </a:cubicBezTo>
                  <a:cubicBezTo>
                    <a:pt x="60" y="186"/>
                    <a:pt x="45" y="171"/>
                    <a:pt x="45" y="152"/>
                  </a:cubicBezTo>
                  <a:close/>
                  <a:moveTo>
                    <a:pt x="171" y="160"/>
                  </a:moveTo>
                  <a:cubicBezTo>
                    <a:pt x="171" y="170"/>
                    <a:pt x="163" y="179"/>
                    <a:pt x="152" y="183"/>
                  </a:cubicBezTo>
                  <a:cubicBezTo>
                    <a:pt x="157" y="173"/>
                    <a:pt x="159" y="163"/>
                    <a:pt x="159" y="152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9" y="68"/>
                    <a:pt x="157" y="58"/>
                    <a:pt x="152" y="48"/>
                  </a:cubicBezTo>
                  <a:cubicBezTo>
                    <a:pt x="163" y="52"/>
                    <a:pt x="171" y="61"/>
                    <a:pt x="171" y="71"/>
                  </a:cubicBezTo>
                  <a:lnTo>
                    <a:pt x="171" y="160"/>
                  </a:lnTo>
                  <a:close/>
                  <a:moveTo>
                    <a:pt x="171" y="160"/>
                  </a:moveTo>
                  <a:cubicBezTo>
                    <a:pt x="171" y="160"/>
                    <a:pt x="171" y="160"/>
                    <a:pt x="171" y="16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27"/>
            <p:cNvSpPr/>
            <p:nvPr/>
          </p:nvSpPr>
          <p:spPr>
            <a:xfrm>
              <a:off x="4800224" y="1967378"/>
              <a:ext cx="73022" cy="71785"/>
            </a:xfrm>
            <a:custGeom>
              <a:avLst/>
              <a:gdLst/>
              <a:ahLst/>
              <a:cxnLst/>
              <a:rect l="l" t="t" r="r" b="b"/>
              <a:pathLst>
                <a:path w="177" h="174" extrusionOk="0">
                  <a:moveTo>
                    <a:pt x="177" y="32"/>
                  </a:moveTo>
                  <a:cubicBezTo>
                    <a:pt x="177" y="174"/>
                    <a:pt x="177" y="174"/>
                    <a:pt x="177" y="174"/>
                  </a:cubicBezTo>
                  <a:cubicBezTo>
                    <a:pt x="66" y="174"/>
                    <a:pt x="66" y="174"/>
                    <a:pt x="66" y="174"/>
                  </a:cubicBezTo>
                  <a:cubicBezTo>
                    <a:pt x="29" y="174"/>
                    <a:pt x="0" y="145"/>
                    <a:pt x="0" y="1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63" y="0"/>
                    <a:pt x="177" y="14"/>
                    <a:pt x="177" y="32"/>
                  </a:cubicBezTo>
                  <a:close/>
                  <a:moveTo>
                    <a:pt x="177" y="32"/>
                  </a:moveTo>
                  <a:cubicBezTo>
                    <a:pt x="177" y="32"/>
                    <a:pt x="177" y="32"/>
                    <a:pt x="177" y="32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27"/>
            <p:cNvSpPr/>
            <p:nvPr/>
          </p:nvSpPr>
          <p:spPr>
            <a:xfrm>
              <a:off x="4791148" y="1466537"/>
              <a:ext cx="447210" cy="582115"/>
            </a:xfrm>
            <a:custGeom>
              <a:avLst/>
              <a:gdLst/>
              <a:ahLst/>
              <a:cxnLst/>
              <a:rect l="l" t="t" r="r" b="b"/>
              <a:pathLst>
                <a:path w="1084" h="1411" extrusionOk="0">
                  <a:moveTo>
                    <a:pt x="996" y="282"/>
                  </a:moveTo>
                  <a:cubicBezTo>
                    <a:pt x="727" y="282"/>
                    <a:pt x="727" y="282"/>
                    <a:pt x="727" y="282"/>
                  </a:cubicBezTo>
                  <a:cubicBezTo>
                    <a:pt x="727" y="282"/>
                    <a:pt x="830" y="159"/>
                    <a:pt x="830" y="159"/>
                  </a:cubicBezTo>
                  <a:cubicBezTo>
                    <a:pt x="830" y="159"/>
                    <a:pt x="831" y="159"/>
                    <a:pt x="831" y="158"/>
                  </a:cubicBezTo>
                  <a:cubicBezTo>
                    <a:pt x="835" y="152"/>
                    <a:pt x="836" y="145"/>
                    <a:pt x="834" y="138"/>
                  </a:cubicBezTo>
                  <a:cubicBezTo>
                    <a:pt x="790" y="15"/>
                    <a:pt x="790" y="15"/>
                    <a:pt x="790" y="15"/>
                  </a:cubicBezTo>
                  <a:cubicBezTo>
                    <a:pt x="787" y="6"/>
                    <a:pt x="778" y="0"/>
                    <a:pt x="769" y="0"/>
                  </a:cubicBezTo>
                  <a:cubicBezTo>
                    <a:pt x="316" y="0"/>
                    <a:pt x="316" y="0"/>
                    <a:pt x="316" y="0"/>
                  </a:cubicBezTo>
                  <a:cubicBezTo>
                    <a:pt x="306" y="0"/>
                    <a:pt x="298" y="6"/>
                    <a:pt x="294" y="15"/>
                  </a:cubicBezTo>
                  <a:cubicBezTo>
                    <a:pt x="251" y="138"/>
                    <a:pt x="251" y="138"/>
                    <a:pt x="251" y="138"/>
                  </a:cubicBezTo>
                  <a:cubicBezTo>
                    <a:pt x="249" y="144"/>
                    <a:pt x="249" y="152"/>
                    <a:pt x="253" y="158"/>
                  </a:cubicBezTo>
                  <a:cubicBezTo>
                    <a:pt x="253" y="158"/>
                    <a:pt x="255" y="160"/>
                    <a:pt x="255" y="160"/>
                  </a:cubicBezTo>
                  <a:cubicBezTo>
                    <a:pt x="358" y="282"/>
                    <a:pt x="358" y="282"/>
                    <a:pt x="358" y="282"/>
                  </a:cubicBezTo>
                  <a:cubicBezTo>
                    <a:pt x="89" y="282"/>
                    <a:pt x="89" y="282"/>
                    <a:pt x="89" y="282"/>
                  </a:cubicBezTo>
                  <a:cubicBezTo>
                    <a:pt x="40" y="282"/>
                    <a:pt x="0" y="322"/>
                    <a:pt x="0" y="370"/>
                  </a:cubicBezTo>
                  <a:cubicBezTo>
                    <a:pt x="0" y="1322"/>
                    <a:pt x="0" y="1322"/>
                    <a:pt x="0" y="1322"/>
                  </a:cubicBezTo>
                  <a:cubicBezTo>
                    <a:pt x="0" y="1371"/>
                    <a:pt x="40" y="1411"/>
                    <a:pt x="89" y="1411"/>
                  </a:cubicBezTo>
                  <a:cubicBezTo>
                    <a:pt x="996" y="1411"/>
                    <a:pt x="996" y="1411"/>
                    <a:pt x="996" y="1411"/>
                  </a:cubicBezTo>
                  <a:cubicBezTo>
                    <a:pt x="1045" y="1411"/>
                    <a:pt x="1084" y="1371"/>
                    <a:pt x="1084" y="1322"/>
                  </a:cubicBezTo>
                  <a:cubicBezTo>
                    <a:pt x="1084" y="370"/>
                    <a:pt x="1084" y="370"/>
                    <a:pt x="1084" y="370"/>
                  </a:cubicBezTo>
                  <a:cubicBezTo>
                    <a:pt x="1084" y="322"/>
                    <a:pt x="1044" y="282"/>
                    <a:pt x="996" y="282"/>
                  </a:cubicBezTo>
                  <a:close/>
                  <a:moveTo>
                    <a:pt x="975" y="1110"/>
                  </a:moveTo>
                  <a:cubicBezTo>
                    <a:pt x="962" y="1110"/>
                    <a:pt x="952" y="1121"/>
                    <a:pt x="952" y="1133"/>
                  </a:cubicBezTo>
                  <a:cubicBezTo>
                    <a:pt x="952" y="1192"/>
                    <a:pt x="952" y="1192"/>
                    <a:pt x="952" y="1192"/>
                  </a:cubicBezTo>
                  <a:cubicBezTo>
                    <a:pt x="916" y="1192"/>
                    <a:pt x="916" y="1192"/>
                    <a:pt x="916" y="1192"/>
                  </a:cubicBezTo>
                  <a:cubicBezTo>
                    <a:pt x="886" y="1192"/>
                    <a:pt x="862" y="1216"/>
                    <a:pt x="862" y="1246"/>
                  </a:cubicBezTo>
                  <a:cubicBezTo>
                    <a:pt x="862" y="1279"/>
                    <a:pt x="862" y="1279"/>
                    <a:pt x="862" y="1279"/>
                  </a:cubicBezTo>
                  <a:cubicBezTo>
                    <a:pt x="223" y="1279"/>
                    <a:pt x="223" y="1279"/>
                    <a:pt x="223" y="1279"/>
                  </a:cubicBezTo>
                  <a:cubicBezTo>
                    <a:pt x="223" y="1246"/>
                    <a:pt x="223" y="1246"/>
                    <a:pt x="223" y="1246"/>
                  </a:cubicBezTo>
                  <a:cubicBezTo>
                    <a:pt x="223" y="1216"/>
                    <a:pt x="198" y="1192"/>
                    <a:pt x="168" y="1192"/>
                  </a:cubicBezTo>
                  <a:cubicBezTo>
                    <a:pt x="136" y="1192"/>
                    <a:pt x="136" y="1192"/>
                    <a:pt x="136" y="1192"/>
                  </a:cubicBezTo>
                  <a:cubicBezTo>
                    <a:pt x="136" y="957"/>
                    <a:pt x="136" y="957"/>
                    <a:pt x="136" y="957"/>
                  </a:cubicBezTo>
                  <a:cubicBezTo>
                    <a:pt x="406" y="957"/>
                    <a:pt x="406" y="957"/>
                    <a:pt x="406" y="957"/>
                  </a:cubicBezTo>
                  <a:cubicBezTo>
                    <a:pt x="419" y="977"/>
                    <a:pt x="442" y="990"/>
                    <a:pt x="467" y="990"/>
                  </a:cubicBezTo>
                  <a:cubicBezTo>
                    <a:pt x="617" y="990"/>
                    <a:pt x="617" y="990"/>
                    <a:pt x="617" y="990"/>
                  </a:cubicBezTo>
                  <a:cubicBezTo>
                    <a:pt x="643" y="990"/>
                    <a:pt x="666" y="977"/>
                    <a:pt x="679" y="957"/>
                  </a:cubicBezTo>
                  <a:cubicBezTo>
                    <a:pt x="952" y="957"/>
                    <a:pt x="952" y="957"/>
                    <a:pt x="952" y="957"/>
                  </a:cubicBezTo>
                  <a:cubicBezTo>
                    <a:pt x="952" y="1043"/>
                    <a:pt x="952" y="1043"/>
                    <a:pt x="952" y="1043"/>
                  </a:cubicBezTo>
                  <a:cubicBezTo>
                    <a:pt x="952" y="1055"/>
                    <a:pt x="962" y="1065"/>
                    <a:pt x="975" y="1065"/>
                  </a:cubicBezTo>
                  <a:cubicBezTo>
                    <a:pt x="987" y="1065"/>
                    <a:pt x="997" y="1055"/>
                    <a:pt x="997" y="1043"/>
                  </a:cubicBezTo>
                  <a:cubicBezTo>
                    <a:pt x="997" y="935"/>
                    <a:pt x="997" y="935"/>
                    <a:pt x="997" y="935"/>
                  </a:cubicBezTo>
                  <a:cubicBezTo>
                    <a:pt x="997" y="922"/>
                    <a:pt x="987" y="912"/>
                    <a:pt x="975" y="912"/>
                  </a:cubicBezTo>
                  <a:cubicBezTo>
                    <a:pt x="857" y="912"/>
                    <a:pt x="857" y="912"/>
                    <a:pt x="857" y="912"/>
                  </a:cubicBezTo>
                  <a:cubicBezTo>
                    <a:pt x="857" y="870"/>
                    <a:pt x="857" y="870"/>
                    <a:pt x="857" y="870"/>
                  </a:cubicBezTo>
                  <a:cubicBezTo>
                    <a:pt x="1039" y="870"/>
                    <a:pt x="1039" y="870"/>
                    <a:pt x="1039" y="870"/>
                  </a:cubicBezTo>
                  <a:cubicBezTo>
                    <a:pt x="1039" y="1192"/>
                    <a:pt x="1039" y="1192"/>
                    <a:pt x="1039" y="1192"/>
                  </a:cubicBezTo>
                  <a:cubicBezTo>
                    <a:pt x="997" y="1192"/>
                    <a:pt x="997" y="1192"/>
                    <a:pt x="997" y="1192"/>
                  </a:cubicBezTo>
                  <a:cubicBezTo>
                    <a:pt x="997" y="1133"/>
                    <a:pt x="997" y="1133"/>
                    <a:pt x="997" y="1133"/>
                  </a:cubicBezTo>
                  <a:cubicBezTo>
                    <a:pt x="997" y="1121"/>
                    <a:pt x="987" y="1110"/>
                    <a:pt x="975" y="1110"/>
                  </a:cubicBezTo>
                  <a:close/>
                  <a:moveTo>
                    <a:pt x="223" y="1324"/>
                  </a:moveTo>
                  <a:cubicBezTo>
                    <a:pt x="518" y="1324"/>
                    <a:pt x="518" y="1324"/>
                    <a:pt x="518" y="1324"/>
                  </a:cubicBezTo>
                  <a:cubicBezTo>
                    <a:pt x="518" y="1366"/>
                    <a:pt x="518" y="1366"/>
                    <a:pt x="518" y="1366"/>
                  </a:cubicBezTo>
                  <a:cubicBezTo>
                    <a:pt x="223" y="1366"/>
                    <a:pt x="223" y="1366"/>
                    <a:pt x="223" y="1366"/>
                  </a:cubicBezTo>
                  <a:lnTo>
                    <a:pt x="223" y="1324"/>
                  </a:lnTo>
                  <a:close/>
                  <a:moveTo>
                    <a:pt x="563" y="1324"/>
                  </a:moveTo>
                  <a:cubicBezTo>
                    <a:pt x="862" y="1324"/>
                    <a:pt x="862" y="1324"/>
                    <a:pt x="862" y="1324"/>
                  </a:cubicBezTo>
                  <a:cubicBezTo>
                    <a:pt x="862" y="1366"/>
                    <a:pt x="862" y="1366"/>
                    <a:pt x="862" y="1366"/>
                  </a:cubicBezTo>
                  <a:cubicBezTo>
                    <a:pt x="563" y="1366"/>
                    <a:pt x="563" y="1366"/>
                    <a:pt x="563" y="1366"/>
                  </a:cubicBezTo>
                  <a:lnTo>
                    <a:pt x="563" y="1324"/>
                  </a:lnTo>
                  <a:close/>
                  <a:moveTo>
                    <a:pt x="45" y="1192"/>
                  </a:moveTo>
                  <a:cubicBezTo>
                    <a:pt x="45" y="869"/>
                    <a:pt x="45" y="869"/>
                    <a:pt x="45" y="869"/>
                  </a:cubicBezTo>
                  <a:cubicBezTo>
                    <a:pt x="228" y="869"/>
                    <a:pt x="228" y="869"/>
                    <a:pt x="228" y="869"/>
                  </a:cubicBezTo>
                  <a:cubicBezTo>
                    <a:pt x="228" y="912"/>
                    <a:pt x="228" y="912"/>
                    <a:pt x="228" y="912"/>
                  </a:cubicBezTo>
                  <a:cubicBezTo>
                    <a:pt x="113" y="912"/>
                    <a:pt x="113" y="912"/>
                    <a:pt x="113" y="912"/>
                  </a:cubicBezTo>
                  <a:cubicBezTo>
                    <a:pt x="101" y="912"/>
                    <a:pt x="90" y="922"/>
                    <a:pt x="90" y="935"/>
                  </a:cubicBezTo>
                  <a:cubicBezTo>
                    <a:pt x="90" y="1192"/>
                    <a:pt x="90" y="1192"/>
                    <a:pt x="90" y="1192"/>
                  </a:cubicBezTo>
                  <a:lnTo>
                    <a:pt x="45" y="1192"/>
                  </a:lnTo>
                  <a:close/>
                  <a:moveTo>
                    <a:pt x="119" y="728"/>
                  </a:moveTo>
                  <a:cubicBezTo>
                    <a:pt x="119" y="727"/>
                    <a:pt x="119" y="727"/>
                    <a:pt x="119" y="727"/>
                  </a:cubicBezTo>
                  <a:cubicBezTo>
                    <a:pt x="144" y="666"/>
                    <a:pt x="144" y="666"/>
                    <a:pt x="144" y="666"/>
                  </a:cubicBezTo>
                  <a:cubicBezTo>
                    <a:pt x="323" y="666"/>
                    <a:pt x="323" y="666"/>
                    <a:pt x="323" y="666"/>
                  </a:cubicBezTo>
                  <a:cubicBezTo>
                    <a:pt x="354" y="744"/>
                    <a:pt x="354" y="744"/>
                    <a:pt x="354" y="744"/>
                  </a:cubicBezTo>
                  <a:cubicBezTo>
                    <a:pt x="112" y="744"/>
                    <a:pt x="112" y="744"/>
                    <a:pt x="112" y="744"/>
                  </a:cubicBezTo>
                  <a:lnTo>
                    <a:pt x="119" y="728"/>
                  </a:lnTo>
                  <a:close/>
                  <a:moveTo>
                    <a:pt x="510" y="621"/>
                  </a:moveTo>
                  <a:cubicBezTo>
                    <a:pt x="268" y="621"/>
                    <a:pt x="268" y="621"/>
                    <a:pt x="268" y="621"/>
                  </a:cubicBezTo>
                  <a:cubicBezTo>
                    <a:pt x="300" y="543"/>
                    <a:pt x="300" y="543"/>
                    <a:pt x="300" y="543"/>
                  </a:cubicBezTo>
                  <a:cubicBezTo>
                    <a:pt x="479" y="543"/>
                    <a:pt x="479" y="543"/>
                    <a:pt x="479" y="543"/>
                  </a:cubicBezTo>
                  <a:lnTo>
                    <a:pt x="510" y="621"/>
                  </a:lnTo>
                  <a:close/>
                  <a:moveTo>
                    <a:pt x="820" y="621"/>
                  </a:moveTo>
                  <a:cubicBezTo>
                    <a:pt x="577" y="621"/>
                    <a:pt x="577" y="621"/>
                    <a:pt x="577" y="621"/>
                  </a:cubicBezTo>
                  <a:cubicBezTo>
                    <a:pt x="609" y="543"/>
                    <a:pt x="609" y="543"/>
                    <a:pt x="609" y="543"/>
                  </a:cubicBezTo>
                  <a:cubicBezTo>
                    <a:pt x="788" y="543"/>
                    <a:pt x="788" y="543"/>
                    <a:pt x="788" y="543"/>
                  </a:cubicBezTo>
                  <a:lnTo>
                    <a:pt x="820" y="621"/>
                  </a:lnTo>
                  <a:close/>
                  <a:moveTo>
                    <a:pt x="941" y="666"/>
                  </a:moveTo>
                  <a:cubicBezTo>
                    <a:pt x="941" y="666"/>
                    <a:pt x="973" y="744"/>
                    <a:pt x="973" y="744"/>
                  </a:cubicBezTo>
                  <a:cubicBezTo>
                    <a:pt x="730" y="744"/>
                    <a:pt x="730" y="744"/>
                    <a:pt x="730" y="744"/>
                  </a:cubicBezTo>
                  <a:cubicBezTo>
                    <a:pt x="762" y="666"/>
                    <a:pt x="762" y="666"/>
                    <a:pt x="762" y="666"/>
                  </a:cubicBezTo>
                  <a:lnTo>
                    <a:pt x="941" y="666"/>
                  </a:lnTo>
                  <a:close/>
                  <a:moveTo>
                    <a:pt x="1039" y="825"/>
                  </a:moveTo>
                  <a:cubicBezTo>
                    <a:pt x="691" y="825"/>
                    <a:pt x="691" y="825"/>
                    <a:pt x="691" y="825"/>
                  </a:cubicBezTo>
                  <a:cubicBezTo>
                    <a:pt x="691" y="789"/>
                    <a:pt x="691" y="789"/>
                    <a:pt x="691" y="789"/>
                  </a:cubicBezTo>
                  <a:cubicBezTo>
                    <a:pt x="1039" y="789"/>
                    <a:pt x="1039" y="789"/>
                    <a:pt x="1039" y="789"/>
                  </a:cubicBezTo>
                  <a:lnTo>
                    <a:pt x="1039" y="825"/>
                  </a:lnTo>
                  <a:close/>
                  <a:moveTo>
                    <a:pt x="691" y="912"/>
                  </a:moveTo>
                  <a:cubicBezTo>
                    <a:pt x="691" y="870"/>
                    <a:pt x="691" y="870"/>
                    <a:pt x="691" y="870"/>
                  </a:cubicBezTo>
                  <a:cubicBezTo>
                    <a:pt x="812" y="870"/>
                    <a:pt x="812" y="870"/>
                    <a:pt x="812" y="870"/>
                  </a:cubicBezTo>
                  <a:cubicBezTo>
                    <a:pt x="812" y="912"/>
                    <a:pt x="812" y="912"/>
                    <a:pt x="812" y="912"/>
                  </a:cubicBezTo>
                  <a:lnTo>
                    <a:pt x="691" y="912"/>
                  </a:lnTo>
                  <a:close/>
                  <a:moveTo>
                    <a:pt x="273" y="912"/>
                  </a:moveTo>
                  <a:cubicBezTo>
                    <a:pt x="273" y="869"/>
                    <a:pt x="273" y="869"/>
                    <a:pt x="273" y="869"/>
                  </a:cubicBezTo>
                  <a:cubicBezTo>
                    <a:pt x="394" y="869"/>
                    <a:pt x="394" y="869"/>
                    <a:pt x="394" y="869"/>
                  </a:cubicBezTo>
                  <a:cubicBezTo>
                    <a:pt x="394" y="912"/>
                    <a:pt x="394" y="912"/>
                    <a:pt x="394" y="912"/>
                  </a:cubicBezTo>
                  <a:lnTo>
                    <a:pt x="273" y="912"/>
                  </a:lnTo>
                  <a:close/>
                  <a:moveTo>
                    <a:pt x="632" y="666"/>
                  </a:moveTo>
                  <a:cubicBezTo>
                    <a:pt x="663" y="744"/>
                    <a:pt x="663" y="744"/>
                    <a:pt x="663" y="744"/>
                  </a:cubicBezTo>
                  <a:cubicBezTo>
                    <a:pt x="421" y="744"/>
                    <a:pt x="421" y="744"/>
                    <a:pt x="421" y="744"/>
                  </a:cubicBezTo>
                  <a:cubicBezTo>
                    <a:pt x="453" y="666"/>
                    <a:pt x="453" y="666"/>
                    <a:pt x="453" y="666"/>
                  </a:cubicBezTo>
                  <a:lnTo>
                    <a:pt x="632" y="666"/>
                  </a:lnTo>
                  <a:close/>
                  <a:moveTo>
                    <a:pt x="680" y="666"/>
                  </a:moveTo>
                  <a:cubicBezTo>
                    <a:pt x="713" y="666"/>
                    <a:pt x="713" y="666"/>
                    <a:pt x="713" y="666"/>
                  </a:cubicBezTo>
                  <a:cubicBezTo>
                    <a:pt x="697" y="707"/>
                    <a:pt x="697" y="707"/>
                    <a:pt x="697" y="707"/>
                  </a:cubicBezTo>
                  <a:lnTo>
                    <a:pt x="680" y="666"/>
                  </a:lnTo>
                  <a:close/>
                  <a:moveTo>
                    <a:pt x="514" y="789"/>
                  </a:moveTo>
                  <a:cubicBezTo>
                    <a:pt x="571" y="789"/>
                    <a:pt x="571" y="789"/>
                    <a:pt x="571" y="789"/>
                  </a:cubicBezTo>
                  <a:cubicBezTo>
                    <a:pt x="571" y="870"/>
                    <a:pt x="571" y="870"/>
                    <a:pt x="571" y="870"/>
                  </a:cubicBezTo>
                  <a:cubicBezTo>
                    <a:pt x="514" y="870"/>
                    <a:pt x="514" y="870"/>
                    <a:pt x="514" y="870"/>
                  </a:cubicBezTo>
                  <a:lnTo>
                    <a:pt x="514" y="789"/>
                  </a:lnTo>
                  <a:close/>
                  <a:moveTo>
                    <a:pt x="388" y="707"/>
                  </a:moveTo>
                  <a:cubicBezTo>
                    <a:pt x="371" y="666"/>
                    <a:pt x="371" y="666"/>
                    <a:pt x="371" y="666"/>
                  </a:cubicBezTo>
                  <a:cubicBezTo>
                    <a:pt x="404" y="666"/>
                    <a:pt x="404" y="666"/>
                    <a:pt x="404" y="666"/>
                  </a:cubicBezTo>
                  <a:lnTo>
                    <a:pt x="388" y="707"/>
                  </a:lnTo>
                  <a:close/>
                  <a:moveTo>
                    <a:pt x="439" y="917"/>
                  </a:moveTo>
                  <a:cubicBezTo>
                    <a:pt x="439" y="789"/>
                    <a:pt x="439" y="789"/>
                    <a:pt x="439" y="789"/>
                  </a:cubicBezTo>
                  <a:cubicBezTo>
                    <a:pt x="469" y="789"/>
                    <a:pt x="469" y="789"/>
                    <a:pt x="469" y="789"/>
                  </a:cubicBezTo>
                  <a:cubicBezTo>
                    <a:pt x="469" y="893"/>
                    <a:pt x="469" y="893"/>
                    <a:pt x="469" y="893"/>
                  </a:cubicBezTo>
                  <a:cubicBezTo>
                    <a:pt x="469" y="905"/>
                    <a:pt x="479" y="915"/>
                    <a:pt x="491" y="915"/>
                  </a:cubicBezTo>
                  <a:cubicBezTo>
                    <a:pt x="593" y="915"/>
                    <a:pt x="593" y="915"/>
                    <a:pt x="593" y="915"/>
                  </a:cubicBezTo>
                  <a:cubicBezTo>
                    <a:pt x="606" y="915"/>
                    <a:pt x="616" y="905"/>
                    <a:pt x="616" y="893"/>
                  </a:cubicBezTo>
                  <a:cubicBezTo>
                    <a:pt x="616" y="789"/>
                    <a:pt x="616" y="789"/>
                    <a:pt x="616" y="789"/>
                  </a:cubicBezTo>
                  <a:cubicBezTo>
                    <a:pt x="646" y="789"/>
                    <a:pt x="646" y="789"/>
                    <a:pt x="646" y="789"/>
                  </a:cubicBezTo>
                  <a:cubicBezTo>
                    <a:pt x="646" y="917"/>
                    <a:pt x="646" y="917"/>
                    <a:pt x="646" y="917"/>
                  </a:cubicBezTo>
                  <a:cubicBezTo>
                    <a:pt x="646" y="933"/>
                    <a:pt x="633" y="945"/>
                    <a:pt x="617" y="945"/>
                  </a:cubicBezTo>
                  <a:cubicBezTo>
                    <a:pt x="467" y="945"/>
                    <a:pt x="467" y="945"/>
                    <a:pt x="467" y="945"/>
                  </a:cubicBezTo>
                  <a:cubicBezTo>
                    <a:pt x="452" y="945"/>
                    <a:pt x="439" y="933"/>
                    <a:pt x="439" y="917"/>
                  </a:cubicBezTo>
                  <a:close/>
                  <a:moveTo>
                    <a:pt x="45" y="789"/>
                  </a:moveTo>
                  <a:cubicBezTo>
                    <a:pt x="394" y="789"/>
                    <a:pt x="394" y="789"/>
                    <a:pt x="394" y="789"/>
                  </a:cubicBezTo>
                  <a:cubicBezTo>
                    <a:pt x="394" y="824"/>
                    <a:pt x="394" y="824"/>
                    <a:pt x="394" y="824"/>
                  </a:cubicBezTo>
                  <a:cubicBezTo>
                    <a:pt x="45" y="824"/>
                    <a:pt x="45" y="824"/>
                    <a:pt x="45" y="824"/>
                  </a:cubicBezTo>
                  <a:lnTo>
                    <a:pt x="45" y="789"/>
                  </a:lnTo>
                  <a:close/>
                  <a:moveTo>
                    <a:pt x="996" y="327"/>
                  </a:moveTo>
                  <a:cubicBezTo>
                    <a:pt x="1020" y="327"/>
                    <a:pt x="1039" y="346"/>
                    <a:pt x="1039" y="370"/>
                  </a:cubicBezTo>
                  <a:cubicBezTo>
                    <a:pt x="1039" y="744"/>
                    <a:pt x="1039" y="744"/>
                    <a:pt x="1039" y="744"/>
                  </a:cubicBezTo>
                  <a:cubicBezTo>
                    <a:pt x="1021" y="744"/>
                    <a:pt x="1021" y="744"/>
                    <a:pt x="1021" y="744"/>
                  </a:cubicBezTo>
                  <a:cubicBezTo>
                    <a:pt x="1009" y="714"/>
                    <a:pt x="1009" y="714"/>
                    <a:pt x="1009" y="714"/>
                  </a:cubicBezTo>
                  <a:cubicBezTo>
                    <a:pt x="1009" y="379"/>
                    <a:pt x="1009" y="379"/>
                    <a:pt x="1009" y="379"/>
                  </a:cubicBezTo>
                  <a:cubicBezTo>
                    <a:pt x="1009" y="367"/>
                    <a:pt x="999" y="357"/>
                    <a:pt x="987" y="357"/>
                  </a:cubicBezTo>
                  <a:cubicBezTo>
                    <a:pt x="664" y="357"/>
                    <a:pt x="664" y="357"/>
                    <a:pt x="664" y="357"/>
                  </a:cubicBezTo>
                  <a:cubicBezTo>
                    <a:pt x="689" y="327"/>
                    <a:pt x="689" y="327"/>
                    <a:pt x="689" y="327"/>
                  </a:cubicBezTo>
                  <a:lnTo>
                    <a:pt x="996" y="327"/>
                  </a:lnTo>
                  <a:close/>
                  <a:moveTo>
                    <a:pt x="604" y="45"/>
                  </a:moveTo>
                  <a:cubicBezTo>
                    <a:pt x="614" y="123"/>
                    <a:pt x="614" y="123"/>
                    <a:pt x="614" y="123"/>
                  </a:cubicBezTo>
                  <a:cubicBezTo>
                    <a:pt x="470" y="123"/>
                    <a:pt x="470" y="123"/>
                    <a:pt x="470" y="123"/>
                  </a:cubicBezTo>
                  <a:cubicBezTo>
                    <a:pt x="480" y="45"/>
                    <a:pt x="480" y="45"/>
                    <a:pt x="480" y="45"/>
                  </a:cubicBezTo>
                  <a:lnTo>
                    <a:pt x="604" y="45"/>
                  </a:lnTo>
                  <a:close/>
                  <a:moveTo>
                    <a:pt x="599" y="364"/>
                  </a:moveTo>
                  <a:cubicBezTo>
                    <a:pt x="662" y="168"/>
                    <a:pt x="662" y="168"/>
                    <a:pt x="662" y="168"/>
                  </a:cubicBezTo>
                  <a:cubicBezTo>
                    <a:pt x="764" y="168"/>
                    <a:pt x="764" y="168"/>
                    <a:pt x="764" y="168"/>
                  </a:cubicBezTo>
                  <a:lnTo>
                    <a:pt x="599" y="364"/>
                  </a:lnTo>
                  <a:close/>
                  <a:moveTo>
                    <a:pt x="470" y="168"/>
                  </a:moveTo>
                  <a:cubicBezTo>
                    <a:pt x="615" y="168"/>
                    <a:pt x="615" y="168"/>
                    <a:pt x="615" y="168"/>
                  </a:cubicBezTo>
                  <a:cubicBezTo>
                    <a:pt x="542" y="393"/>
                    <a:pt x="542" y="393"/>
                    <a:pt x="542" y="393"/>
                  </a:cubicBezTo>
                  <a:lnTo>
                    <a:pt x="470" y="168"/>
                  </a:lnTo>
                  <a:close/>
                  <a:moveTo>
                    <a:pt x="422" y="168"/>
                  </a:moveTo>
                  <a:cubicBezTo>
                    <a:pt x="486" y="364"/>
                    <a:pt x="486" y="364"/>
                    <a:pt x="486" y="364"/>
                  </a:cubicBezTo>
                  <a:cubicBezTo>
                    <a:pt x="320" y="168"/>
                    <a:pt x="320" y="168"/>
                    <a:pt x="320" y="168"/>
                  </a:cubicBezTo>
                  <a:lnTo>
                    <a:pt x="422" y="168"/>
                  </a:lnTo>
                  <a:close/>
                  <a:moveTo>
                    <a:pt x="781" y="123"/>
                  </a:moveTo>
                  <a:cubicBezTo>
                    <a:pt x="660" y="123"/>
                    <a:pt x="660" y="123"/>
                    <a:pt x="660" y="123"/>
                  </a:cubicBezTo>
                  <a:cubicBezTo>
                    <a:pt x="650" y="45"/>
                    <a:pt x="650" y="45"/>
                    <a:pt x="650" y="45"/>
                  </a:cubicBezTo>
                  <a:cubicBezTo>
                    <a:pt x="753" y="45"/>
                    <a:pt x="753" y="45"/>
                    <a:pt x="753" y="45"/>
                  </a:cubicBezTo>
                  <a:lnTo>
                    <a:pt x="781" y="123"/>
                  </a:lnTo>
                  <a:close/>
                  <a:moveTo>
                    <a:pt x="332" y="45"/>
                  </a:moveTo>
                  <a:cubicBezTo>
                    <a:pt x="435" y="45"/>
                    <a:pt x="435" y="45"/>
                    <a:pt x="435" y="45"/>
                  </a:cubicBezTo>
                  <a:cubicBezTo>
                    <a:pt x="425" y="123"/>
                    <a:pt x="425" y="123"/>
                    <a:pt x="425" y="123"/>
                  </a:cubicBezTo>
                  <a:cubicBezTo>
                    <a:pt x="304" y="123"/>
                    <a:pt x="304" y="123"/>
                    <a:pt x="304" y="123"/>
                  </a:cubicBezTo>
                  <a:lnTo>
                    <a:pt x="332" y="45"/>
                  </a:lnTo>
                  <a:close/>
                  <a:moveTo>
                    <a:pt x="89" y="327"/>
                  </a:moveTo>
                  <a:cubicBezTo>
                    <a:pt x="395" y="327"/>
                    <a:pt x="395" y="327"/>
                    <a:pt x="395" y="327"/>
                  </a:cubicBezTo>
                  <a:cubicBezTo>
                    <a:pt x="421" y="357"/>
                    <a:pt x="421" y="357"/>
                    <a:pt x="421" y="357"/>
                  </a:cubicBezTo>
                  <a:cubicBezTo>
                    <a:pt x="316" y="357"/>
                    <a:pt x="316" y="357"/>
                    <a:pt x="316" y="357"/>
                  </a:cubicBezTo>
                  <a:cubicBezTo>
                    <a:pt x="304" y="357"/>
                    <a:pt x="294" y="367"/>
                    <a:pt x="294" y="379"/>
                  </a:cubicBezTo>
                  <a:cubicBezTo>
                    <a:pt x="294" y="392"/>
                    <a:pt x="304" y="402"/>
                    <a:pt x="316" y="402"/>
                  </a:cubicBezTo>
                  <a:cubicBezTo>
                    <a:pt x="459" y="402"/>
                    <a:pt x="459" y="402"/>
                    <a:pt x="459" y="402"/>
                  </a:cubicBezTo>
                  <a:cubicBezTo>
                    <a:pt x="525" y="481"/>
                    <a:pt x="525" y="481"/>
                    <a:pt x="525" y="481"/>
                  </a:cubicBezTo>
                  <a:cubicBezTo>
                    <a:pt x="529" y="486"/>
                    <a:pt x="536" y="489"/>
                    <a:pt x="542" y="489"/>
                  </a:cubicBezTo>
                  <a:cubicBezTo>
                    <a:pt x="549" y="489"/>
                    <a:pt x="555" y="486"/>
                    <a:pt x="560" y="481"/>
                  </a:cubicBezTo>
                  <a:cubicBezTo>
                    <a:pt x="626" y="402"/>
                    <a:pt x="626" y="402"/>
                    <a:pt x="626" y="402"/>
                  </a:cubicBezTo>
                  <a:cubicBezTo>
                    <a:pt x="964" y="402"/>
                    <a:pt x="964" y="402"/>
                    <a:pt x="964" y="402"/>
                  </a:cubicBezTo>
                  <a:cubicBezTo>
                    <a:pt x="964" y="627"/>
                    <a:pt x="964" y="627"/>
                    <a:pt x="964" y="627"/>
                  </a:cubicBezTo>
                  <a:cubicBezTo>
                    <a:pt x="958" y="623"/>
                    <a:pt x="950" y="621"/>
                    <a:pt x="943" y="621"/>
                  </a:cubicBezTo>
                  <a:cubicBezTo>
                    <a:pt x="868" y="621"/>
                    <a:pt x="868" y="621"/>
                    <a:pt x="868" y="621"/>
                  </a:cubicBezTo>
                  <a:cubicBezTo>
                    <a:pt x="829" y="525"/>
                    <a:pt x="829" y="525"/>
                    <a:pt x="829" y="525"/>
                  </a:cubicBezTo>
                  <a:cubicBezTo>
                    <a:pt x="822" y="508"/>
                    <a:pt x="807" y="498"/>
                    <a:pt x="790" y="498"/>
                  </a:cubicBezTo>
                  <a:cubicBezTo>
                    <a:pt x="607" y="498"/>
                    <a:pt x="607" y="498"/>
                    <a:pt x="607" y="498"/>
                  </a:cubicBezTo>
                  <a:cubicBezTo>
                    <a:pt x="590" y="498"/>
                    <a:pt x="574" y="508"/>
                    <a:pt x="568" y="525"/>
                  </a:cubicBezTo>
                  <a:cubicBezTo>
                    <a:pt x="544" y="584"/>
                    <a:pt x="544" y="584"/>
                    <a:pt x="544" y="584"/>
                  </a:cubicBezTo>
                  <a:cubicBezTo>
                    <a:pt x="520" y="525"/>
                    <a:pt x="520" y="525"/>
                    <a:pt x="520" y="525"/>
                  </a:cubicBezTo>
                  <a:cubicBezTo>
                    <a:pt x="513" y="508"/>
                    <a:pt x="498" y="498"/>
                    <a:pt x="480" y="498"/>
                  </a:cubicBezTo>
                  <a:cubicBezTo>
                    <a:pt x="298" y="498"/>
                    <a:pt x="298" y="498"/>
                    <a:pt x="298" y="498"/>
                  </a:cubicBezTo>
                  <a:cubicBezTo>
                    <a:pt x="281" y="498"/>
                    <a:pt x="265" y="508"/>
                    <a:pt x="259" y="525"/>
                  </a:cubicBezTo>
                  <a:cubicBezTo>
                    <a:pt x="219" y="621"/>
                    <a:pt x="219" y="621"/>
                    <a:pt x="219" y="621"/>
                  </a:cubicBezTo>
                  <a:cubicBezTo>
                    <a:pt x="142" y="621"/>
                    <a:pt x="142" y="621"/>
                    <a:pt x="142" y="621"/>
                  </a:cubicBezTo>
                  <a:cubicBezTo>
                    <a:pt x="134" y="621"/>
                    <a:pt x="127" y="623"/>
                    <a:pt x="121" y="627"/>
                  </a:cubicBezTo>
                  <a:cubicBezTo>
                    <a:pt x="121" y="402"/>
                    <a:pt x="121" y="402"/>
                    <a:pt x="121" y="402"/>
                  </a:cubicBezTo>
                  <a:cubicBezTo>
                    <a:pt x="226" y="402"/>
                    <a:pt x="226" y="402"/>
                    <a:pt x="226" y="402"/>
                  </a:cubicBezTo>
                  <a:cubicBezTo>
                    <a:pt x="239" y="402"/>
                    <a:pt x="249" y="392"/>
                    <a:pt x="249" y="379"/>
                  </a:cubicBezTo>
                  <a:cubicBezTo>
                    <a:pt x="249" y="367"/>
                    <a:pt x="239" y="357"/>
                    <a:pt x="226" y="357"/>
                  </a:cubicBezTo>
                  <a:cubicBezTo>
                    <a:pt x="98" y="357"/>
                    <a:pt x="98" y="357"/>
                    <a:pt x="98" y="357"/>
                  </a:cubicBezTo>
                  <a:cubicBezTo>
                    <a:pt x="86" y="357"/>
                    <a:pt x="75" y="367"/>
                    <a:pt x="75" y="379"/>
                  </a:cubicBezTo>
                  <a:cubicBezTo>
                    <a:pt x="75" y="714"/>
                    <a:pt x="75" y="714"/>
                    <a:pt x="75" y="714"/>
                  </a:cubicBezTo>
                  <a:cubicBezTo>
                    <a:pt x="63" y="744"/>
                    <a:pt x="63" y="744"/>
                    <a:pt x="63" y="744"/>
                  </a:cubicBezTo>
                  <a:cubicBezTo>
                    <a:pt x="45" y="744"/>
                    <a:pt x="45" y="744"/>
                    <a:pt x="45" y="744"/>
                  </a:cubicBezTo>
                  <a:cubicBezTo>
                    <a:pt x="45" y="370"/>
                    <a:pt x="45" y="370"/>
                    <a:pt x="45" y="370"/>
                  </a:cubicBezTo>
                  <a:cubicBezTo>
                    <a:pt x="45" y="346"/>
                    <a:pt x="65" y="327"/>
                    <a:pt x="89" y="327"/>
                  </a:cubicBezTo>
                  <a:close/>
                  <a:moveTo>
                    <a:pt x="45" y="1322"/>
                  </a:moveTo>
                  <a:cubicBezTo>
                    <a:pt x="45" y="1237"/>
                    <a:pt x="45" y="1237"/>
                    <a:pt x="45" y="1237"/>
                  </a:cubicBezTo>
                  <a:cubicBezTo>
                    <a:pt x="168" y="1237"/>
                    <a:pt x="168" y="1237"/>
                    <a:pt x="168" y="1237"/>
                  </a:cubicBezTo>
                  <a:cubicBezTo>
                    <a:pt x="173" y="1237"/>
                    <a:pt x="178" y="1241"/>
                    <a:pt x="178" y="1246"/>
                  </a:cubicBezTo>
                  <a:cubicBezTo>
                    <a:pt x="178" y="1366"/>
                    <a:pt x="178" y="1366"/>
                    <a:pt x="178" y="1366"/>
                  </a:cubicBezTo>
                  <a:cubicBezTo>
                    <a:pt x="89" y="1366"/>
                    <a:pt x="89" y="1366"/>
                    <a:pt x="89" y="1366"/>
                  </a:cubicBezTo>
                  <a:cubicBezTo>
                    <a:pt x="65" y="1366"/>
                    <a:pt x="45" y="1346"/>
                    <a:pt x="45" y="1322"/>
                  </a:cubicBezTo>
                  <a:close/>
                  <a:moveTo>
                    <a:pt x="996" y="1366"/>
                  </a:moveTo>
                  <a:cubicBezTo>
                    <a:pt x="907" y="1366"/>
                    <a:pt x="907" y="1366"/>
                    <a:pt x="907" y="1366"/>
                  </a:cubicBezTo>
                  <a:cubicBezTo>
                    <a:pt x="907" y="1246"/>
                    <a:pt x="907" y="1246"/>
                    <a:pt x="907" y="1246"/>
                  </a:cubicBezTo>
                  <a:cubicBezTo>
                    <a:pt x="907" y="1241"/>
                    <a:pt x="911" y="1237"/>
                    <a:pt x="916" y="1237"/>
                  </a:cubicBezTo>
                  <a:cubicBezTo>
                    <a:pt x="1039" y="1237"/>
                    <a:pt x="1039" y="1237"/>
                    <a:pt x="1039" y="1237"/>
                  </a:cubicBezTo>
                  <a:cubicBezTo>
                    <a:pt x="1039" y="1322"/>
                    <a:pt x="1039" y="1322"/>
                    <a:pt x="1039" y="1322"/>
                  </a:cubicBezTo>
                  <a:cubicBezTo>
                    <a:pt x="1039" y="1346"/>
                    <a:pt x="1020" y="1366"/>
                    <a:pt x="996" y="1366"/>
                  </a:cubicBezTo>
                  <a:close/>
                  <a:moveTo>
                    <a:pt x="996" y="1366"/>
                  </a:moveTo>
                  <a:cubicBezTo>
                    <a:pt x="996" y="1366"/>
                    <a:pt x="996" y="1366"/>
                    <a:pt x="996" y="136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9" name="Google Shape;809;p27"/>
          <p:cNvGrpSpPr/>
          <p:nvPr/>
        </p:nvGrpSpPr>
        <p:grpSpPr>
          <a:xfrm>
            <a:off x="1115297" y="1452776"/>
            <a:ext cx="418991" cy="418991"/>
            <a:chOff x="2460197" y="4165766"/>
            <a:chExt cx="520874" cy="520874"/>
          </a:xfrm>
        </p:grpSpPr>
        <p:sp>
          <p:nvSpPr>
            <p:cNvPr id="810" name="Google Shape;810;p27"/>
            <p:cNvSpPr/>
            <p:nvPr/>
          </p:nvSpPr>
          <p:spPr>
            <a:xfrm>
              <a:off x="2595233" y="4278345"/>
              <a:ext cx="251233" cy="142102"/>
            </a:xfrm>
            <a:custGeom>
              <a:avLst/>
              <a:gdLst/>
              <a:ahLst/>
              <a:cxnLst/>
              <a:rect l="l" t="t" r="r" b="b"/>
              <a:pathLst>
                <a:path w="15217" h="8607" extrusionOk="0">
                  <a:moveTo>
                    <a:pt x="1681" y="0"/>
                  </a:moveTo>
                  <a:cubicBezTo>
                    <a:pt x="759" y="0"/>
                    <a:pt x="0" y="740"/>
                    <a:pt x="0" y="1686"/>
                  </a:cubicBezTo>
                  <a:lnTo>
                    <a:pt x="0" y="8607"/>
                  </a:lnTo>
                  <a:lnTo>
                    <a:pt x="15217" y="8607"/>
                  </a:lnTo>
                  <a:lnTo>
                    <a:pt x="15217" y="6265"/>
                  </a:lnTo>
                  <a:lnTo>
                    <a:pt x="15217" y="1686"/>
                  </a:lnTo>
                  <a:cubicBezTo>
                    <a:pt x="15217" y="740"/>
                    <a:pt x="14458" y="0"/>
                    <a:pt x="13536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7"/>
            <p:cNvSpPr/>
            <p:nvPr/>
          </p:nvSpPr>
          <p:spPr>
            <a:xfrm>
              <a:off x="2620613" y="4303823"/>
              <a:ext cx="200464" cy="116627"/>
            </a:xfrm>
            <a:custGeom>
              <a:avLst/>
              <a:gdLst/>
              <a:ahLst/>
              <a:cxnLst/>
              <a:rect l="l" t="t" r="r" b="b"/>
              <a:pathLst>
                <a:path w="12142" h="7064" extrusionOk="0">
                  <a:moveTo>
                    <a:pt x="144" y="0"/>
                  </a:moveTo>
                  <a:cubicBezTo>
                    <a:pt x="65" y="0"/>
                    <a:pt x="1" y="59"/>
                    <a:pt x="1" y="143"/>
                  </a:cubicBezTo>
                  <a:lnTo>
                    <a:pt x="1" y="7064"/>
                  </a:lnTo>
                  <a:lnTo>
                    <a:pt x="12142" y="7064"/>
                  </a:lnTo>
                  <a:lnTo>
                    <a:pt x="12142" y="4579"/>
                  </a:lnTo>
                  <a:lnTo>
                    <a:pt x="12142" y="143"/>
                  </a:lnTo>
                  <a:cubicBezTo>
                    <a:pt x="12142" y="59"/>
                    <a:pt x="12078" y="0"/>
                    <a:pt x="11999" y="0"/>
                  </a:cubicBezTo>
                  <a:lnTo>
                    <a:pt x="8711" y="0"/>
                  </a:lnTo>
                  <a:cubicBezTo>
                    <a:pt x="8568" y="0"/>
                    <a:pt x="8465" y="79"/>
                    <a:pt x="8425" y="202"/>
                  </a:cubicBezTo>
                  <a:lnTo>
                    <a:pt x="8341" y="429"/>
                  </a:lnTo>
                  <a:cubicBezTo>
                    <a:pt x="8277" y="616"/>
                    <a:pt x="8115" y="740"/>
                    <a:pt x="7932" y="740"/>
                  </a:cubicBezTo>
                  <a:lnTo>
                    <a:pt x="4211" y="740"/>
                  </a:lnTo>
                  <a:cubicBezTo>
                    <a:pt x="4028" y="740"/>
                    <a:pt x="3866" y="616"/>
                    <a:pt x="3802" y="429"/>
                  </a:cubicBezTo>
                  <a:lnTo>
                    <a:pt x="3718" y="202"/>
                  </a:lnTo>
                  <a:cubicBezTo>
                    <a:pt x="3678" y="79"/>
                    <a:pt x="3575" y="0"/>
                    <a:pt x="343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7"/>
            <p:cNvSpPr/>
            <p:nvPr/>
          </p:nvSpPr>
          <p:spPr>
            <a:xfrm>
              <a:off x="2468007" y="4173593"/>
              <a:ext cx="505652" cy="505569"/>
            </a:xfrm>
            <a:custGeom>
              <a:avLst/>
              <a:gdLst/>
              <a:ahLst/>
              <a:cxnLst/>
              <a:rect l="l" t="t" r="r" b="b"/>
              <a:pathLst>
                <a:path w="30627" h="30622" extrusionOk="0">
                  <a:moveTo>
                    <a:pt x="15301" y="2401"/>
                  </a:moveTo>
                  <a:cubicBezTo>
                    <a:pt x="18959" y="2401"/>
                    <a:pt x="22266" y="3924"/>
                    <a:pt x="24608" y="6364"/>
                  </a:cubicBezTo>
                  <a:cubicBezTo>
                    <a:pt x="25574" y="7350"/>
                    <a:pt x="26372" y="8503"/>
                    <a:pt x="26969" y="9755"/>
                  </a:cubicBezTo>
                  <a:cubicBezTo>
                    <a:pt x="27585" y="11091"/>
                    <a:pt x="26639" y="12609"/>
                    <a:pt x="25185" y="12609"/>
                  </a:cubicBezTo>
                  <a:lnTo>
                    <a:pt x="22286" y="12609"/>
                  </a:lnTo>
                  <a:cubicBezTo>
                    <a:pt x="21034" y="12609"/>
                    <a:pt x="19841" y="12117"/>
                    <a:pt x="18919" y="11293"/>
                  </a:cubicBezTo>
                  <a:cubicBezTo>
                    <a:pt x="17973" y="10431"/>
                    <a:pt x="16701" y="9898"/>
                    <a:pt x="15301" y="9898"/>
                  </a:cubicBezTo>
                  <a:cubicBezTo>
                    <a:pt x="13926" y="9898"/>
                    <a:pt x="12654" y="10431"/>
                    <a:pt x="11708" y="11293"/>
                  </a:cubicBezTo>
                  <a:cubicBezTo>
                    <a:pt x="10786" y="12117"/>
                    <a:pt x="9593" y="12609"/>
                    <a:pt x="8341" y="12609"/>
                  </a:cubicBezTo>
                  <a:lnTo>
                    <a:pt x="5442" y="12609"/>
                  </a:lnTo>
                  <a:cubicBezTo>
                    <a:pt x="3988" y="12609"/>
                    <a:pt x="3022" y="11091"/>
                    <a:pt x="3658" y="9755"/>
                  </a:cubicBezTo>
                  <a:cubicBezTo>
                    <a:pt x="4254" y="8503"/>
                    <a:pt x="5053" y="7350"/>
                    <a:pt x="6019" y="6364"/>
                  </a:cubicBezTo>
                  <a:cubicBezTo>
                    <a:pt x="8361" y="3924"/>
                    <a:pt x="11649" y="2401"/>
                    <a:pt x="15301" y="2401"/>
                  </a:cubicBezTo>
                  <a:close/>
                  <a:moveTo>
                    <a:pt x="7951" y="17746"/>
                  </a:moveTo>
                  <a:cubicBezTo>
                    <a:pt x="9287" y="17746"/>
                    <a:pt x="10579" y="18239"/>
                    <a:pt x="11545" y="19180"/>
                  </a:cubicBezTo>
                  <a:cubicBezTo>
                    <a:pt x="11668" y="19303"/>
                    <a:pt x="11811" y="19427"/>
                    <a:pt x="11954" y="19530"/>
                  </a:cubicBezTo>
                  <a:cubicBezTo>
                    <a:pt x="12615" y="20068"/>
                    <a:pt x="13004" y="20866"/>
                    <a:pt x="13004" y="21729"/>
                  </a:cubicBezTo>
                  <a:lnTo>
                    <a:pt x="13004" y="25835"/>
                  </a:lnTo>
                  <a:cubicBezTo>
                    <a:pt x="13004" y="26780"/>
                    <a:pt x="12230" y="27486"/>
                    <a:pt x="11354" y="27486"/>
                  </a:cubicBezTo>
                  <a:cubicBezTo>
                    <a:pt x="11161" y="27486"/>
                    <a:pt x="10962" y="27452"/>
                    <a:pt x="10766" y="27378"/>
                  </a:cubicBezTo>
                  <a:cubicBezTo>
                    <a:pt x="8957" y="26698"/>
                    <a:pt x="7335" y="25633"/>
                    <a:pt x="6019" y="24257"/>
                  </a:cubicBezTo>
                  <a:cubicBezTo>
                    <a:pt x="4974" y="23168"/>
                    <a:pt x="4112" y="21916"/>
                    <a:pt x="3515" y="20516"/>
                  </a:cubicBezTo>
                  <a:cubicBezTo>
                    <a:pt x="2919" y="19205"/>
                    <a:pt x="3904" y="17746"/>
                    <a:pt x="5319" y="17746"/>
                  </a:cubicBezTo>
                  <a:close/>
                  <a:moveTo>
                    <a:pt x="25308" y="17746"/>
                  </a:moveTo>
                  <a:cubicBezTo>
                    <a:pt x="26722" y="17746"/>
                    <a:pt x="27689" y="19205"/>
                    <a:pt x="27112" y="20516"/>
                  </a:cubicBezTo>
                  <a:cubicBezTo>
                    <a:pt x="26496" y="21916"/>
                    <a:pt x="25653" y="23168"/>
                    <a:pt x="24608" y="24257"/>
                  </a:cubicBezTo>
                  <a:cubicBezTo>
                    <a:pt x="23292" y="25633"/>
                    <a:pt x="21670" y="26698"/>
                    <a:pt x="19861" y="27378"/>
                  </a:cubicBezTo>
                  <a:cubicBezTo>
                    <a:pt x="19665" y="27452"/>
                    <a:pt x="19466" y="27486"/>
                    <a:pt x="19273" y="27486"/>
                  </a:cubicBezTo>
                  <a:cubicBezTo>
                    <a:pt x="18397" y="27486"/>
                    <a:pt x="17623" y="26780"/>
                    <a:pt x="17623" y="25835"/>
                  </a:cubicBezTo>
                  <a:lnTo>
                    <a:pt x="17623" y="21729"/>
                  </a:lnTo>
                  <a:cubicBezTo>
                    <a:pt x="17623" y="20866"/>
                    <a:pt x="17993" y="20068"/>
                    <a:pt x="18673" y="19530"/>
                  </a:cubicBezTo>
                  <a:cubicBezTo>
                    <a:pt x="18673" y="19530"/>
                    <a:pt x="18693" y="19530"/>
                    <a:pt x="18693" y="19511"/>
                  </a:cubicBezTo>
                  <a:cubicBezTo>
                    <a:pt x="20132" y="18362"/>
                    <a:pt x="21897" y="17746"/>
                    <a:pt x="23725" y="17746"/>
                  </a:cubicBezTo>
                  <a:close/>
                  <a:moveTo>
                    <a:pt x="15301" y="0"/>
                  </a:moveTo>
                  <a:cubicBezTo>
                    <a:pt x="10988" y="0"/>
                    <a:pt x="7089" y="1785"/>
                    <a:pt x="4314" y="4663"/>
                  </a:cubicBezTo>
                  <a:cubicBezTo>
                    <a:pt x="1647" y="7414"/>
                    <a:pt x="0" y="11170"/>
                    <a:pt x="0" y="15301"/>
                  </a:cubicBezTo>
                  <a:cubicBezTo>
                    <a:pt x="0" y="19451"/>
                    <a:pt x="1647" y="23188"/>
                    <a:pt x="4314" y="25958"/>
                  </a:cubicBezTo>
                  <a:cubicBezTo>
                    <a:pt x="7089" y="28837"/>
                    <a:pt x="10988" y="30621"/>
                    <a:pt x="15301" y="30621"/>
                  </a:cubicBezTo>
                  <a:cubicBezTo>
                    <a:pt x="19639" y="30621"/>
                    <a:pt x="23538" y="28837"/>
                    <a:pt x="26313" y="25958"/>
                  </a:cubicBezTo>
                  <a:cubicBezTo>
                    <a:pt x="28980" y="23188"/>
                    <a:pt x="30627" y="19451"/>
                    <a:pt x="30627" y="15301"/>
                  </a:cubicBezTo>
                  <a:cubicBezTo>
                    <a:pt x="30627" y="11170"/>
                    <a:pt x="28980" y="7414"/>
                    <a:pt x="26313" y="4663"/>
                  </a:cubicBezTo>
                  <a:cubicBezTo>
                    <a:pt x="23538" y="1785"/>
                    <a:pt x="19639" y="0"/>
                    <a:pt x="15301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7"/>
            <p:cNvSpPr/>
            <p:nvPr/>
          </p:nvSpPr>
          <p:spPr>
            <a:xfrm>
              <a:off x="2658954" y="4364538"/>
              <a:ext cx="123478" cy="123396"/>
            </a:xfrm>
            <a:custGeom>
              <a:avLst/>
              <a:gdLst/>
              <a:ahLst/>
              <a:cxnLst/>
              <a:rect l="l" t="t" r="r" b="b"/>
              <a:pathLst>
                <a:path w="7479" h="7474" extrusionOk="0">
                  <a:moveTo>
                    <a:pt x="3737" y="0"/>
                  </a:moveTo>
                  <a:cubicBezTo>
                    <a:pt x="1687" y="0"/>
                    <a:pt x="1" y="1681"/>
                    <a:pt x="1" y="3737"/>
                  </a:cubicBezTo>
                  <a:cubicBezTo>
                    <a:pt x="1" y="5812"/>
                    <a:pt x="1687" y="7473"/>
                    <a:pt x="3737" y="7473"/>
                  </a:cubicBezTo>
                  <a:cubicBezTo>
                    <a:pt x="5812" y="7473"/>
                    <a:pt x="7479" y="5812"/>
                    <a:pt x="7479" y="3737"/>
                  </a:cubicBezTo>
                  <a:cubicBezTo>
                    <a:pt x="7479" y="1681"/>
                    <a:pt x="5812" y="0"/>
                    <a:pt x="3737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7"/>
            <p:cNvSpPr/>
            <p:nvPr/>
          </p:nvSpPr>
          <p:spPr>
            <a:xfrm>
              <a:off x="2539224" y="4540506"/>
              <a:ext cx="363237" cy="138701"/>
            </a:xfrm>
            <a:custGeom>
              <a:avLst/>
              <a:gdLst/>
              <a:ahLst/>
              <a:cxnLst/>
              <a:rect l="l" t="t" r="r" b="b"/>
              <a:pathLst>
                <a:path w="22001" h="8401" extrusionOk="0">
                  <a:moveTo>
                    <a:pt x="8691" y="1"/>
                  </a:moveTo>
                  <a:lnTo>
                    <a:pt x="8691" y="3614"/>
                  </a:lnTo>
                  <a:cubicBezTo>
                    <a:pt x="8691" y="4559"/>
                    <a:pt x="7917" y="5265"/>
                    <a:pt x="7041" y="5265"/>
                  </a:cubicBezTo>
                  <a:cubicBezTo>
                    <a:pt x="6848" y="5265"/>
                    <a:pt x="6649" y="5231"/>
                    <a:pt x="6453" y="5157"/>
                  </a:cubicBezTo>
                  <a:cubicBezTo>
                    <a:pt x="4644" y="4477"/>
                    <a:pt x="3022" y="3412"/>
                    <a:pt x="1706" y="2036"/>
                  </a:cubicBezTo>
                  <a:lnTo>
                    <a:pt x="1" y="3737"/>
                  </a:lnTo>
                  <a:cubicBezTo>
                    <a:pt x="2776" y="6616"/>
                    <a:pt x="6675" y="8400"/>
                    <a:pt x="10988" y="8400"/>
                  </a:cubicBezTo>
                  <a:cubicBezTo>
                    <a:pt x="15326" y="8400"/>
                    <a:pt x="19225" y="6616"/>
                    <a:pt x="22000" y="3737"/>
                  </a:cubicBezTo>
                  <a:lnTo>
                    <a:pt x="20295" y="2036"/>
                  </a:lnTo>
                  <a:cubicBezTo>
                    <a:pt x="18979" y="3412"/>
                    <a:pt x="17357" y="4477"/>
                    <a:pt x="15548" y="5157"/>
                  </a:cubicBezTo>
                  <a:cubicBezTo>
                    <a:pt x="15352" y="5231"/>
                    <a:pt x="15153" y="5265"/>
                    <a:pt x="14960" y="5265"/>
                  </a:cubicBezTo>
                  <a:cubicBezTo>
                    <a:pt x="14084" y="5265"/>
                    <a:pt x="13310" y="4559"/>
                    <a:pt x="13310" y="3614"/>
                  </a:cubicBezTo>
                  <a:lnTo>
                    <a:pt x="13310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7"/>
            <p:cNvSpPr/>
            <p:nvPr/>
          </p:nvSpPr>
          <p:spPr>
            <a:xfrm>
              <a:off x="2694604" y="4400105"/>
              <a:ext cx="52188" cy="52271"/>
            </a:xfrm>
            <a:custGeom>
              <a:avLst/>
              <a:gdLst/>
              <a:ahLst/>
              <a:cxnLst/>
              <a:rect l="l" t="t" r="r" b="b"/>
              <a:pathLst>
                <a:path w="3161" h="3166" extrusionOk="0">
                  <a:moveTo>
                    <a:pt x="1578" y="1"/>
                  </a:moveTo>
                  <a:cubicBezTo>
                    <a:pt x="716" y="1"/>
                    <a:pt x="1" y="720"/>
                    <a:pt x="1" y="1583"/>
                  </a:cubicBezTo>
                  <a:cubicBezTo>
                    <a:pt x="1" y="2465"/>
                    <a:pt x="716" y="3165"/>
                    <a:pt x="1578" y="3165"/>
                  </a:cubicBezTo>
                  <a:cubicBezTo>
                    <a:pt x="2465" y="3165"/>
                    <a:pt x="3160" y="2465"/>
                    <a:pt x="3160" y="1583"/>
                  </a:cubicBezTo>
                  <a:cubicBezTo>
                    <a:pt x="3160" y="720"/>
                    <a:pt x="2465" y="1"/>
                    <a:pt x="1578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7"/>
            <p:cNvSpPr/>
            <p:nvPr/>
          </p:nvSpPr>
          <p:spPr>
            <a:xfrm>
              <a:off x="2539224" y="4173593"/>
              <a:ext cx="363237" cy="105070"/>
            </a:xfrm>
            <a:custGeom>
              <a:avLst/>
              <a:gdLst/>
              <a:ahLst/>
              <a:cxnLst/>
              <a:rect l="l" t="t" r="r" b="b"/>
              <a:pathLst>
                <a:path w="22001" h="6364" extrusionOk="0">
                  <a:moveTo>
                    <a:pt x="10988" y="0"/>
                  </a:moveTo>
                  <a:cubicBezTo>
                    <a:pt x="6675" y="0"/>
                    <a:pt x="2776" y="1785"/>
                    <a:pt x="1" y="4663"/>
                  </a:cubicBezTo>
                  <a:lnTo>
                    <a:pt x="1706" y="6364"/>
                  </a:lnTo>
                  <a:cubicBezTo>
                    <a:pt x="4048" y="3924"/>
                    <a:pt x="7336" y="2401"/>
                    <a:pt x="10988" y="2401"/>
                  </a:cubicBezTo>
                  <a:cubicBezTo>
                    <a:pt x="14646" y="2401"/>
                    <a:pt x="17953" y="3924"/>
                    <a:pt x="20295" y="6364"/>
                  </a:cubicBezTo>
                  <a:lnTo>
                    <a:pt x="22000" y="4663"/>
                  </a:lnTo>
                  <a:cubicBezTo>
                    <a:pt x="19225" y="1785"/>
                    <a:pt x="15326" y="0"/>
                    <a:pt x="1098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7"/>
            <p:cNvSpPr/>
            <p:nvPr/>
          </p:nvSpPr>
          <p:spPr>
            <a:xfrm>
              <a:off x="2460197" y="4165766"/>
              <a:ext cx="520874" cy="520874"/>
            </a:xfrm>
            <a:custGeom>
              <a:avLst/>
              <a:gdLst/>
              <a:ahLst/>
              <a:cxnLst/>
              <a:rect l="l" t="t" r="r" b="b"/>
              <a:pathLst>
                <a:path w="31549" h="31549" extrusionOk="0">
                  <a:moveTo>
                    <a:pt x="21384" y="8834"/>
                  </a:moveTo>
                  <a:lnTo>
                    <a:pt x="21384" y="12408"/>
                  </a:lnTo>
                  <a:cubicBezTo>
                    <a:pt x="20768" y="12201"/>
                    <a:pt x="20191" y="11871"/>
                    <a:pt x="19698" y="11422"/>
                  </a:cubicBezTo>
                  <a:cubicBezTo>
                    <a:pt x="18633" y="10456"/>
                    <a:pt x="17233" y="9919"/>
                    <a:pt x="15774" y="9919"/>
                  </a:cubicBezTo>
                  <a:cubicBezTo>
                    <a:pt x="14340" y="9919"/>
                    <a:pt x="12940" y="10456"/>
                    <a:pt x="11875" y="11422"/>
                  </a:cubicBezTo>
                  <a:cubicBezTo>
                    <a:pt x="11362" y="11871"/>
                    <a:pt x="10805" y="12201"/>
                    <a:pt x="10189" y="12408"/>
                  </a:cubicBezTo>
                  <a:lnTo>
                    <a:pt x="10189" y="8834"/>
                  </a:lnTo>
                  <a:lnTo>
                    <a:pt x="13024" y="8834"/>
                  </a:lnTo>
                  <a:lnTo>
                    <a:pt x="13063" y="8933"/>
                  </a:lnTo>
                  <a:cubicBezTo>
                    <a:pt x="13186" y="9327"/>
                    <a:pt x="13536" y="9574"/>
                    <a:pt x="13926" y="9574"/>
                  </a:cubicBezTo>
                  <a:lnTo>
                    <a:pt x="17647" y="9574"/>
                  </a:lnTo>
                  <a:cubicBezTo>
                    <a:pt x="18037" y="9574"/>
                    <a:pt x="18362" y="9327"/>
                    <a:pt x="18485" y="8933"/>
                  </a:cubicBezTo>
                  <a:lnTo>
                    <a:pt x="18530" y="8834"/>
                  </a:lnTo>
                  <a:close/>
                  <a:moveTo>
                    <a:pt x="21714" y="7272"/>
                  </a:moveTo>
                  <a:cubicBezTo>
                    <a:pt x="22389" y="7272"/>
                    <a:pt x="22922" y="7824"/>
                    <a:pt x="22922" y="8504"/>
                  </a:cubicBezTo>
                  <a:lnTo>
                    <a:pt x="22922" y="12610"/>
                  </a:lnTo>
                  <a:lnTo>
                    <a:pt x="22759" y="12610"/>
                  </a:lnTo>
                  <a:cubicBezTo>
                    <a:pt x="22596" y="12610"/>
                    <a:pt x="22453" y="12610"/>
                    <a:pt x="22306" y="12591"/>
                  </a:cubicBezTo>
                  <a:lnTo>
                    <a:pt x="22306" y="8504"/>
                  </a:lnTo>
                  <a:cubicBezTo>
                    <a:pt x="22306" y="8154"/>
                    <a:pt x="22039" y="7888"/>
                    <a:pt x="21714" y="7888"/>
                  </a:cubicBezTo>
                  <a:lnTo>
                    <a:pt x="18199" y="7888"/>
                  </a:lnTo>
                  <a:cubicBezTo>
                    <a:pt x="17992" y="7888"/>
                    <a:pt x="17830" y="8031"/>
                    <a:pt x="17771" y="8218"/>
                  </a:cubicBezTo>
                  <a:lnTo>
                    <a:pt x="17623" y="8647"/>
                  </a:lnTo>
                  <a:lnTo>
                    <a:pt x="13950" y="8647"/>
                  </a:lnTo>
                  <a:lnTo>
                    <a:pt x="13802" y="8218"/>
                  </a:lnTo>
                  <a:cubicBezTo>
                    <a:pt x="13743" y="8031"/>
                    <a:pt x="13581" y="7888"/>
                    <a:pt x="13374" y="7888"/>
                  </a:cubicBezTo>
                  <a:lnTo>
                    <a:pt x="9859" y="7888"/>
                  </a:lnTo>
                  <a:cubicBezTo>
                    <a:pt x="9534" y="7888"/>
                    <a:pt x="9267" y="8154"/>
                    <a:pt x="9267" y="8504"/>
                  </a:cubicBezTo>
                  <a:lnTo>
                    <a:pt x="9267" y="12591"/>
                  </a:lnTo>
                  <a:cubicBezTo>
                    <a:pt x="9120" y="12610"/>
                    <a:pt x="8957" y="12610"/>
                    <a:pt x="8814" y="12610"/>
                  </a:cubicBezTo>
                  <a:lnTo>
                    <a:pt x="8651" y="12610"/>
                  </a:lnTo>
                  <a:lnTo>
                    <a:pt x="8651" y="8504"/>
                  </a:lnTo>
                  <a:cubicBezTo>
                    <a:pt x="8651" y="7824"/>
                    <a:pt x="9184" y="7272"/>
                    <a:pt x="9859" y="7272"/>
                  </a:cubicBezTo>
                  <a:close/>
                  <a:moveTo>
                    <a:pt x="15774" y="947"/>
                  </a:moveTo>
                  <a:cubicBezTo>
                    <a:pt x="19678" y="947"/>
                    <a:pt x="23356" y="2426"/>
                    <a:pt x="26126" y="5137"/>
                  </a:cubicBezTo>
                  <a:lnTo>
                    <a:pt x="25081" y="6182"/>
                  </a:lnTo>
                  <a:cubicBezTo>
                    <a:pt x="24465" y="5566"/>
                    <a:pt x="23765" y="5014"/>
                    <a:pt x="23006" y="4541"/>
                  </a:cubicBezTo>
                  <a:cubicBezTo>
                    <a:pt x="20851" y="3141"/>
                    <a:pt x="18362" y="2426"/>
                    <a:pt x="15774" y="2426"/>
                  </a:cubicBezTo>
                  <a:cubicBezTo>
                    <a:pt x="14359" y="2426"/>
                    <a:pt x="12964" y="2628"/>
                    <a:pt x="11629" y="3082"/>
                  </a:cubicBezTo>
                  <a:cubicBezTo>
                    <a:pt x="11382" y="3166"/>
                    <a:pt x="11259" y="3412"/>
                    <a:pt x="11338" y="3659"/>
                  </a:cubicBezTo>
                  <a:cubicBezTo>
                    <a:pt x="11405" y="3857"/>
                    <a:pt x="11578" y="3988"/>
                    <a:pt x="11771" y="3988"/>
                  </a:cubicBezTo>
                  <a:cubicBezTo>
                    <a:pt x="11818" y="3988"/>
                    <a:pt x="11866" y="3981"/>
                    <a:pt x="11914" y="3964"/>
                  </a:cubicBezTo>
                  <a:cubicBezTo>
                    <a:pt x="13167" y="3555"/>
                    <a:pt x="14463" y="3348"/>
                    <a:pt x="15774" y="3348"/>
                  </a:cubicBezTo>
                  <a:cubicBezTo>
                    <a:pt x="18180" y="3348"/>
                    <a:pt x="20501" y="4028"/>
                    <a:pt x="22513" y="5320"/>
                  </a:cubicBezTo>
                  <a:cubicBezTo>
                    <a:pt x="24465" y="6572"/>
                    <a:pt x="26027" y="8341"/>
                    <a:pt x="27013" y="10436"/>
                  </a:cubicBezTo>
                  <a:cubicBezTo>
                    <a:pt x="27235" y="10905"/>
                    <a:pt x="27215" y="11462"/>
                    <a:pt x="26929" y="11915"/>
                  </a:cubicBezTo>
                  <a:cubicBezTo>
                    <a:pt x="26663" y="12344"/>
                    <a:pt x="26170" y="12610"/>
                    <a:pt x="25658" y="12610"/>
                  </a:cubicBezTo>
                  <a:lnTo>
                    <a:pt x="23848" y="12610"/>
                  </a:lnTo>
                  <a:lnTo>
                    <a:pt x="23848" y="8504"/>
                  </a:lnTo>
                  <a:cubicBezTo>
                    <a:pt x="23848" y="7311"/>
                    <a:pt x="22902" y="6345"/>
                    <a:pt x="21714" y="6345"/>
                  </a:cubicBezTo>
                  <a:lnTo>
                    <a:pt x="9859" y="6345"/>
                  </a:lnTo>
                  <a:cubicBezTo>
                    <a:pt x="8671" y="6345"/>
                    <a:pt x="7705" y="7311"/>
                    <a:pt x="7705" y="8504"/>
                  </a:cubicBezTo>
                  <a:lnTo>
                    <a:pt x="7705" y="12610"/>
                  </a:lnTo>
                  <a:lnTo>
                    <a:pt x="5915" y="12610"/>
                  </a:lnTo>
                  <a:cubicBezTo>
                    <a:pt x="5403" y="12610"/>
                    <a:pt x="4910" y="12344"/>
                    <a:pt x="4644" y="11915"/>
                  </a:cubicBezTo>
                  <a:cubicBezTo>
                    <a:pt x="4358" y="11462"/>
                    <a:pt x="4313" y="10905"/>
                    <a:pt x="4540" y="10436"/>
                  </a:cubicBezTo>
                  <a:cubicBezTo>
                    <a:pt x="5753" y="7927"/>
                    <a:pt x="7764" y="5877"/>
                    <a:pt x="10253" y="4644"/>
                  </a:cubicBezTo>
                  <a:cubicBezTo>
                    <a:pt x="10500" y="4521"/>
                    <a:pt x="10579" y="4250"/>
                    <a:pt x="10475" y="4004"/>
                  </a:cubicBezTo>
                  <a:cubicBezTo>
                    <a:pt x="10387" y="3845"/>
                    <a:pt x="10217" y="3757"/>
                    <a:pt x="10044" y="3757"/>
                  </a:cubicBezTo>
                  <a:cubicBezTo>
                    <a:pt x="9974" y="3757"/>
                    <a:pt x="9904" y="3772"/>
                    <a:pt x="9839" y="3801"/>
                  </a:cubicBezTo>
                  <a:cubicBezTo>
                    <a:pt x="8607" y="4418"/>
                    <a:pt x="7478" y="5236"/>
                    <a:pt x="6492" y="6182"/>
                  </a:cubicBezTo>
                  <a:lnTo>
                    <a:pt x="5447" y="5137"/>
                  </a:lnTo>
                  <a:cubicBezTo>
                    <a:pt x="8217" y="2426"/>
                    <a:pt x="11895" y="947"/>
                    <a:pt x="15774" y="947"/>
                  </a:cubicBezTo>
                  <a:close/>
                  <a:moveTo>
                    <a:pt x="8424" y="18693"/>
                  </a:moveTo>
                  <a:cubicBezTo>
                    <a:pt x="9677" y="18693"/>
                    <a:pt x="10825" y="19142"/>
                    <a:pt x="11688" y="19985"/>
                  </a:cubicBezTo>
                  <a:cubicBezTo>
                    <a:pt x="11831" y="20127"/>
                    <a:pt x="11979" y="20251"/>
                    <a:pt x="12141" y="20374"/>
                  </a:cubicBezTo>
                  <a:cubicBezTo>
                    <a:pt x="12693" y="20827"/>
                    <a:pt x="13024" y="21483"/>
                    <a:pt x="13024" y="22203"/>
                  </a:cubicBezTo>
                  <a:lnTo>
                    <a:pt x="13024" y="26309"/>
                  </a:lnTo>
                  <a:cubicBezTo>
                    <a:pt x="13024" y="26703"/>
                    <a:pt x="12841" y="27073"/>
                    <a:pt x="12511" y="27295"/>
                  </a:cubicBezTo>
                  <a:cubicBezTo>
                    <a:pt x="12309" y="27433"/>
                    <a:pt x="12078" y="27504"/>
                    <a:pt x="11844" y="27504"/>
                  </a:cubicBezTo>
                  <a:cubicBezTo>
                    <a:pt x="11695" y="27504"/>
                    <a:pt x="11545" y="27475"/>
                    <a:pt x="11402" y="27418"/>
                  </a:cubicBezTo>
                  <a:cubicBezTo>
                    <a:pt x="8301" y="26250"/>
                    <a:pt x="5753" y="23844"/>
                    <a:pt x="4397" y="20808"/>
                  </a:cubicBezTo>
                  <a:cubicBezTo>
                    <a:pt x="4190" y="20335"/>
                    <a:pt x="4235" y="19822"/>
                    <a:pt x="4520" y="19368"/>
                  </a:cubicBezTo>
                  <a:cubicBezTo>
                    <a:pt x="4806" y="18939"/>
                    <a:pt x="5280" y="18693"/>
                    <a:pt x="5792" y="18693"/>
                  </a:cubicBezTo>
                  <a:close/>
                  <a:moveTo>
                    <a:pt x="26786" y="5813"/>
                  </a:moveTo>
                  <a:cubicBezTo>
                    <a:pt x="29271" y="8544"/>
                    <a:pt x="30626" y="12058"/>
                    <a:pt x="30626" y="15775"/>
                  </a:cubicBezTo>
                  <a:cubicBezTo>
                    <a:pt x="30626" y="19511"/>
                    <a:pt x="29271" y="23026"/>
                    <a:pt x="26786" y="25757"/>
                  </a:cubicBezTo>
                  <a:lnTo>
                    <a:pt x="25717" y="24707"/>
                  </a:lnTo>
                  <a:cubicBezTo>
                    <a:pt x="26663" y="23662"/>
                    <a:pt x="27442" y="22469"/>
                    <a:pt x="28019" y="21177"/>
                  </a:cubicBezTo>
                  <a:cubicBezTo>
                    <a:pt x="28344" y="20438"/>
                    <a:pt x="28285" y="19556"/>
                    <a:pt x="27831" y="18875"/>
                  </a:cubicBezTo>
                  <a:cubicBezTo>
                    <a:pt x="27383" y="18175"/>
                    <a:pt x="26599" y="17747"/>
                    <a:pt x="25781" y="17747"/>
                  </a:cubicBezTo>
                  <a:lnTo>
                    <a:pt x="24198" y="17747"/>
                  </a:lnTo>
                  <a:cubicBezTo>
                    <a:pt x="23745" y="17747"/>
                    <a:pt x="23291" y="17786"/>
                    <a:pt x="22843" y="17870"/>
                  </a:cubicBezTo>
                  <a:cubicBezTo>
                    <a:pt x="22596" y="17909"/>
                    <a:pt x="22409" y="18136"/>
                    <a:pt x="22453" y="18402"/>
                  </a:cubicBezTo>
                  <a:cubicBezTo>
                    <a:pt x="22489" y="18622"/>
                    <a:pt x="22688" y="18779"/>
                    <a:pt x="22906" y="18779"/>
                  </a:cubicBezTo>
                  <a:cubicBezTo>
                    <a:pt x="22932" y="18779"/>
                    <a:pt x="22959" y="18777"/>
                    <a:pt x="22986" y="18772"/>
                  </a:cubicBezTo>
                  <a:cubicBezTo>
                    <a:pt x="23395" y="18713"/>
                    <a:pt x="23809" y="18693"/>
                    <a:pt x="24198" y="18693"/>
                  </a:cubicBezTo>
                  <a:lnTo>
                    <a:pt x="25781" y="18693"/>
                  </a:lnTo>
                  <a:cubicBezTo>
                    <a:pt x="26293" y="18693"/>
                    <a:pt x="26767" y="18939"/>
                    <a:pt x="27053" y="19368"/>
                  </a:cubicBezTo>
                  <a:cubicBezTo>
                    <a:pt x="27338" y="19822"/>
                    <a:pt x="27383" y="20335"/>
                    <a:pt x="27176" y="20808"/>
                  </a:cubicBezTo>
                  <a:cubicBezTo>
                    <a:pt x="25820" y="23844"/>
                    <a:pt x="23272" y="26250"/>
                    <a:pt x="20171" y="27418"/>
                  </a:cubicBezTo>
                  <a:cubicBezTo>
                    <a:pt x="20028" y="27475"/>
                    <a:pt x="19878" y="27504"/>
                    <a:pt x="19729" y="27504"/>
                  </a:cubicBezTo>
                  <a:cubicBezTo>
                    <a:pt x="19495" y="27504"/>
                    <a:pt x="19264" y="27433"/>
                    <a:pt x="19062" y="27295"/>
                  </a:cubicBezTo>
                  <a:cubicBezTo>
                    <a:pt x="18732" y="27073"/>
                    <a:pt x="18549" y="26703"/>
                    <a:pt x="18549" y="26309"/>
                  </a:cubicBezTo>
                  <a:lnTo>
                    <a:pt x="18549" y="22203"/>
                  </a:lnTo>
                  <a:cubicBezTo>
                    <a:pt x="18549" y="21483"/>
                    <a:pt x="18880" y="20808"/>
                    <a:pt x="19432" y="20374"/>
                  </a:cubicBezTo>
                  <a:lnTo>
                    <a:pt x="19451" y="20354"/>
                  </a:lnTo>
                  <a:cubicBezTo>
                    <a:pt x="20008" y="19925"/>
                    <a:pt x="20605" y="19556"/>
                    <a:pt x="21241" y="19285"/>
                  </a:cubicBezTo>
                  <a:cubicBezTo>
                    <a:pt x="21468" y="19186"/>
                    <a:pt x="21591" y="18915"/>
                    <a:pt x="21487" y="18668"/>
                  </a:cubicBezTo>
                  <a:cubicBezTo>
                    <a:pt x="21408" y="18499"/>
                    <a:pt x="21235" y="18388"/>
                    <a:pt x="21048" y="18388"/>
                  </a:cubicBezTo>
                  <a:cubicBezTo>
                    <a:pt x="20990" y="18388"/>
                    <a:pt x="20930" y="18398"/>
                    <a:pt x="20871" y="18422"/>
                  </a:cubicBezTo>
                  <a:cubicBezTo>
                    <a:pt x="20151" y="18732"/>
                    <a:pt x="19496" y="19142"/>
                    <a:pt x="18880" y="19635"/>
                  </a:cubicBezTo>
                  <a:lnTo>
                    <a:pt x="18855" y="19654"/>
                  </a:lnTo>
                  <a:cubicBezTo>
                    <a:pt x="18076" y="20270"/>
                    <a:pt x="17623" y="21197"/>
                    <a:pt x="17623" y="22203"/>
                  </a:cubicBezTo>
                  <a:lnTo>
                    <a:pt x="17623" y="22222"/>
                  </a:lnTo>
                  <a:lnTo>
                    <a:pt x="13950" y="22222"/>
                  </a:lnTo>
                  <a:lnTo>
                    <a:pt x="13950" y="22203"/>
                  </a:lnTo>
                  <a:cubicBezTo>
                    <a:pt x="13950" y="21197"/>
                    <a:pt x="13497" y="20270"/>
                    <a:pt x="12718" y="19654"/>
                  </a:cubicBezTo>
                  <a:cubicBezTo>
                    <a:pt x="12595" y="19556"/>
                    <a:pt x="12471" y="19432"/>
                    <a:pt x="12348" y="19329"/>
                  </a:cubicBezTo>
                  <a:cubicBezTo>
                    <a:pt x="11298" y="18299"/>
                    <a:pt x="9923" y="17747"/>
                    <a:pt x="8424" y="17747"/>
                  </a:cubicBezTo>
                  <a:lnTo>
                    <a:pt x="5792" y="17747"/>
                  </a:lnTo>
                  <a:cubicBezTo>
                    <a:pt x="4974" y="17747"/>
                    <a:pt x="4190" y="18175"/>
                    <a:pt x="3742" y="18875"/>
                  </a:cubicBezTo>
                  <a:cubicBezTo>
                    <a:pt x="3288" y="19556"/>
                    <a:pt x="3229" y="20438"/>
                    <a:pt x="3554" y="21177"/>
                  </a:cubicBezTo>
                  <a:cubicBezTo>
                    <a:pt x="4131" y="22469"/>
                    <a:pt x="4910" y="23662"/>
                    <a:pt x="5837" y="24707"/>
                  </a:cubicBezTo>
                  <a:lnTo>
                    <a:pt x="4787" y="25757"/>
                  </a:lnTo>
                  <a:cubicBezTo>
                    <a:pt x="2302" y="23026"/>
                    <a:pt x="947" y="19511"/>
                    <a:pt x="947" y="15775"/>
                  </a:cubicBezTo>
                  <a:cubicBezTo>
                    <a:pt x="947" y="12058"/>
                    <a:pt x="2302" y="8544"/>
                    <a:pt x="4787" y="5813"/>
                  </a:cubicBezTo>
                  <a:lnTo>
                    <a:pt x="5837" y="6863"/>
                  </a:lnTo>
                  <a:cubicBezTo>
                    <a:pt x="4994" y="7804"/>
                    <a:pt x="4274" y="8874"/>
                    <a:pt x="3722" y="10042"/>
                  </a:cubicBezTo>
                  <a:cubicBezTo>
                    <a:pt x="3352" y="10806"/>
                    <a:pt x="3392" y="11688"/>
                    <a:pt x="3845" y="12408"/>
                  </a:cubicBezTo>
                  <a:cubicBezTo>
                    <a:pt x="4294" y="13123"/>
                    <a:pt x="5077" y="13557"/>
                    <a:pt x="5915" y="13557"/>
                  </a:cubicBezTo>
                  <a:lnTo>
                    <a:pt x="8814" y="13557"/>
                  </a:lnTo>
                  <a:cubicBezTo>
                    <a:pt x="10150" y="13557"/>
                    <a:pt x="11461" y="13044"/>
                    <a:pt x="12491" y="12117"/>
                  </a:cubicBezTo>
                  <a:cubicBezTo>
                    <a:pt x="13393" y="11299"/>
                    <a:pt x="14566" y="10846"/>
                    <a:pt x="15774" y="10846"/>
                  </a:cubicBezTo>
                  <a:cubicBezTo>
                    <a:pt x="17006" y="10846"/>
                    <a:pt x="18180" y="11299"/>
                    <a:pt x="19082" y="12117"/>
                  </a:cubicBezTo>
                  <a:cubicBezTo>
                    <a:pt x="20112" y="13044"/>
                    <a:pt x="21403" y="13557"/>
                    <a:pt x="22759" y="13557"/>
                  </a:cubicBezTo>
                  <a:lnTo>
                    <a:pt x="25658" y="13557"/>
                  </a:lnTo>
                  <a:cubicBezTo>
                    <a:pt x="26496" y="13557"/>
                    <a:pt x="27260" y="13123"/>
                    <a:pt x="27708" y="12408"/>
                  </a:cubicBezTo>
                  <a:cubicBezTo>
                    <a:pt x="28162" y="11688"/>
                    <a:pt x="28221" y="10806"/>
                    <a:pt x="27851" y="10042"/>
                  </a:cubicBezTo>
                  <a:cubicBezTo>
                    <a:pt x="27299" y="8874"/>
                    <a:pt x="26579" y="7804"/>
                    <a:pt x="25736" y="6863"/>
                  </a:cubicBezTo>
                  <a:lnTo>
                    <a:pt x="26786" y="5813"/>
                  </a:lnTo>
                  <a:close/>
                  <a:moveTo>
                    <a:pt x="17623" y="23169"/>
                  </a:moveTo>
                  <a:lnTo>
                    <a:pt x="17623" y="26309"/>
                  </a:lnTo>
                  <a:cubicBezTo>
                    <a:pt x="17623" y="27009"/>
                    <a:pt x="17973" y="27664"/>
                    <a:pt x="18530" y="28059"/>
                  </a:cubicBezTo>
                  <a:cubicBezTo>
                    <a:pt x="18899" y="28305"/>
                    <a:pt x="19309" y="28428"/>
                    <a:pt x="19742" y="28428"/>
                  </a:cubicBezTo>
                  <a:cubicBezTo>
                    <a:pt x="19989" y="28428"/>
                    <a:pt x="20255" y="28384"/>
                    <a:pt x="20501" y="28305"/>
                  </a:cubicBezTo>
                  <a:cubicBezTo>
                    <a:pt x="22207" y="27645"/>
                    <a:pt x="23765" y="26639"/>
                    <a:pt x="25081" y="25367"/>
                  </a:cubicBezTo>
                  <a:lnTo>
                    <a:pt x="26126" y="26432"/>
                  </a:lnTo>
                  <a:cubicBezTo>
                    <a:pt x="23356" y="29143"/>
                    <a:pt x="19678" y="30622"/>
                    <a:pt x="15774" y="30622"/>
                  </a:cubicBezTo>
                  <a:cubicBezTo>
                    <a:pt x="11895" y="30622"/>
                    <a:pt x="8217" y="29143"/>
                    <a:pt x="5447" y="26432"/>
                  </a:cubicBezTo>
                  <a:lnTo>
                    <a:pt x="6492" y="25367"/>
                  </a:lnTo>
                  <a:cubicBezTo>
                    <a:pt x="7789" y="26639"/>
                    <a:pt x="9346" y="27645"/>
                    <a:pt x="11072" y="28305"/>
                  </a:cubicBezTo>
                  <a:cubicBezTo>
                    <a:pt x="11318" y="28384"/>
                    <a:pt x="11564" y="28428"/>
                    <a:pt x="11831" y="28428"/>
                  </a:cubicBezTo>
                  <a:cubicBezTo>
                    <a:pt x="12245" y="28428"/>
                    <a:pt x="12674" y="28305"/>
                    <a:pt x="13024" y="28059"/>
                  </a:cubicBezTo>
                  <a:cubicBezTo>
                    <a:pt x="13600" y="27664"/>
                    <a:pt x="13950" y="27009"/>
                    <a:pt x="13950" y="26309"/>
                  </a:cubicBezTo>
                  <a:lnTo>
                    <a:pt x="13950" y="23169"/>
                  </a:lnTo>
                  <a:close/>
                  <a:moveTo>
                    <a:pt x="15774" y="1"/>
                  </a:moveTo>
                  <a:cubicBezTo>
                    <a:pt x="11564" y="1"/>
                    <a:pt x="7601" y="1642"/>
                    <a:pt x="4624" y="4620"/>
                  </a:cubicBezTo>
                  <a:cubicBezTo>
                    <a:pt x="1647" y="7602"/>
                    <a:pt x="0" y="11565"/>
                    <a:pt x="0" y="15775"/>
                  </a:cubicBezTo>
                  <a:cubicBezTo>
                    <a:pt x="0" y="20004"/>
                    <a:pt x="1647" y="23948"/>
                    <a:pt x="4624" y="26925"/>
                  </a:cubicBezTo>
                  <a:cubicBezTo>
                    <a:pt x="7601" y="29907"/>
                    <a:pt x="11564" y="31549"/>
                    <a:pt x="15774" y="31549"/>
                  </a:cubicBezTo>
                  <a:cubicBezTo>
                    <a:pt x="20008" y="31549"/>
                    <a:pt x="23952" y="29907"/>
                    <a:pt x="26929" y="26925"/>
                  </a:cubicBezTo>
                  <a:cubicBezTo>
                    <a:pt x="29926" y="23948"/>
                    <a:pt x="31548" y="20004"/>
                    <a:pt x="31548" y="15775"/>
                  </a:cubicBezTo>
                  <a:cubicBezTo>
                    <a:pt x="31548" y="11565"/>
                    <a:pt x="29926" y="7602"/>
                    <a:pt x="26929" y="4620"/>
                  </a:cubicBezTo>
                  <a:cubicBezTo>
                    <a:pt x="23952" y="1642"/>
                    <a:pt x="20008" y="1"/>
                    <a:pt x="1577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7"/>
            <p:cNvSpPr/>
            <p:nvPr/>
          </p:nvSpPr>
          <p:spPr>
            <a:xfrm>
              <a:off x="2572513" y="4404183"/>
              <a:ext cx="44379" cy="44445"/>
            </a:xfrm>
            <a:custGeom>
              <a:avLst/>
              <a:gdLst/>
              <a:ahLst/>
              <a:cxnLst/>
              <a:rect l="l" t="t" r="r" b="b"/>
              <a:pathLst>
                <a:path w="2688" h="2692" extrusionOk="0">
                  <a:moveTo>
                    <a:pt x="1130" y="0"/>
                  </a:moveTo>
                  <a:cubicBezTo>
                    <a:pt x="987" y="0"/>
                    <a:pt x="863" y="123"/>
                    <a:pt x="863" y="266"/>
                  </a:cubicBezTo>
                  <a:lnTo>
                    <a:pt x="863" y="596"/>
                  </a:lnTo>
                  <a:cubicBezTo>
                    <a:pt x="863" y="739"/>
                    <a:pt x="740" y="863"/>
                    <a:pt x="592" y="863"/>
                  </a:cubicBezTo>
                  <a:lnTo>
                    <a:pt x="267" y="863"/>
                  </a:lnTo>
                  <a:cubicBezTo>
                    <a:pt x="124" y="863"/>
                    <a:pt x="1" y="986"/>
                    <a:pt x="1" y="1129"/>
                  </a:cubicBezTo>
                  <a:lnTo>
                    <a:pt x="1" y="1563"/>
                  </a:lnTo>
                  <a:cubicBezTo>
                    <a:pt x="1" y="1706"/>
                    <a:pt x="124" y="1829"/>
                    <a:pt x="267" y="1829"/>
                  </a:cubicBezTo>
                  <a:lnTo>
                    <a:pt x="592" y="1829"/>
                  </a:lnTo>
                  <a:cubicBezTo>
                    <a:pt x="740" y="1829"/>
                    <a:pt x="863" y="1952"/>
                    <a:pt x="863" y="2095"/>
                  </a:cubicBezTo>
                  <a:lnTo>
                    <a:pt x="863" y="2425"/>
                  </a:lnTo>
                  <a:cubicBezTo>
                    <a:pt x="863" y="2568"/>
                    <a:pt x="987" y="2691"/>
                    <a:pt x="1130" y="2691"/>
                  </a:cubicBezTo>
                  <a:lnTo>
                    <a:pt x="1558" y="2691"/>
                  </a:lnTo>
                  <a:cubicBezTo>
                    <a:pt x="1701" y="2691"/>
                    <a:pt x="1825" y="2568"/>
                    <a:pt x="1825" y="2425"/>
                  </a:cubicBezTo>
                  <a:lnTo>
                    <a:pt x="1825" y="2095"/>
                  </a:lnTo>
                  <a:cubicBezTo>
                    <a:pt x="1825" y="1952"/>
                    <a:pt x="1948" y="1829"/>
                    <a:pt x="2096" y="1829"/>
                  </a:cubicBezTo>
                  <a:lnTo>
                    <a:pt x="2421" y="1829"/>
                  </a:lnTo>
                  <a:cubicBezTo>
                    <a:pt x="2564" y="1829"/>
                    <a:pt x="2687" y="1706"/>
                    <a:pt x="2687" y="1563"/>
                  </a:cubicBezTo>
                  <a:lnTo>
                    <a:pt x="2687" y="1129"/>
                  </a:lnTo>
                  <a:cubicBezTo>
                    <a:pt x="2687" y="986"/>
                    <a:pt x="2564" y="863"/>
                    <a:pt x="2421" y="863"/>
                  </a:cubicBezTo>
                  <a:lnTo>
                    <a:pt x="2096" y="863"/>
                  </a:lnTo>
                  <a:cubicBezTo>
                    <a:pt x="1948" y="863"/>
                    <a:pt x="1825" y="739"/>
                    <a:pt x="1825" y="596"/>
                  </a:cubicBezTo>
                  <a:lnTo>
                    <a:pt x="1825" y="266"/>
                  </a:lnTo>
                  <a:cubicBezTo>
                    <a:pt x="1825" y="123"/>
                    <a:pt x="1701" y="0"/>
                    <a:pt x="1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7"/>
            <p:cNvSpPr/>
            <p:nvPr/>
          </p:nvSpPr>
          <p:spPr>
            <a:xfrm>
              <a:off x="2667094" y="4358759"/>
              <a:ext cx="107530" cy="37296"/>
            </a:xfrm>
            <a:custGeom>
              <a:avLst/>
              <a:gdLst/>
              <a:ahLst/>
              <a:cxnLst/>
              <a:rect l="l" t="t" r="r" b="b"/>
              <a:pathLst>
                <a:path w="6513" h="2259" extrusionOk="0">
                  <a:moveTo>
                    <a:pt x="3244" y="0"/>
                  </a:moveTo>
                  <a:cubicBezTo>
                    <a:pt x="2056" y="0"/>
                    <a:pt x="927" y="553"/>
                    <a:pt x="163" y="1499"/>
                  </a:cubicBezTo>
                  <a:cubicBezTo>
                    <a:pt x="1" y="1706"/>
                    <a:pt x="40" y="1992"/>
                    <a:pt x="227" y="2155"/>
                  </a:cubicBezTo>
                  <a:cubicBezTo>
                    <a:pt x="314" y="2225"/>
                    <a:pt x="414" y="2258"/>
                    <a:pt x="513" y="2258"/>
                  </a:cubicBezTo>
                  <a:cubicBezTo>
                    <a:pt x="652" y="2258"/>
                    <a:pt x="788" y="2193"/>
                    <a:pt x="883" y="2076"/>
                  </a:cubicBezTo>
                  <a:cubicBezTo>
                    <a:pt x="1460" y="1356"/>
                    <a:pt x="2322" y="942"/>
                    <a:pt x="3244" y="942"/>
                  </a:cubicBezTo>
                  <a:cubicBezTo>
                    <a:pt x="4171" y="942"/>
                    <a:pt x="5034" y="1356"/>
                    <a:pt x="5630" y="2076"/>
                  </a:cubicBezTo>
                  <a:cubicBezTo>
                    <a:pt x="5709" y="2199"/>
                    <a:pt x="5857" y="2258"/>
                    <a:pt x="5980" y="2258"/>
                  </a:cubicBezTo>
                  <a:cubicBezTo>
                    <a:pt x="6079" y="2258"/>
                    <a:pt x="6182" y="2219"/>
                    <a:pt x="6266" y="2155"/>
                  </a:cubicBezTo>
                  <a:cubicBezTo>
                    <a:pt x="6473" y="1992"/>
                    <a:pt x="6512" y="1706"/>
                    <a:pt x="6350" y="1499"/>
                  </a:cubicBezTo>
                  <a:cubicBezTo>
                    <a:pt x="5586" y="553"/>
                    <a:pt x="4457" y="0"/>
                    <a:pt x="324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7"/>
            <p:cNvSpPr/>
            <p:nvPr/>
          </p:nvSpPr>
          <p:spPr>
            <a:xfrm>
              <a:off x="2671173" y="4456807"/>
              <a:ext cx="99374" cy="32525"/>
            </a:xfrm>
            <a:custGeom>
              <a:avLst/>
              <a:gdLst/>
              <a:ahLst/>
              <a:cxnLst/>
              <a:rect l="l" t="t" r="r" b="b"/>
              <a:pathLst>
                <a:path w="6019" h="1970" extrusionOk="0">
                  <a:moveTo>
                    <a:pt x="503" y="1"/>
                  </a:moveTo>
                  <a:cubicBezTo>
                    <a:pt x="389" y="1"/>
                    <a:pt x="276" y="42"/>
                    <a:pt x="187" y="121"/>
                  </a:cubicBezTo>
                  <a:cubicBezTo>
                    <a:pt x="0" y="303"/>
                    <a:pt x="0" y="594"/>
                    <a:pt x="187" y="776"/>
                  </a:cubicBezTo>
                  <a:cubicBezTo>
                    <a:pt x="927" y="1560"/>
                    <a:pt x="1932" y="1969"/>
                    <a:pt x="2997" y="1969"/>
                  </a:cubicBezTo>
                  <a:cubicBezTo>
                    <a:pt x="4087" y="1969"/>
                    <a:pt x="5092" y="1560"/>
                    <a:pt x="5832" y="776"/>
                  </a:cubicBezTo>
                  <a:cubicBezTo>
                    <a:pt x="6019" y="594"/>
                    <a:pt x="6019" y="303"/>
                    <a:pt x="5832" y="121"/>
                  </a:cubicBezTo>
                  <a:cubicBezTo>
                    <a:pt x="5743" y="42"/>
                    <a:pt x="5630" y="1"/>
                    <a:pt x="5516" y="1"/>
                  </a:cubicBezTo>
                  <a:cubicBezTo>
                    <a:pt x="5395" y="1"/>
                    <a:pt x="5272" y="47"/>
                    <a:pt x="5176" y="140"/>
                  </a:cubicBezTo>
                  <a:cubicBezTo>
                    <a:pt x="4599" y="717"/>
                    <a:pt x="3820" y="1042"/>
                    <a:pt x="2997" y="1042"/>
                  </a:cubicBezTo>
                  <a:cubicBezTo>
                    <a:pt x="2179" y="1042"/>
                    <a:pt x="1420" y="717"/>
                    <a:pt x="843" y="140"/>
                  </a:cubicBezTo>
                  <a:cubicBezTo>
                    <a:pt x="747" y="47"/>
                    <a:pt x="624" y="1"/>
                    <a:pt x="50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7"/>
            <p:cNvSpPr/>
            <p:nvPr/>
          </p:nvSpPr>
          <p:spPr>
            <a:xfrm>
              <a:off x="2687124" y="4392625"/>
              <a:ext cx="67476" cy="67559"/>
            </a:xfrm>
            <a:custGeom>
              <a:avLst/>
              <a:gdLst/>
              <a:ahLst/>
              <a:cxnLst/>
              <a:rect l="l" t="t" r="r" b="b"/>
              <a:pathLst>
                <a:path w="4087" h="4092" extrusionOk="0">
                  <a:moveTo>
                    <a:pt x="2031" y="927"/>
                  </a:moveTo>
                  <a:cubicBezTo>
                    <a:pt x="2647" y="927"/>
                    <a:pt x="3165" y="1420"/>
                    <a:pt x="3165" y="2036"/>
                  </a:cubicBezTo>
                  <a:cubicBezTo>
                    <a:pt x="3165" y="2652"/>
                    <a:pt x="2647" y="3165"/>
                    <a:pt x="2031" y="3165"/>
                  </a:cubicBezTo>
                  <a:cubicBezTo>
                    <a:pt x="1415" y="3165"/>
                    <a:pt x="922" y="2652"/>
                    <a:pt x="922" y="2036"/>
                  </a:cubicBezTo>
                  <a:cubicBezTo>
                    <a:pt x="922" y="1420"/>
                    <a:pt x="1415" y="927"/>
                    <a:pt x="2031" y="927"/>
                  </a:cubicBezTo>
                  <a:close/>
                  <a:moveTo>
                    <a:pt x="2031" y="0"/>
                  </a:moveTo>
                  <a:cubicBezTo>
                    <a:pt x="922" y="0"/>
                    <a:pt x="0" y="907"/>
                    <a:pt x="0" y="2036"/>
                  </a:cubicBezTo>
                  <a:cubicBezTo>
                    <a:pt x="0" y="3165"/>
                    <a:pt x="922" y="4091"/>
                    <a:pt x="2031" y="4091"/>
                  </a:cubicBezTo>
                  <a:cubicBezTo>
                    <a:pt x="3165" y="4091"/>
                    <a:pt x="4087" y="3165"/>
                    <a:pt x="4087" y="2036"/>
                  </a:cubicBezTo>
                  <a:cubicBezTo>
                    <a:pt x="4087" y="907"/>
                    <a:pt x="3165" y="0"/>
                    <a:pt x="203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7"/>
            <p:cNvSpPr/>
            <p:nvPr/>
          </p:nvSpPr>
          <p:spPr>
            <a:xfrm>
              <a:off x="2817669" y="4425170"/>
              <a:ext cx="23791" cy="24105"/>
            </a:xfrm>
            <a:custGeom>
              <a:avLst/>
              <a:gdLst/>
              <a:ahLst/>
              <a:cxnLst/>
              <a:rect l="l" t="t" r="r" b="b"/>
              <a:pathLst>
                <a:path w="1441" h="1460" extrusionOk="0">
                  <a:moveTo>
                    <a:pt x="721" y="1"/>
                  </a:moveTo>
                  <a:cubicBezTo>
                    <a:pt x="331" y="1"/>
                    <a:pt x="1" y="331"/>
                    <a:pt x="1" y="720"/>
                  </a:cubicBezTo>
                  <a:cubicBezTo>
                    <a:pt x="1" y="1135"/>
                    <a:pt x="331" y="1460"/>
                    <a:pt x="721" y="1460"/>
                  </a:cubicBezTo>
                  <a:cubicBezTo>
                    <a:pt x="1110" y="1460"/>
                    <a:pt x="1440" y="1135"/>
                    <a:pt x="1440" y="720"/>
                  </a:cubicBezTo>
                  <a:cubicBezTo>
                    <a:pt x="1440" y="331"/>
                    <a:pt x="1110" y="1"/>
                    <a:pt x="72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7"/>
            <p:cNvSpPr/>
            <p:nvPr/>
          </p:nvSpPr>
          <p:spPr>
            <a:xfrm>
              <a:off x="2842091" y="4396357"/>
              <a:ext cx="23791" cy="24105"/>
            </a:xfrm>
            <a:custGeom>
              <a:avLst/>
              <a:gdLst/>
              <a:ahLst/>
              <a:cxnLst/>
              <a:rect l="l" t="t" r="r" b="b"/>
              <a:pathLst>
                <a:path w="1441" h="1460" extrusionOk="0">
                  <a:moveTo>
                    <a:pt x="720" y="1"/>
                  </a:moveTo>
                  <a:cubicBezTo>
                    <a:pt x="331" y="1"/>
                    <a:pt x="1" y="331"/>
                    <a:pt x="1" y="720"/>
                  </a:cubicBezTo>
                  <a:cubicBezTo>
                    <a:pt x="1" y="1130"/>
                    <a:pt x="331" y="1460"/>
                    <a:pt x="720" y="1460"/>
                  </a:cubicBezTo>
                  <a:cubicBezTo>
                    <a:pt x="1130" y="1460"/>
                    <a:pt x="1440" y="1130"/>
                    <a:pt x="1440" y="720"/>
                  </a:cubicBezTo>
                  <a:cubicBezTo>
                    <a:pt x="1440" y="331"/>
                    <a:pt x="1130" y="1"/>
                    <a:pt x="72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7"/>
            <p:cNvSpPr/>
            <p:nvPr/>
          </p:nvSpPr>
          <p:spPr>
            <a:xfrm>
              <a:off x="2712189" y="4562566"/>
              <a:ext cx="15321" cy="75616"/>
            </a:xfrm>
            <a:custGeom>
              <a:avLst/>
              <a:gdLst/>
              <a:ahLst/>
              <a:cxnLst/>
              <a:rect l="l" t="t" r="r" b="b"/>
              <a:pathLst>
                <a:path w="928" h="4580" extrusionOk="0">
                  <a:moveTo>
                    <a:pt x="454" y="1"/>
                  </a:moveTo>
                  <a:cubicBezTo>
                    <a:pt x="208" y="1"/>
                    <a:pt x="1" y="227"/>
                    <a:pt x="1" y="474"/>
                  </a:cubicBezTo>
                  <a:lnTo>
                    <a:pt x="1" y="4126"/>
                  </a:lnTo>
                  <a:cubicBezTo>
                    <a:pt x="1" y="4373"/>
                    <a:pt x="208" y="4580"/>
                    <a:pt x="454" y="4580"/>
                  </a:cubicBezTo>
                  <a:cubicBezTo>
                    <a:pt x="720" y="4580"/>
                    <a:pt x="927" y="4373"/>
                    <a:pt x="927" y="4126"/>
                  </a:cubicBezTo>
                  <a:lnTo>
                    <a:pt x="927" y="474"/>
                  </a:lnTo>
                  <a:cubicBezTo>
                    <a:pt x="927" y="227"/>
                    <a:pt x="720" y="1"/>
                    <a:pt x="45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5" name="Google Shape;825;p27"/>
          <p:cNvGrpSpPr/>
          <p:nvPr/>
        </p:nvGrpSpPr>
        <p:grpSpPr>
          <a:xfrm>
            <a:off x="1612990" y="3852101"/>
            <a:ext cx="419016" cy="420318"/>
            <a:chOff x="6952315" y="3521413"/>
            <a:chExt cx="632859" cy="634922"/>
          </a:xfrm>
        </p:grpSpPr>
        <p:sp>
          <p:nvSpPr>
            <p:cNvPr id="826" name="Google Shape;826;p27"/>
            <p:cNvSpPr/>
            <p:nvPr/>
          </p:nvSpPr>
          <p:spPr>
            <a:xfrm>
              <a:off x="6978718" y="3597736"/>
              <a:ext cx="488053" cy="480214"/>
            </a:xfrm>
            <a:custGeom>
              <a:avLst/>
              <a:gdLst/>
              <a:ahLst/>
              <a:cxnLst/>
              <a:rect l="l" t="t" r="r" b="b"/>
              <a:pathLst>
                <a:path w="1183" h="1164" extrusionOk="0">
                  <a:moveTo>
                    <a:pt x="1183" y="215"/>
                  </a:moveTo>
                  <a:cubicBezTo>
                    <a:pt x="982" y="0"/>
                    <a:pt x="982" y="0"/>
                    <a:pt x="982" y="0"/>
                  </a:cubicBezTo>
                  <a:cubicBezTo>
                    <a:pt x="965" y="16"/>
                    <a:pt x="965" y="16"/>
                    <a:pt x="965" y="16"/>
                  </a:cubicBezTo>
                  <a:cubicBezTo>
                    <a:pt x="800" y="171"/>
                    <a:pt x="800" y="171"/>
                    <a:pt x="800" y="171"/>
                  </a:cubicBezTo>
                  <a:cubicBezTo>
                    <a:pt x="614" y="67"/>
                    <a:pt x="374" y="90"/>
                    <a:pt x="211" y="245"/>
                  </a:cubicBezTo>
                  <a:cubicBezTo>
                    <a:pt x="9" y="435"/>
                    <a:pt x="0" y="752"/>
                    <a:pt x="191" y="954"/>
                  </a:cubicBezTo>
                  <a:cubicBezTo>
                    <a:pt x="381" y="1155"/>
                    <a:pt x="698" y="1164"/>
                    <a:pt x="900" y="974"/>
                  </a:cubicBezTo>
                  <a:cubicBezTo>
                    <a:pt x="1065" y="818"/>
                    <a:pt x="1100" y="577"/>
                    <a:pt x="1004" y="384"/>
                  </a:cubicBezTo>
                  <a:cubicBezTo>
                    <a:pt x="1167" y="229"/>
                    <a:pt x="1167" y="229"/>
                    <a:pt x="1167" y="229"/>
                  </a:cubicBezTo>
                  <a:lnTo>
                    <a:pt x="1183" y="215"/>
                  </a:lnTo>
                  <a:close/>
                  <a:moveTo>
                    <a:pt x="1183" y="215"/>
                  </a:moveTo>
                  <a:cubicBezTo>
                    <a:pt x="1183" y="215"/>
                    <a:pt x="1183" y="215"/>
                    <a:pt x="1183" y="215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27"/>
            <p:cNvSpPr/>
            <p:nvPr/>
          </p:nvSpPr>
          <p:spPr>
            <a:xfrm>
              <a:off x="7179632" y="3714901"/>
              <a:ext cx="204627" cy="117578"/>
            </a:xfrm>
            <a:custGeom>
              <a:avLst/>
              <a:gdLst/>
              <a:ahLst/>
              <a:cxnLst/>
              <a:rect l="l" t="t" r="r" b="b"/>
              <a:pathLst>
                <a:path w="496" h="285" extrusionOk="0">
                  <a:moveTo>
                    <a:pt x="347" y="0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486" y="284"/>
                    <a:pt x="486" y="284"/>
                    <a:pt x="486" y="284"/>
                  </a:cubicBezTo>
                  <a:cubicBezTo>
                    <a:pt x="491" y="285"/>
                    <a:pt x="496" y="281"/>
                    <a:pt x="495" y="276"/>
                  </a:cubicBezTo>
                  <a:cubicBezTo>
                    <a:pt x="482" y="166"/>
                    <a:pt x="427" y="69"/>
                    <a:pt x="347" y="0"/>
                  </a:cubicBezTo>
                  <a:close/>
                  <a:moveTo>
                    <a:pt x="347" y="0"/>
                  </a:moveTo>
                  <a:cubicBezTo>
                    <a:pt x="347" y="0"/>
                    <a:pt x="347" y="0"/>
                    <a:pt x="347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27"/>
            <p:cNvSpPr/>
            <p:nvPr/>
          </p:nvSpPr>
          <p:spPr>
            <a:xfrm>
              <a:off x="7149516" y="3752031"/>
              <a:ext cx="36717" cy="30117"/>
            </a:xfrm>
            <a:custGeom>
              <a:avLst/>
              <a:gdLst/>
              <a:ahLst/>
              <a:cxnLst/>
              <a:rect l="l" t="t" r="r" b="b"/>
              <a:pathLst>
                <a:path w="89" h="73" extrusionOk="0">
                  <a:moveTo>
                    <a:pt x="89" y="9"/>
                  </a:moveTo>
                  <a:cubicBezTo>
                    <a:pt x="89" y="64"/>
                    <a:pt x="89" y="64"/>
                    <a:pt x="89" y="64"/>
                  </a:cubicBezTo>
                  <a:cubicBezTo>
                    <a:pt x="89" y="69"/>
                    <a:pt x="84" y="73"/>
                    <a:pt x="78" y="72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84" y="0"/>
                    <a:pt x="89" y="4"/>
                    <a:pt x="89" y="9"/>
                  </a:cubicBezTo>
                  <a:close/>
                  <a:moveTo>
                    <a:pt x="89" y="9"/>
                  </a:moveTo>
                  <a:cubicBezTo>
                    <a:pt x="89" y="9"/>
                    <a:pt x="89" y="9"/>
                    <a:pt x="89" y="9"/>
                  </a:cubicBezTo>
                </a:path>
              </a:pathLst>
            </a:custGeom>
            <a:solidFill>
              <a:srgbClr val="CEC1E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27"/>
            <p:cNvSpPr/>
            <p:nvPr/>
          </p:nvSpPr>
          <p:spPr>
            <a:xfrm>
              <a:off x="7105785" y="3726040"/>
              <a:ext cx="60233" cy="171210"/>
            </a:xfrm>
            <a:custGeom>
              <a:avLst/>
              <a:gdLst/>
              <a:ahLst/>
              <a:cxnLst/>
              <a:rect l="l" t="t" r="r" b="b"/>
              <a:pathLst>
                <a:path w="146" h="415" extrusionOk="0">
                  <a:moveTo>
                    <a:pt x="126" y="128"/>
                  </a:moveTo>
                  <a:cubicBezTo>
                    <a:pt x="121" y="72"/>
                    <a:pt x="121" y="72"/>
                    <a:pt x="121" y="72"/>
                  </a:cubicBezTo>
                  <a:cubicBezTo>
                    <a:pt x="116" y="16"/>
                    <a:pt x="116" y="16"/>
                    <a:pt x="116" y="16"/>
                  </a:cubicBezTo>
                  <a:cubicBezTo>
                    <a:pt x="116" y="7"/>
                    <a:pt x="108" y="0"/>
                    <a:pt x="99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6" y="0"/>
                    <a:pt x="29" y="7"/>
                    <a:pt x="28" y="16"/>
                  </a:cubicBezTo>
                  <a:cubicBezTo>
                    <a:pt x="0" y="362"/>
                    <a:pt x="0" y="362"/>
                    <a:pt x="0" y="362"/>
                  </a:cubicBezTo>
                  <a:cubicBezTo>
                    <a:pt x="0" y="415"/>
                    <a:pt x="0" y="415"/>
                    <a:pt x="0" y="415"/>
                  </a:cubicBezTo>
                  <a:cubicBezTo>
                    <a:pt x="146" y="415"/>
                    <a:pt x="146" y="415"/>
                    <a:pt x="146" y="415"/>
                  </a:cubicBezTo>
                  <a:cubicBezTo>
                    <a:pt x="146" y="381"/>
                    <a:pt x="146" y="381"/>
                    <a:pt x="146" y="381"/>
                  </a:cubicBezTo>
                  <a:lnTo>
                    <a:pt x="126" y="128"/>
                  </a:lnTo>
                  <a:close/>
                  <a:moveTo>
                    <a:pt x="126" y="128"/>
                  </a:moveTo>
                  <a:cubicBezTo>
                    <a:pt x="126" y="128"/>
                    <a:pt x="126" y="128"/>
                    <a:pt x="126" y="128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27"/>
            <p:cNvSpPr/>
            <p:nvPr/>
          </p:nvSpPr>
          <p:spPr>
            <a:xfrm>
              <a:off x="7040189" y="3872910"/>
              <a:ext cx="334995" cy="148520"/>
            </a:xfrm>
            <a:custGeom>
              <a:avLst/>
              <a:gdLst/>
              <a:ahLst/>
              <a:cxnLst/>
              <a:rect l="l" t="t" r="r" b="b"/>
              <a:pathLst>
                <a:path w="812" h="360" extrusionOk="0">
                  <a:moveTo>
                    <a:pt x="692" y="10"/>
                  </a:moveTo>
                  <a:cubicBezTo>
                    <a:pt x="800" y="31"/>
                    <a:pt x="800" y="31"/>
                    <a:pt x="800" y="31"/>
                  </a:cubicBezTo>
                  <a:cubicBezTo>
                    <a:pt x="807" y="32"/>
                    <a:pt x="812" y="40"/>
                    <a:pt x="810" y="47"/>
                  </a:cubicBezTo>
                  <a:cubicBezTo>
                    <a:pt x="791" y="123"/>
                    <a:pt x="751" y="191"/>
                    <a:pt x="693" y="246"/>
                  </a:cubicBezTo>
                  <a:cubicBezTo>
                    <a:pt x="654" y="283"/>
                    <a:pt x="609" y="311"/>
                    <a:pt x="561" y="330"/>
                  </a:cubicBezTo>
                  <a:cubicBezTo>
                    <a:pt x="512" y="350"/>
                    <a:pt x="460" y="360"/>
                    <a:pt x="406" y="360"/>
                  </a:cubicBezTo>
                  <a:cubicBezTo>
                    <a:pt x="290" y="360"/>
                    <a:pt x="182" y="313"/>
                    <a:pt x="103" y="229"/>
                  </a:cubicBezTo>
                  <a:cubicBezTo>
                    <a:pt x="53" y="176"/>
                    <a:pt x="19" y="113"/>
                    <a:pt x="2" y="47"/>
                  </a:cubicBezTo>
                  <a:cubicBezTo>
                    <a:pt x="0" y="40"/>
                    <a:pt x="5" y="32"/>
                    <a:pt x="13" y="31"/>
                  </a:cubicBezTo>
                  <a:cubicBezTo>
                    <a:pt x="132" y="10"/>
                    <a:pt x="132" y="10"/>
                    <a:pt x="132" y="10"/>
                  </a:cubicBezTo>
                  <a:cubicBezTo>
                    <a:pt x="141" y="8"/>
                    <a:pt x="150" y="7"/>
                    <a:pt x="159" y="6"/>
                  </a:cubicBezTo>
                  <a:cubicBezTo>
                    <a:pt x="169" y="5"/>
                    <a:pt x="180" y="4"/>
                    <a:pt x="190" y="4"/>
                  </a:cubicBezTo>
                  <a:cubicBezTo>
                    <a:pt x="227" y="4"/>
                    <a:pt x="264" y="11"/>
                    <a:pt x="300" y="23"/>
                  </a:cubicBezTo>
                  <a:cubicBezTo>
                    <a:pt x="302" y="24"/>
                    <a:pt x="303" y="24"/>
                    <a:pt x="305" y="25"/>
                  </a:cubicBezTo>
                  <a:cubicBezTo>
                    <a:pt x="373" y="47"/>
                    <a:pt x="446" y="47"/>
                    <a:pt x="513" y="25"/>
                  </a:cubicBezTo>
                  <a:cubicBezTo>
                    <a:pt x="526" y="21"/>
                    <a:pt x="526" y="21"/>
                    <a:pt x="526" y="21"/>
                  </a:cubicBezTo>
                  <a:cubicBezTo>
                    <a:pt x="580" y="3"/>
                    <a:pt x="637" y="0"/>
                    <a:pt x="692" y="10"/>
                  </a:cubicBezTo>
                  <a:close/>
                  <a:moveTo>
                    <a:pt x="692" y="10"/>
                  </a:moveTo>
                  <a:cubicBezTo>
                    <a:pt x="692" y="10"/>
                    <a:pt x="692" y="10"/>
                    <a:pt x="692" y="1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27"/>
            <p:cNvSpPr/>
            <p:nvPr/>
          </p:nvSpPr>
          <p:spPr>
            <a:xfrm>
              <a:off x="7408600" y="3527601"/>
              <a:ext cx="134905" cy="134493"/>
            </a:xfrm>
            <a:custGeom>
              <a:avLst/>
              <a:gdLst/>
              <a:ahLst/>
              <a:cxnLst/>
              <a:rect l="l" t="t" r="r" b="b"/>
              <a:pathLst>
                <a:path w="327" h="326" extrusionOk="0">
                  <a:moveTo>
                    <a:pt x="299" y="174"/>
                  </a:moveTo>
                  <a:cubicBezTo>
                    <a:pt x="162" y="30"/>
                    <a:pt x="162" y="30"/>
                    <a:pt x="162" y="30"/>
                  </a:cubicBezTo>
                  <a:cubicBezTo>
                    <a:pt x="134" y="0"/>
                    <a:pt x="86" y="5"/>
                    <a:pt x="64" y="39"/>
                  </a:cubicBezTo>
                  <a:cubicBezTo>
                    <a:pt x="12" y="122"/>
                    <a:pt x="12" y="122"/>
                    <a:pt x="12" y="122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192" y="326"/>
                    <a:pt x="192" y="326"/>
                    <a:pt x="192" y="326"/>
                  </a:cubicBezTo>
                  <a:cubicBezTo>
                    <a:pt x="198" y="319"/>
                    <a:pt x="198" y="319"/>
                    <a:pt x="198" y="319"/>
                  </a:cubicBezTo>
                  <a:cubicBezTo>
                    <a:pt x="283" y="272"/>
                    <a:pt x="283" y="272"/>
                    <a:pt x="283" y="272"/>
                  </a:cubicBezTo>
                  <a:cubicBezTo>
                    <a:pt x="319" y="252"/>
                    <a:pt x="327" y="204"/>
                    <a:pt x="299" y="174"/>
                  </a:cubicBezTo>
                  <a:close/>
                  <a:moveTo>
                    <a:pt x="299" y="174"/>
                  </a:moveTo>
                  <a:cubicBezTo>
                    <a:pt x="299" y="174"/>
                    <a:pt x="299" y="174"/>
                    <a:pt x="299" y="174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27"/>
            <p:cNvSpPr/>
            <p:nvPr/>
          </p:nvSpPr>
          <p:spPr>
            <a:xfrm>
              <a:off x="7373533" y="3571745"/>
              <a:ext cx="122529" cy="122116"/>
            </a:xfrm>
            <a:custGeom>
              <a:avLst/>
              <a:gdLst/>
              <a:ahLst/>
              <a:cxnLst/>
              <a:rect l="l" t="t" r="r" b="b"/>
              <a:pathLst>
                <a:path w="297" h="296" extrusionOk="0">
                  <a:moveTo>
                    <a:pt x="277" y="205"/>
                  </a:moveTo>
                  <a:cubicBezTo>
                    <a:pt x="297" y="227"/>
                    <a:pt x="296" y="261"/>
                    <a:pt x="274" y="282"/>
                  </a:cubicBezTo>
                  <a:cubicBezTo>
                    <a:pt x="264" y="291"/>
                    <a:pt x="251" y="296"/>
                    <a:pt x="237" y="296"/>
                  </a:cubicBezTo>
                  <a:cubicBezTo>
                    <a:pt x="223" y="296"/>
                    <a:pt x="209" y="291"/>
                    <a:pt x="198" y="279"/>
                  </a:cubicBezTo>
                  <a:cubicBezTo>
                    <a:pt x="21" y="92"/>
                    <a:pt x="21" y="92"/>
                    <a:pt x="21" y="92"/>
                  </a:cubicBezTo>
                  <a:cubicBezTo>
                    <a:pt x="0" y="70"/>
                    <a:pt x="1" y="36"/>
                    <a:pt x="23" y="15"/>
                  </a:cubicBezTo>
                  <a:cubicBezTo>
                    <a:pt x="33" y="5"/>
                    <a:pt x="47" y="0"/>
                    <a:pt x="60" y="0"/>
                  </a:cubicBezTo>
                  <a:cubicBezTo>
                    <a:pt x="74" y="0"/>
                    <a:pt x="89" y="6"/>
                    <a:pt x="99" y="17"/>
                  </a:cubicBezTo>
                  <a:lnTo>
                    <a:pt x="277" y="205"/>
                  </a:lnTo>
                  <a:close/>
                  <a:moveTo>
                    <a:pt x="277" y="205"/>
                  </a:moveTo>
                  <a:cubicBezTo>
                    <a:pt x="277" y="205"/>
                    <a:pt x="277" y="205"/>
                    <a:pt x="277" y="205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27"/>
            <p:cNvSpPr/>
            <p:nvPr/>
          </p:nvSpPr>
          <p:spPr>
            <a:xfrm>
              <a:off x="7076081" y="3952945"/>
              <a:ext cx="263623" cy="68484"/>
            </a:xfrm>
            <a:custGeom>
              <a:avLst/>
              <a:gdLst/>
              <a:ahLst/>
              <a:cxnLst/>
              <a:rect l="l" t="t" r="r" b="b"/>
              <a:pathLst>
                <a:path w="639" h="166" extrusionOk="0">
                  <a:moveTo>
                    <a:pt x="605" y="10"/>
                  </a:moveTo>
                  <a:cubicBezTo>
                    <a:pt x="639" y="17"/>
                    <a:pt x="639" y="17"/>
                    <a:pt x="639" y="17"/>
                  </a:cubicBezTo>
                  <a:cubicBezTo>
                    <a:pt x="629" y="29"/>
                    <a:pt x="618" y="41"/>
                    <a:pt x="606" y="52"/>
                  </a:cubicBezTo>
                  <a:cubicBezTo>
                    <a:pt x="567" y="89"/>
                    <a:pt x="522" y="117"/>
                    <a:pt x="474" y="136"/>
                  </a:cubicBezTo>
                  <a:cubicBezTo>
                    <a:pt x="425" y="156"/>
                    <a:pt x="373" y="166"/>
                    <a:pt x="319" y="166"/>
                  </a:cubicBezTo>
                  <a:cubicBezTo>
                    <a:pt x="203" y="166"/>
                    <a:pt x="95" y="119"/>
                    <a:pt x="16" y="35"/>
                  </a:cubicBezTo>
                  <a:cubicBezTo>
                    <a:pt x="10" y="29"/>
                    <a:pt x="5" y="24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64" y="6"/>
                    <a:pt x="84" y="4"/>
                    <a:pt x="103" y="4"/>
                  </a:cubicBezTo>
                  <a:cubicBezTo>
                    <a:pt x="140" y="4"/>
                    <a:pt x="178" y="11"/>
                    <a:pt x="213" y="23"/>
                  </a:cubicBezTo>
                  <a:cubicBezTo>
                    <a:pt x="282" y="47"/>
                    <a:pt x="357" y="48"/>
                    <a:pt x="426" y="25"/>
                  </a:cubicBezTo>
                  <a:cubicBezTo>
                    <a:pt x="440" y="21"/>
                    <a:pt x="440" y="21"/>
                    <a:pt x="440" y="21"/>
                  </a:cubicBezTo>
                  <a:cubicBezTo>
                    <a:pt x="493" y="3"/>
                    <a:pt x="550" y="0"/>
                    <a:pt x="605" y="10"/>
                  </a:cubicBezTo>
                  <a:close/>
                  <a:moveTo>
                    <a:pt x="605" y="10"/>
                  </a:moveTo>
                  <a:cubicBezTo>
                    <a:pt x="605" y="10"/>
                    <a:pt x="605" y="10"/>
                    <a:pt x="605" y="1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27"/>
            <p:cNvSpPr/>
            <p:nvPr/>
          </p:nvSpPr>
          <p:spPr>
            <a:xfrm>
              <a:off x="7052565" y="3912928"/>
              <a:ext cx="310241" cy="59820"/>
            </a:xfrm>
            <a:custGeom>
              <a:avLst/>
              <a:gdLst/>
              <a:ahLst/>
              <a:cxnLst/>
              <a:rect l="l" t="t" r="r" b="b"/>
              <a:pathLst>
                <a:path w="752" h="145" extrusionOk="0">
                  <a:moveTo>
                    <a:pt x="662" y="10"/>
                  </a:moveTo>
                  <a:cubicBezTo>
                    <a:pt x="752" y="27"/>
                    <a:pt x="752" y="27"/>
                    <a:pt x="752" y="27"/>
                  </a:cubicBezTo>
                  <a:cubicBezTo>
                    <a:pt x="737" y="58"/>
                    <a:pt x="718" y="87"/>
                    <a:pt x="696" y="114"/>
                  </a:cubicBezTo>
                  <a:cubicBezTo>
                    <a:pt x="662" y="107"/>
                    <a:pt x="662" y="107"/>
                    <a:pt x="662" y="107"/>
                  </a:cubicBezTo>
                  <a:cubicBezTo>
                    <a:pt x="607" y="97"/>
                    <a:pt x="550" y="100"/>
                    <a:pt x="497" y="118"/>
                  </a:cubicBezTo>
                  <a:cubicBezTo>
                    <a:pt x="483" y="122"/>
                    <a:pt x="483" y="122"/>
                    <a:pt x="483" y="122"/>
                  </a:cubicBezTo>
                  <a:cubicBezTo>
                    <a:pt x="414" y="145"/>
                    <a:pt x="339" y="144"/>
                    <a:pt x="270" y="120"/>
                  </a:cubicBezTo>
                  <a:cubicBezTo>
                    <a:pt x="235" y="108"/>
                    <a:pt x="197" y="101"/>
                    <a:pt x="160" y="101"/>
                  </a:cubicBezTo>
                  <a:cubicBezTo>
                    <a:pt x="141" y="101"/>
                    <a:pt x="121" y="103"/>
                    <a:pt x="102" y="107"/>
                  </a:cubicBezTo>
                  <a:cubicBezTo>
                    <a:pt x="57" y="115"/>
                    <a:pt x="57" y="115"/>
                    <a:pt x="57" y="115"/>
                  </a:cubicBezTo>
                  <a:cubicBezTo>
                    <a:pt x="57" y="115"/>
                    <a:pt x="57" y="115"/>
                    <a:pt x="57" y="115"/>
                  </a:cubicBezTo>
                  <a:cubicBezTo>
                    <a:pt x="34" y="87"/>
                    <a:pt x="15" y="58"/>
                    <a:pt x="0" y="27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102" y="10"/>
                    <a:pt x="102" y="10"/>
                    <a:pt x="102" y="10"/>
                  </a:cubicBezTo>
                  <a:cubicBezTo>
                    <a:pt x="121" y="6"/>
                    <a:pt x="141" y="4"/>
                    <a:pt x="160" y="4"/>
                  </a:cubicBezTo>
                  <a:cubicBezTo>
                    <a:pt x="197" y="4"/>
                    <a:pt x="235" y="11"/>
                    <a:pt x="270" y="23"/>
                  </a:cubicBezTo>
                  <a:cubicBezTo>
                    <a:pt x="339" y="47"/>
                    <a:pt x="414" y="48"/>
                    <a:pt x="483" y="25"/>
                  </a:cubicBezTo>
                  <a:cubicBezTo>
                    <a:pt x="497" y="21"/>
                    <a:pt x="497" y="21"/>
                    <a:pt x="497" y="21"/>
                  </a:cubicBezTo>
                  <a:cubicBezTo>
                    <a:pt x="550" y="3"/>
                    <a:pt x="607" y="0"/>
                    <a:pt x="662" y="10"/>
                  </a:cubicBezTo>
                  <a:close/>
                  <a:moveTo>
                    <a:pt x="662" y="10"/>
                  </a:moveTo>
                  <a:cubicBezTo>
                    <a:pt x="662" y="10"/>
                    <a:pt x="662" y="10"/>
                    <a:pt x="662" y="1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27"/>
            <p:cNvSpPr/>
            <p:nvPr/>
          </p:nvSpPr>
          <p:spPr>
            <a:xfrm>
              <a:off x="7109498" y="3789986"/>
              <a:ext cx="52394" cy="39605"/>
            </a:xfrm>
            <a:custGeom>
              <a:avLst/>
              <a:gdLst/>
              <a:ahLst/>
              <a:cxnLst/>
              <a:rect l="l" t="t" r="r" b="b"/>
              <a:pathLst>
                <a:path w="254" h="192" extrusionOk="0">
                  <a:moveTo>
                    <a:pt x="238" y="0"/>
                  </a:moveTo>
                  <a:lnTo>
                    <a:pt x="254" y="192"/>
                  </a:lnTo>
                  <a:lnTo>
                    <a:pt x="0" y="192"/>
                  </a:lnTo>
                  <a:lnTo>
                    <a:pt x="16" y="0"/>
                  </a:lnTo>
                  <a:lnTo>
                    <a:pt x="238" y="0"/>
                  </a:lnTo>
                  <a:close/>
                  <a:moveTo>
                    <a:pt x="238" y="0"/>
                  </a:moveTo>
                  <a:lnTo>
                    <a:pt x="238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27"/>
            <p:cNvSpPr/>
            <p:nvPr/>
          </p:nvSpPr>
          <p:spPr>
            <a:xfrm>
              <a:off x="7109498" y="3789986"/>
              <a:ext cx="52394" cy="39605"/>
            </a:xfrm>
            <a:custGeom>
              <a:avLst/>
              <a:gdLst/>
              <a:ahLst/>
              <a:cxnLst/>
              <a:rect l="l" t="t" r="r" b="b"/>
              <a:pathLst>
                <a:path w="254" h="192" extrusionOk="0">
                  <a:moveTo>
                    <a:pt x="238" y="0"/>
                  </a:moveTo>
                  <a:lnTo>
                    <a:pt x="254" y="192"/>
                  </a:lnTo>
                  <a:lnTo>
                    <a:pt x="0" y="192"/>
                  </a:lnTo>
                  <a:lnTo>
                    <a:pt x="16" y="0"/>
                  </a:lnTo>
                  <a:lnTo>
                    <a:pt x="238" y="0"/>
                  </a:lnTo>
                  <a:moveTo>
                    <a:pt x="238" y="0"/>
                  </a:moveTo>
                  <a:lnTo>
                    <a:pt x="23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27"/>
            <p:cNvSpPr/>
            <p:nvPr/>
          </p:nvSpPr>
          <p:spPr>
            <a:xfrm>
              <a:off x="6961391" y="4057734"/>
              <a:ext cx="614707" cy="89112"/>
            </a:xfrm>
            <a:custGeom>
              <a:avLst/>
              <a:gdLst/>
              <a:ahLst/>
              <a:cxnLst/>
              <a:rect l="l" t="t" r="r" b="b"/>
              <a:pathLst>
                <a:path w="1490" h="216" extrusionOk="0">
                  <a:moveTo>
                    <a:pt x="1405" y="44"/>
                  </a:moveTo>
                  <a:cubicBezTo>
                    <a:pt x="1370" y="63"/>
                    <a:pt x="1327" y="64"/>
                    <a:pt x="1291" y="46"/>
                  </a:cubicBezTo>
                  <a:cubicBezTo>
                    <a:pt x="1252" y="26"/>
                    <a:pt x="1252" y="26"/>
                    <a:pt x="1252" y="26"/>
                  </a:cubicBezTo>
                  <a:cubicBezTo>
                    <a:pt x="1216" y="8"/>
                    <a:pt x="1174" y="8"/>
                    <a:pt x="1139" y="27"/>
                  </a:cubicBezTo>
                  <a:cubicBezTo>
                    <a:pt x="1107" y="44"/>
                    <a:pt x="1107" y="44"/>
                    <a:pt x="1107" y="44"/>
                  </a:cubicBezTo>
                  <a:cubicBezTo>
                    <a:pt x="1072" y="63"/>
                    <a:pt x="1029" y="64"/>
                    <a:pt x="993" y="46"/>
                  </a:cubicBezTo>
                  <a:cubicBezTo>
                    <a:pt x="954" y="26"/>
                    <a:pt x="954" y="26"/>
                    <a:pt x="954" y="26"/>
                  </a:cubicBezTo>
                  <a:cubicBezTo>
                    <a:pt x="919" y="8"/>
                    <a:pt x="876" y="8"/>
                    <a:pt x="841" y="27"/>
                  </a:cubicBezTo>
                  <a:cubicBezTo>
                    <a:pt x="809" y="44"/>
                    <a:pt x="809" y="44"/>
                    <a:pt x="809" y="44"/>
                  </a:cubicBezTo>
                  <a:cubicBezTo>
                    <a:pt x="774" y="63"/>
                    <a:pt x="731" y="64"/>
                    <a:pt x="696" y="46"/>
                  </a:cubicBezTo>
                  <a:cubicBezTo>
                    <a:pt x="656" y="26"/>
                    <a:pt x="656" y="26"/>
                    <a:pt x="656" y="26"/>
                  </a:cubicBezTo>
                  <a:cubicBezTo>
                    <a:pt x="621" y="8"/>
                    <a:pt x="578" y="8"/>
                    <a:pt x="543" y="27"/>
                  </a:cubicBezTo>
                  <a:cubicBezTo>
                    <a:pt x="511" y="44"/>
                    <a:pt x="511" y="44"/>
                    <a:pt x="511" y="44"/>
                  </a:cubicBezTo>
                  <a:cubicBezTo>
                    <a:pt x="476" y="63"/>
                    <a:pt x="433" y="64"/>
                    <a:pt x="398" y="46"/>
                  </a:cubicBezTo>
                  <a:cubicBezTo>
                    <a:pt x="358" y="26"/>
                    <a:pt x="358" y="26"/>
                    <a:pt x="358" y="26"/>
                  </a:cubicBezTo>
                  <a:cubicBezTo>
                    <a:pt x="323" y="8"/>
                    <a:pt x="280" y="8"/>
                    <a:pt x="245" y="27"/>
                  </a:cubicBezTo>
                  <a:cubicBezTo>
                    <a:pt x="213" y="44"/>
                    <a:pt x="213" y="44"/>
                    <a:pt x="213" y="44"/>
                  </a:cubicBezTo>
                  <a:cubicBezTo>
                    <a:pt x="178" y="63"/>
                    <a:pt x="135" y="64"/>
                    <a:pt x="100" y="46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7" y="0"/>
                    <a:pt x="0" y="5"/>
                    <a:pt x="0" y="12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2"/>
                    <a:pt x="4" y="216"/>
                    <a:pt x="10" y="216"/>
                  </a:cubicBezTo>
                  <a:cubicBezTo>
                    <a:pt x="1480" y="216"/>
                    <a:pt x="1480" y="216"/>
                    <a:pt x="1480" y="216"/>
                  </a:cubicBezTo>
                  <a:cubicBezTo>
                    <a:pt x="1486" y="216"/>
                    <a:pt x="1490" y="212"/>
                    <a:pt x="1490" y="207"/>
                  </a:cubicBezTo>
                  <a:cubicBezTo>
                    <a:pt x="1490" y="13"/>
                    <a:pt x="1490" y="13"/>
                    <a:pt x="1490" y="13"/>
                  </a:cubicBezTo>
                  <a:cubicBezTo>
                    <a:pt x="1490" y="6"/>
                    <a:pt x="1482" y="1"/>
                    <a:pt x="1476" y="5"/>
                  </a:cubicBezTo>
                  <a:lnTo>
                    <a:pt x="1405" y="44"/>
                  </a:lnTo>
                  <a:close/>
                  <a:moveTo>
                    <a:pt x="1405" y="44"/>
                  </a:moveTo>
                  <a:cubicBezTo>
                    <a:pt x="1405" y="44"/>
                    <a:pt x="1405" y="44"/>
                    <a:pt x="1405" y="44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27"/>
            <p:cNvSpPr/>
            <p:nvPr/>
          </p:nvSpPr>
          <p:spPr>
            <a:xfrm>
              <a:off x="6961391" y="4057734"/>
              <a:ext cx="614707" cy="66009"/>
            </a:xfrm>
            <a:custGeom>
              <a:avLst/>
              <a:gdLst/>
              <a:ahLst/>
              <a:cxnLst/>
              <a:rect l="l" t="t" r="r" b="b"/>
              <a:pathLst>
                <a:path w="1490" h="160" extrusionOk="0">
                  <a:moveTo>
                    <a:pt x="696" y="46"/>
                  </a:moveTo>
                  <a:cubicBezTo>
                    <a:pt x="731" y="64"/>
                    <a:pt x="774" y="63"/>
                    <a:pt x="809" y="44"/>
                  </a:cubicBezTo>
                  <a:cubicBezTo>
                    <a:pt x="841" y="27"/>
                    <a:pt x="841" y="27"/>
                    <a:pt x="841" y="27"/>
                  </a:cubicBezTo>
                  <a:cubicBezTo>
                    <a:pt x="876" y="8"/>
                    <a:pt x="919" y="8"/>
                    <a:pt x="954" y="26"/>
                  </a:cubicBezTo>
                  <a:cubicBezTo>
                    <a:pt x="993" y="46"/>
                    <a:pt x="993" y="46"/>
                    <a:pt x="993" y="46"/>
                  </a:cubicBezTo>
                  <a:cubicBezTo>
                    <a:pt x="1029" y="64"/>
                    <a:pt x="1072" y="63"/>
                    <a:pt x="1107" y="44"/>
                  </a:cubicBezTo>
                  <a:cubicBezTo>
                    <a:pt x="1139" y="27"/>
                    <a:pt x="1139" y="27"/>
                    <a:pt x="1139" y="27"/>
                  </a:cubicBezTo>
                  <a:cubicBezTo>
                    <a:pt x="1174" y="8"/>
                    <a:pt x="1216" y="8"/>
                    <a:pt x="1252" y="26"/>
                  </a:cubicBezTo>
                  <a:cubicBezTo>
                    <a:pt x="1291" y="46"/>
                    <a:pt x="1291" y="46"/>
                    <a:pt x="1291" y="46"/>
                  </a:cubicBezTo>
                  <a:cubicBezTo>
                    <a:pt x="1327" y="64"/>
                    <a:pt x="1370" y="63"/>
                    <a:pt x="1405" y="44"/>
                  </a:cubicBezTo>
                  <a:cubicBezTo>
                    <a:pt x="1476" y="5"/>
                    <a:pt x="1476" y="5"/>
                    <a:pt x="1476" y="5"/>
                  </a:cubicBezTo>
                  <a:cubicBezTo>
                    <a:pt x="1482" y="1"/>
                    <a:pt x="1490" y="6"/>
                    <a:pt x="1490" y="13"/>
                  </a:cubicBezTo>
                  <a:cubicBezTo>
                    <a:pt x="1490" y="93"/>
                    <a:pt x="1490" y="93"/>
                    <a:pt x="1490" y="93"/>
                  </a:cubicBezTo>
                  <a:cubicBezTo>
                    <a:pt x="1405" y="140"/>
                    <a:pt x="1405" y="140"/>
                    <a:pt x="1405" y="140"/>
                  </a:cubicBezTo>
                  <a:cubicBezTo>
                    <a:pt x="1370" y="160"/>
                    <a:pt x="1327" y="160"/>
                    <a:pt x="1291" y="142"/>
                  </a:cubicBezTo>
                  <a:cubicBezTo>
                    <a:pt x="1252" y="122"/>
                    <a:pt x="1252" y="122"/>
                    <a:pt x="1252" y="122"/>
                  </a:cubicBezTo>
                  <a:cubicBezTo>
                    <a:pt x="1216" y="104"/>
                    <a:pt x="1174" y="104"/>
                    <a:pt x="1139" y="123"/>
                  </a:cubicBezTo>
                  <a:cubicBezTo>
                    <a:pt x="1107" y="140"/>
                    <a:pt x="1107" y="140"/>
                    <a:pt x="1107" y="140"/>
                  </a:cubicBezTo>
                  <a:cubicBezTo>
                    <a:pt x="1072" y="160"/>
                    <a:pt x="1029" y="160"/>
                    <a:pt x="993" y="142"/>
                  </a:cubicBezTo>
                  <a:cubicBezTo>
                    <a:pt x="954" y="122"/>
                    <a:pt x="954" y="122"/>
                    <a:pt x="954" y="122"/>
                  </a:cubicBezTo>
                  <a:cubicBezTo>
                    <a:pt x="918" y="104"/>
                    <a:pt x="876" y="104"/>
                    <a:pt x="841" y="123"/>
                  </a:cubicBezTo>
                  <a:cubicBezTo>
                    <a:pt x="809" y="140"/>
                    <a:pt x="809" y="140"/>
                    <a:pt x="809" y="140"/>
                  </a:cubicBezTo>
                  <a:cubicBezTo>
                    <a:pt x="774" y="160"/>
                    <a:pt x="731" y="160"/>
                    <a:pt x="695" y="142"/>
                  </a:cubicBezTo>
                  <a:cubicBezTo>
                    <a:pt x="656" y="122"/>
                    <a:pt x="656" y="122"/>
                    <a:pt x="656" y="122"/>
                  </a:cubicBezTo>
                  <a:cubicBezTo>
                    <a:pt x="621" y="104"/>
                    <a:pt x="578" y="104"/>
                    <a:pt x="543" y="123"/>
                  </a:cubicBezTo>
                  <a:cubicBezTo>
                    <a:pt x="511" y="140"/>
                    <a:pt x="511" y="140"/>
                    <a:pt x="511" y="140"/>
                  </a:cubicBezTo>
                  <a:cubicBezTo>
                    <a:pt x="476" y="160"/>
                    <a:pt x="433" y="160"/>
                    <a:pt x="398" y="142"/>
                  </a:cubicBezTo>
                  <a:cubicBezTo>
                    <a:pt x="358" y="122"/>
                    <a:pt x="358" y="122"/>
                    <a:pt x="358" y="122"/>
                  </a:cubicBezTo>
                  <a:cubicBezTo>
                    <a:pt x="323" y="104"/>
                    <a:pt x="280" y="104"/>
                    <a:pt x="245" y="123"/>
                  </a:cubicBezTo>
                  <a:cubicBezTo>
                    <a:pt x="213" y="140"/>
                    <a:pt x="213" y="140"/>
                    <a:pt x="213" y="140"/>
                  </a:cubicBezTo>
                  <a:cubicBezTo>
                    <a:pt x="178" y="160"/>
                    <a:pt x="135" y="160"/>
                    <a:pt x="100" y="14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7" y="0"/>
                    <a:pt x="14" y="3"/>
                  </a:cubicBezTo>
                  <a:cubicBezTo>
                    <a:pt x="100" y="46"/>
                    <a:pt x="100" y="46"/>
                    <a:pt x="100" y="46"/>
                  </a:cubicBezTo>
                  <a:cubicBezTo>
                    <a:pt x="135" y="64"/>
                    <a:pt x="178" y="63"/>
                    <a:pt x="213" y="44"/>
                  </a:cubicBezTo>
                  <a:cubicBezTo>
                    <a:pt x="245" y="27"/>
                    <a:pt x="245" y="27"/>
                    <a:pt x="245" y="27"/>
                  </a:cubicBezTo>
                  <a:cubicBezTo>
                    <a:pt x="280" y="8"/>
                    <a:pt x="323" y="8"/>
                    <a:pt x="358" y="26"/>
                  </a:cubicBezTo>
                  <a:cubicBezTo>
                    <a:pt x="398" y="46"/>
                    <a:pt x="398" y="46"/>
                    <a:pt x="398" y="46"/>
                  </a:cubicBezTo>
                  <a:cubicBezTo>
                    <a:pt x="433" y="64"/>
                    <a:pt x="476" y="63"/>
                    <a:pt x="511" y="44"/>
                  </a:cubicBezTo>
                  <a:cubicBezTo>
                    <a:pt x="543" y="27"/>
                    <a:pt x="543" y="27"/>
                    <a:pt x="543" y="27"/>
                  </a:cubicBezTo>
                  <a:cubicBezTo>
                    <a:pt x="578" y="8"/>
                    <a:pt x="621" y="8"/>
                    <a:pt x="656" y="26"/>
                  </a:cubicBezTo>
                  <a:lnTo>
                    <a:pt x="696" y="46"/>
                  </a:lnTo>
                  <a:close/>
                  <a:moveTo>
                    <a:pt x="696" y="46"/>
                  </a:moveTo>
                  <a:cubicBezTo>
                    <a:pt x="696" y="46"/>
                    <a:pt x="696" y="46"/>
                    <a:pt x="696" y="46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27"/>
            <p:cNvSpPr/>
            <p:nvPr/>
          </p:nvSpPr>
          <p:spPr>
            <a:xfrm>
              <a:off x="7030288" y="3707888"/>
              <a:ext cx="355210" cy="322618"/>
            </a:xfrm>
            <a:custGeom>
              <a:avLst/>
              <a:gdLst/>
              <a:ahLst/>
              <a:cxnLst/>
              <a:rect l="l" t="t" r="r" b="b"/>
              <a:pathLst>
                <a:path w="861" h="782" extrusionOk="0">
                  <a:moveTo>
                    <a:pt x="732" y="662"/>
                  </a:moveTo>
                  <a:cubicBezTo>
                    <a:pt x="745" y="651"/>
                    <a:pt x="756" y="638"/>
                    <a:pt x="767" y="625"/>
                  </a:cubicBezTo>
                  <a:cubicBezTo>
                    <a:pt x="767" y="625"/>
                    <a:pt x="768" y="625"/>
                    <a:pt x="768" y="624"/>
                  </a:cubicBezTo>
                  <a:cubicBezTo>
                    <a:pt x="791" y="597"/>
                    <a:pt x="810" y="568"/>
                    <a:pt x="825" y="536"/>
                  </a:cubicBezTo>
                  <a:cubicBezTo>
                    <a:pt x="826" y="535"/>
                    <a:pt x="827" y="534"/>
                    <a:pt x="827" y="533"/>
                  </a:cubicBezTo>
                  <a:cubicBezTo>
                    <a:pt x="841" y="503"/>
                    <a:pt x="852" y="471"/>
                    <a:pt x="860" y="438"/>
                  </a:cubicBezTo>
                  <a:cubicBezTo>
                    <a:pt x="861" y="432"/>
                    <a:pt x="860" y="426"/>
                    <a:pt x="856" y="421"/>
                  </a:cubicBezTo>
                  <a:cubicBezTo>
                    <a:pt x="853" y="416"/>
                    <a:pt x="848" y="412"/>
                    <a:pt x="842" y="411"/>
                  </a:cubicBezTo>
                  <a:cubicBezTo>
                    <a:pt x="720" y="388"/>
                    <a:pt x="720" y="388"/>
                    <a:pt x="720" y="388"/>
                  </a:cubicBezTo>
                  <a:cubicBezTo>
                    <a:pt x="661" y="377"/>
                    <a:pt x="600" y="381"/>
                    <a:pt x="543" y="400"/>
                  </a:cubicBezTo>
                  <a:cubicBezTo>
                    <a:pt x="530" y="404"/>
                    <a:pt x="530" y="404"/>
                    <a:pt x="530" y="404"/>
                  </a:cubicBezTo>
                  <a:cubicBezTo>
                    <a:pt x="472" y="423"/>
                    <a:pt x="409" y="424"/>
                    <a:pt x="350" y="408"/>
                  </a:cubicBezTo>
                  <a:cubicBezTo>
                    <a:pt x="333" y="198"/>
                    <a:pt x="333" y="198"/>
                    <a:pt x="333" y="198"/>
                  </a:cubicBezTo>
                  <a:cubicBezTo>
                    <a:pt x="364" y="202"/>
                    <a:pt x="364" y="202"/>
                    <a:pt x="364" y="202"/>
                  </a:cubicBezTo>
                  <a:cubicBezTo>
                    <a:pt x="365" y="202"/>
                    <a:pt x="367" y="202"/>
                    <a:pt x="368" y="202"/>
                  </a:cubicBezTo>
                  <a:cubicBezTo>
                    <a:pt x="376" y="202"/>
                    <a:pt x="384" y="199"/>
                    <a:pt x="390" y="194"/>
                  </a:cubicBezTo>
                  <a:cubicBezTo>
                    <a:pt x="391" y="193"/>
                    <a:pt x="392" y="192"/>
                    <a:pt x="393" y="191"/>
                  </a:cubicBezTo>
                  <a:cubicBezTo>
                    <a:pt x="600" y="253"/>
                    <a:pt x="600" y="253"/>
                    <a:pt x="600" y="253"/>
                  </a:cubicBezTo>
                  <a:cubicBezTo>
                    <a:pt x="602" y="254"/>
                    <a:pt x="604" y="254"/>
                    <a:pt x="606" y="254"/>
                  </a:cubicBezTo>
                  <a:cubicBezTo>
                    <a:pt x="616" y="254"/>
                    <a:pt x="625" y="248"/>
                    <a:pt x="628" y="238"/>
                  </a:cubicBezTo>
                  <a:cubicBezTo>
                    <a:pt x="631" y="226"/>
                    <a:pt x="624" y="214"/>
                    <a:pt x="612" y="210"/>
                  </a:cubicBezTo>
                  <a:cubicBezTo>
                    <a:pt x="401" y="146"/>
                    <a:pt x="401" y="146"/>
                    <a:pt x="401" y="146"/>
                  </a:cubicBezTo>
                  <a:cubicBezTo>
                    <a:pt x="401" y="138"/>
                    <a:pt x="401" y="138"/>
                    <a:pt x="401" y="138"/>
                  </a:cubicBezTo>
                  <a:cubicBezTo>
                    <a:pt x="704" y="46"/>
                    <a:pt x="704" y="46"/>
                    <a:pt x="704" y="46"/>
                  </a:cubicBezTo>
                  <a:cubicBezTo>
                    <a:pt x="716" y="43"/>
                    <a:pt x="723" y="30"/>
                    <a:pt x="719" y="18"/>
                  </a:cubicBezTo>
                  <a:cubicBezTo>
                    <a:pt x="716" y="7"/>
                    <a:pt x="703" y="0"/>
                    <a:pt x="691" y="3"/>
                  </a:cubicBezTo>
                  <a:cubicBezTo>
                    <a:pt x="391" y="94"/>
                    <a:pt x="391" y="94"/>
                    <a:pt x="391" y="94"/>
                  </a:cubicBezTo>
                  <a:cubicBezTo>
                    <a:pt x="391" y="93"/>
                    <a:pt x="391" y="93"/>
                    <a:pt x="390" y="93"/>
                  </a:cubicBezTo>
                  <a:cubicBezTo>
                    <a:pt x="383" y="87"/>
                    <a:pt x="373" y="84"/>
                    <a:pt x="364" y="85"/>
                  </a:cubicBezTo>
                  <a:cubicBezTo>
                    <a:pt x="324" y="90"/>
                    <a:pt x="324" y="90"/>
                    <a:pt x="324" y="90"/>
                  </a:cubicBezTo>
                  <a:cubicBezTo>
                    <a:pt x="322" y="59"/>
                    <a:pt x="322" y="59"/>
                    <a:pt x="322" y="59"/>
                  </a:cubicBezTo>
                  <a:cubicBezTo>
                    <a:pt x="320" y="38"/>
                    <a:pt x="303" y="22"/>
                    <a:pt x="282" y="22"/>
                  </a:cubicBezTo>
                  <a:cubicBezTo>
                    <a:pt x="228" y="22"/>
                    <a:pt x="228" y="22"/>
                    <a:pt x="228" y="22"/>
                  </a:cubicBezTo>
                  <a:cubicBezTo>
                    <a:pt x="208" y="22"/>
                    <a:pt x="190" y="38"/>
                    <a:pt x="188" y="59"/>
                  </a:cubicBezTo>
                  <a:cubicBezTo>
                    <a:pt x="162" y="386"/>
                    <a:pt x="162" y="386"/>
                    <a:pt x="162" y="386"/>
                  </a:cubicBezTo>
                  <a:cubicBezTo>
                    <a:pt x="158" y="386"/>
                    <a:pt x="155" y="387"/>
                    <a:pt x="152" y="387"/>
                  </a:cubicBezTo>
                  <a:cubicBezTo>
                    <a:pt x="19" y="411"/>
                    <a:pt x="19" y="411"/>
                    <a:pt x="19" y="411"/>
                  </a:cubicBezTo>
                  <a:cubicBezTo>
                    <a:pt x="13" y="412"/>
                    <a:pt x="8" y="416"/>
                    <a:pt x="4" y="421"/>
                  </a:cubicBezTo>
                  <a:cubicBezTo>
                    <a:pt x="1" y="426"/>
                    <a:pt x="0" y="432"/>
                    <a:pt x="1" y="438"/>
                  </a:cubicBezTo>
                  <a:cubicBezTo>
                    <a:pt x="18" y="515"/>
                    <a:pt x="56" y="587"/>
                    <a:pt x="110" y="644"/>
                  </a:cubicBezTo>
                  <a:cubicBezTo>
                    <a:pt x="194" y="733"/>
                    <a:pt x="308" y="782"/>
                    <a:pt x="430" y="782"/>
                  </a:cubicBezTo>
                  <a:cubicBezTo>
                    <a:pt x="543" y="782"/>
                    <a:pt x="650" y="740"/>
                    <a:pt x="732" y="662"/>
                  </a:cubicBezTo>
                  <a:close/>
                  <a:moveTo>
                    <a:pt x="220" y="222"/>
                  </a:moveTo>
                  <a:cubicBezTo>
                    <a:pt x="290" y="222"/>
                    <a:pt x="290" y="222"/>
                    <a:pt x="290" y="222"/>
                  </a:cubicBezTo>
                  <a:cubicBezTo>
                    <a:pt x="294" y="273"/>
                    <a:pt x="294" y="273"/>
                    <a:pt x="294" y="273"/>
                  </a:cubicBezTo>
                  <a:cubicBezTo>
                    <a:pt x="216" y="273"/>
                    <a:pt x="216" y="273"/>
                    <a:pt x="216" y="273"/>
                  </a:cubicBezTo>
                  <a:lnTo>
                    <a:pt x="220" y="222"/>
                  </a:lnTo>
                  <a:close/>
                  <a:moveTo>
                    <a:pt x="356" y="132"/>
                  </a:moveTo>
                  <a:cubicBezTo>
                    <a:pt x="356" y="155"/>
                    <a:pt x="356" y="155"/>
                    <a:pt x="356" y="155"/>
                  </a:cubicBezTo>
                  <a:cubicBezTo>
                    <a:pt x="329" y="152"/>
                    <a:pt x="329" y="152"/>
                    <a:pt x="329" y="152"/>
                  </a:cubicBezTo>
                  <a:cubicBezTo>
                    <a:pt x="328" y="135"/>
                    <a:pt x="328" y="135"/>
                    <a:pt x="328" y="135"/>
                  </a:cubicBezTo>
                  <a:lnTo>
                    <a:pt x="356" y="132"/>
                  </a:lnTo>
                  <a:close/>
                  <a:moveTo>
                    <a:pt x="233" y="67"/>
                  </a:moveTo>
                  <a:cubicBezTo>
                    <a:pt x="277" y="67"/>
                    <a:pt x="277" y="67"/>
                    <a:pt x="277" y="67"/>
                  </a:cubicBezTo>
                  <a:cubicBezTo>
                    <a:pt x="286" y="177"/>
                    <a:pt x="286" y="177"/>
                    <a:pt x="286" y="177"/>
                  </a:cubicBezTo>
                  <a:cubicBezTo>
                    <a:pt x="224" y="177"/>
                    <a:pt x="224" y="177"/>
                    <a:pt x="224" y="177"/>
                  </a:cubicBezTo>
                  <a:lnTo>
                    <a:pt x="233" y="67"/>
                  </a:lnTo>
                  <a:close/>
                  <a:moveTo>
                    <a:pt x="212" y="318"/>
                  </a:moveTo>
                  <a:cubicBezTo>
                    <a:pt x="298" y="318"/>
                    <a:pt x="298" y="318"/>
                    <a:pt x="298" y="318"/>
                  </a:cubicBezTo>
                  <a:cubicBezTo>
                    <a:pt x="304" y="394"/>
                    <a:pt x="304" y="394"/>
                    <a:pt x="304" y="394"/>
                  </a:cubicBezTo>
                  <a:cubicBezTo>
                    <a:pt x="272" y="385"/>
                    <a:pt x="240" y="381"/>
                    <a:pt x="207" y="382"/>
                  </a:cubicBezTo>
                  <a:lnTo>
                    <a:pt x="212" y="318"/>
                  </a:lnTo>
                  <a:close/>
                  <a:moveTo>
                    <a:pt x="160" y="432"/>
                  </a:moveTo>
                  <a:cubicBezTo>
                    <a:pt x="212" y="422"/>
                    <a:pt x="266" y="427"/>
                    <a:pt x="316" y="444"/>
                  </a:cubicBezTo>
                  <a:cubicBezTo>
                    <a:pt x="319" y="445"/>
                    <a:pt x="321" y="446"/>
                    <a:pt x="323" y="446"/>
                  </a:cubicBezTo>
                  <a:cubicBezTo>
                    <a:pt x="323" y="446"/>
                    <a:pt x="323" y="446"/>
                    <a:pt x="323" y="446"/>
                  </a:cubicBezTo>
                  <a:cubicBezTo>
                    <a:pt x="394" y="470"/>
                    <a:pt x="473" y="470"/>
                    <a:pt x="544" y="447"/>
                  </a:cubicBezTo>
                  <a:cubicBezTo>
                    <a:pt x="557" y="442"/>
                    <a:pt x="557" y="442"/>
                    <a:pt x="557" y="442"/>
                  </a:cubicBezTo>
                  <a:cubicBezTo>
                    <a:pt x="607" y="426"/>
                    <a:pt x="660" y="423"/>
                    <a:pt x="712" y="432"/>
                  </a:cubicBezTo>
                  <a:cubicBezTo>
                    <a:pt x="810" y="451"/>
                    <a:pt x="810" y="451"/>
                    <a:pt x="810" y="451"/>
                  </a:cubicBezTo>
                  <a:cubicBezTo>
                    <a:pt x="805" y="467"/>
                    <a:pt x="800" y="483"/>
                    <a:pt x="793" y="499"/>
                  </a:cubicBezTo>
                  <a:cubicBezTo>
                    <a:pt x="720" y="485"/>
                    <a:pt x="720" y="485"/>
                    <a:pt x="720" y="485"/>
                  </a:cubicBezTo>
                  <a:cubicBezTo>
                    <a:pt x="661" y="474"/>
                    <a:pt x="600" y="478"/>
                    <a:pt x="543" y="497"/>
                  </a:cubicBezTo>
                  <a:cubicBezTo>
                    <a:pt x="530" y="501"/>
                    <a:pt x="530" y="501"/>
                    <a:pt x="530" y="501"/>
                  </a:cubicBezTo>
                  <a:cubicBezTo>
                    <a:pt x="471" y="520"/>
                    <a:pt x="408" y="521"/>
                    <a:pt x="348" y="504"/>
                  </a:cubicBezTo>
                  <a:cubicBezTo>
                    <a:pt x="336" y="501"/>
                    <a:pt x="323" y="507"/>
                    <a:pt x="320" y="519"/>
                  </a:cubicBezTo>
                  <a:cubicBezTo>
                    <a:pt x="316" y="531"/>
                    <a:pt x="323" y="544"/>
                    <a:pt x="335" y="547"/>
                  </a:cubicBezTo>
                  <a:cubicBezTo>
                    <a:pt x="368" y="557"/>
                    <a:pt x="401" y="561"/>
                    <a:pt x="434" y="561"/>
                  </a:cubicBezTo>
                  <a:cubicBezTo>
                    <a:pt x="471" y="561"/>
                    <a:pt x="508" y="555"/>
                    <a:pt x="544" y="544"/>
                  </a:cubicBezTo>
                  <a:cubicBezTo>
                    <a:pt x="557" y="539"/>
                    <a:pt x="557" y="539"/>
                    <a:pt x="557" y="539"/>
                  </a:cubicBezTo>
                  <a:cubicBezTo>
                    <a:pt x="607" y="523"/>
                    <a:pt x="660" y="520"/>
                    <a:pt x="712" y="529"/>
                  </a:cubicBezTo>
                  <a:cubicBezTo>
                    <a:pt x="772" y="541"/>
                    <a:pt x="772" y="541"/>
                    <a:pt x="772" y="541"/>
                  </a:cubicBezTo>
                  <a:cubicBezTo>
                    <a:pt x="763" y="557"/>
                    <a:pt x="752" y="572"/>
                    <a:pt x="741" y="586"/>
                  </a:cubicBezTo>
                  <a:cubicBezTo>
                    <a:pt x="720" y="582"/>
                    <a:pt x="720" y="582"/>
                    <a:pt x="720" y="582"/>
                  </a:cubicBezTo>
                  <a:cubicBezTo>
                    <a:pt x="661" y="571"/>
                    <a:pt x="600" y="575"/>
                    <a:pt x="543" y="594"/>
                  </a:cubicBezTo>
                  <a:cubicBezTo>
                    <a:pt x="530" y="598"/>
                    <a:pt x="530" y="598"/>
                    <a:pt x="530" y="598"/>
                  </a:cubicBezTo>
                  <a:cubicBezTo>
                    <a:pt x="466" y="619"/>
                    <a:pt x="395" y="618"/>
                    <a:pt x="331" y="596"/>
                  </a:cubicBezTo>
                  <a:cubicBezTo>
                    <a:pt x="274" y="576"/>
                    <a:pt x="212" y="571"/>
                    <a:pt x="152" y="581"/>
                  </a:cubicBezTo>
                  <a:cubicBezTo>
                    <a:pt x="120" y="587"/>
                    <a:pt x="120" y="587"/>
                    <a:pt x="120" y="587"/>
                  </a:cubicBezTo>
                  <a:cubicBezTo>
                    <a:pt x="109" y="573"/>
                    <a:pt x="98" y="557"/>
                    <a:pt x="89" y="541"/>
                  </a:cubicBezTo>
                  <a:cubicBezTo>
                    <a:pt x="160" y="529"/>
                    <a:pt x="160" y="529"/>
                    <a:pt x="160" y="529"/>
                  </a:cubicBezTo>
                  <a:cubicBezTo>
                    <a:pt x="189" y="524"/>
                    <a:pt x="219" y="523"/>
                    <a:pt x="249" y="526"/>
                  </a:cubicBezTo>
                  <a:cubicBezTo>
                    <a:pt x="261" y="527"/>
                    <a:pt x="272" y="518"/>
                    <a:pt x="274" y="506"/>
                  </a:cubicBezTo>
                  <a:cubicBezTo>
                    <a:pt x="275" y="494"/>
                    <a:pt x="266" y="483"/>
                    <a:pt x="254" y="481"/>
                  </a:cubicBezTo>
                  <a:cubicBezTo>
                    <a:pt x="220" y="477"/>
                    <a:pt x="185" y="478"/>
                    <a:pt x="152" y="484"/>
                  </a:cubicBezTo>
                  <a:cubicBezTo>
                    <a:pt x="68" y="499"/>
                    <a:pt x="68" y="499"/>
                    <a:pt x="68" y="499"/>
                  </a:cubicBezTo>
                  <a:cubicBezTo>
                    <a:pt x="61" y="484"/>
                    <a:pt x="55" y="468"/>
                    <a:pt x="51" y="451"/>
                  </a:cubicBezTo>
                  <a:lnTo>
                    <a:pt x="160" y="432"/>
                  </a:lnTo>
                  <a:close/>
                  <a:moveTo>
                    <a:pt x="156" y="626"/>
                  </a:moveTo>
                  <a:cubicBezTo>
                    <a:pt x="160" y="626"/>
                    <a:pt x="160" y="626"/>
                    <a:pt x="160" y="626"/>
                  </a:cubicBezTo>
                  <a:cubicBezTo>
                    <a:pt x="212" y="616"/>
                    <a:pt x="266" y="621"/>
                    <a:pt x="316" y="638"/>
                  </a:cubicBezTo>
                  <a:cubicBezTo>
                    <a:pt x="354" y="652"/>
                    <a:pt x="394" y="658"/>
                    <a:pt x="434" y="658"/>
                  </a:cubicBezTo>
                  <a:cubicBezTo>
                    <a:pt x="471" y="658"/>
                    <a:pt x="509" y="652"/>
                    <a:pt x="544" y="641"/>
                  </a:cubicBezTo>
                  <a:cubicBezTo>
                    <a:pt x="557" y="636"/>
                    <a:pt x="557" y="636"/>
                    <a:pt x="557" y="636"/>
                  </a:cubicBezTo>
                  <a:cubicBezTo>
                    <a:pt x="605" y="621"/>
                    <a:pt x="656" y="617"/>
                    <a:pt x="706" y="625"/>
                  </a:cubicBezTo>
                  <a:cubicBezTo>
                    <a:pt x="704" y="627"/>
                    <a:pt x="703" y="628"/>
                    <a:pt x="701" y="629"/>
                  </a:cubicBezTo>
                  <a:cubicBezTo>
                    <a:pt x="628" y="699"/>
                    <a:pt x="532" y="737"/>
                    <a:pt x="430" y="737"/>
                  </a:cubicBezTo>
                  <a:cubicBezTo>
                    <a:pt x="327" y="737"/>
                    <a:pt x="230" y="698"/>
                    <a:pt x="156" y="626"/>
                  </a:cubicBezTo>
                  <a:close/>
                  <a:moveTo>
                    <a:pt x="156" y="626"/>
                  </a:moveTo>
                  <a:cubicBezTo>
                    <a:pt x="156" y="626"/>
                    <a:pt x="156" y="626"/>
                    <a:pt x="156" y="62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27"/>
            <p:cNvSpPr/>
            <p:nvPr/>
          </p:nvSpPr>
          <p:spPr>
            <a:xfrm>
              <a:off x="7300098" y="3801950"/>
              <a:ext cx="82098" cy="38368"/>
            </a:xfrm>
            <a:custGeom>
              <a:avLst/>
              <a:gdLst/>
              <a:ahLst/>
              <a:cxnLst/>
              <a:rect l="l" t="t" r="r" b="b"/>
              <a:pathLst>
                <a:path w="199" h="93" extrusionOk="0">
                  <a:moveTo>
                    <a:pt x="4" y="19"/>
                  </a:moveTo>
                  <a:cubicBezTo>
                    <a:pt x="0" y="31"/>
                    <a:pt x="7" y="44"/>
                    <a:pt x="19" y="47"/>
                  </a:cubicBezTo>
                  <a:cubicBezTo>
                    <a:pt x="167" y="92"/>
                    <a:pt x="167" y="92"/>
                    <a:pt x="167" y="92"/>
                  </a:cubicBezTo>
                  <a:cubicBezTo>
                    <a:pt x="169" y="92"/>
                    <a:pt x="171" y="93"/>
                    <a:pt x="173" y="93"/>
                  </a:cubicBezTo>
                  <a:cubicBezTo>
                    <a:pt x="183" y="93"/>
                    <a:pt x="192" y="86"/>
                    <a:pt x="195" y="77"/>
                  </a:cubicBezTo>
                  <a:cubicBezTo>
                    <a:pt x="199" y="65"/>
                    <a:pt x="192" y="52"/>
                    <a:pt x="180" y="49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20" y="0"/>
                    <a:pt x="7" y="7"/>
                    <a:pt x="4" y="19"/>
                  </a:cubicBezTo>
                  <a:close/>
                  <a:moveTo>
                    <a:pt x="4" y="19"/>
                  </a:moveTo>
                  <a:cubicBezTo>
                    <a:pt x="4" y="19"/>
                    <a:pt x="4" y="19"/>
                    <a:pt x="4" y="19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27"/>
            <p:cNvSpPr/>
            <p:nvPr/>
          </p:nvSpPr>
          <p:spPr>
            <a:xfrm>
              <a:off x="6952315" y="3521413"/>
              <a:ext cx="632859" cy="634922"/>
            </a:xfrm>
            <a:custGeom>
              <a:avLst/>
              <a:gdLst/>
              <a:ahLst/>
              <a:cxnLst/>
              <a:rect l="l" t="t" r="r" b="b"/>
              <a:pathLst>
                <a:path w="1534" h="1539" extrusionOk="0">
                  <a:moveTo>
                    <a:pt x="1534" y="1393"/>
                  </a:moveTo>
                  <a:cubicBezTo>
                    <a:pt x="1534" y="1297"/>
                    <a:pt x="1534" y="1297"/>
                    <a:pt x="1534" y="1297"/>
                  </a:cubicBezTo>
                  <a:cubicBezTo>
                    <a:pt x="1534" y="1289"/>
                    <a:pt x="1530" y="1281"/>
                    <a:pt x="1523" y="1277"/>
                  </a:cubicBezTo>
                  <a:cubicBezTo>
                    <a:pt x="1516" y="1273"/>
                    <a:pt x="1508" y="1273"/>
                    <a:pt x="1501" y="1277"/>
                  </a:cubicBezTo>
                  <a:cubicBezTo>
                    <a:pt x="1416" y="1325"/>
                    <a:pt x="1416" y="1325"/>
                    <a:pt x="1416" y="1325"/>
                  </a:cubicBezTo>
                  <a:cubicBezTo>
                    <a:pt x="1387" y="1340"/>
                    <a:pt x="1353" y="1341"/>
                    <a:pt x="1324" y="1326"/>
                  </a:cubicBezTo>
                  <a:cubicBezTo>
                    <a:pt x="1284" y="1306"/>
                    <a:pt x="1284" y="1306"/>
                    <a:pt x="1284" y="1306"/>
                  </a:cubicBezTo>
                  <a:cubicBezTo>
                    <a:pt x="1242" y="1284"/>
                    <a:pt x="1192" y="1285"/>
                    <a:pt x="1150" y="1307"/>
                  </a:cubicBezTo>
                  <a:cubicBezTo>
                    <a:pt x="1118" y="1325"/>
                    <a:pt x="1118" y="1325"/>
                    <a:pt x="1118" y="1325"/>
                  </a:cubicBezTo>
                  <a:cubicBezTo>
                    <a:pt x="1089" y="1340"/>
                    <a:pt x="1055" y="1341"/>
                    <a:pt x="1026" y="1326"/>
                  </a:cubicBezTo>
                  <a:cubicBezTo>
                    <a:pt x="986" y="1306"/>
                    <a:pt x="986" y="1306"/>
                    <a:pt x="986" y="1306"/>
                  </a:cubicBezTo>
                  <a:cubicBezTo>
                    <a:pt x="944" y="1284"/>
                    <a:pt x="894" y="1285"/>
                    <a:pt x="852" y="1307"/>
                  </a:cubicBezTo>
                  <a:cubicBezTo>
                    <a:pt x="820" y="1325"/>
                    <a:pt x="820" y="1325"/>
                    <a:pt x="820" y="1325"/>
                  </a:cubicBezTo>
                  <a:cubicBezTo>
                    <a:pt x="792" y="1340"/>
                    <a:pt x="757" y="1341"/>
                    <a:pt x="728" y="1326"/>
                  </a:cubicBezTo>
                  <a:cubicBezTo>
                    <a:pt x="700" y="1312"/>
                    <a:pt x="700" y="1312"/>
                    <a:pt x="700" y="1312"/>
                  </a:cubicBezTo>
                  <a:cubicBezTo>
                    <a:pt x="802" y="1296"/>
                    <a:pt x="899" y="1251"/>
                    <a:pt x="979" y="1175"/>
                  </a:cubicBezTo>
                  <a:cubicBezTo>
                    <a:pt x="1063" y="1096"/>
                    <a:pt x="1117" y="995"/>
                    <a:pt x="1136" y="882"/>
                  </a:cubicBezTo>
                  <a:cubicBezTo>
                    <a:pt x="1153" y="778"/>
                    <a:pt x="1139" y="669"/>
                    <a:pt x="1095" y="574"/>
                  </a:cubicBezTo>
                  <a:cubicBezTo>
                    <a:pt x="1239" y="438"/>
                    <a:pt x="1239" y="438"/>
                    <a:pt x="1239" y="438"/>
                  </a:cubicBezTo>
                  <a:cubicBezTo>
                    <a:pt x="1244" y="440"/>
                    <a:pt x="1250" y="441"/>
                    <a:pt x="1256" y="441"/>
                  </a:cubicBezTo>
                  <a:cubicBezTo>
                    <a:pt x="1257" y="441"/>
                    <a:pt x="1258" y="441"/>
                    <a:pt x="1258" y="441"/>
                  </a:cubicBezTo>
                  <a:cubicBezTo>
                    <a:pt x="1278" y="441"/>
                    <a:pt x="1296" y="433"/>
                    <a:pt x="1311" y="420"/>
                  </a:cubicBezTo>
                  <a:cubicBezTo>
                    <a:pt x="1332" y="400"/>
                    <a:pt x="1339" y="370"/>
                    <a:pt x="1332" y="344"/>
                  </a:cubicBezTo>
                  <a:cubicBezTo>
                    <a:pt x="1400" y="307"/>
                    <a:pt x="1400" y="307"/>
                    <a:pt x="1400" y="307"/>
                  </a:cubicBezTo>
                  <a:cubicBezTo>
                    <a:pt x="1423" y="294"/>
                    <a:pt x="1439" y="271"/>
                    <a:pt x="1443" y="245"/>
                  </a:cubicBezTo>
                  <a:cubicBezTo>
                    <a:pt x="1447" y="219"/>
                    <a:pt x="1439" y="193"/>
                    <a:pt x="1421" y="174"/>
                  </a:cubicBezTo>
                  <a:cubicBezTo>
                    <a:pt x="1285" y="29"/>
                    <a:pt x="1285" y="29"/>
                    <a:pt x="1285" y="29"/>
                  </a:cubicBezTo>
                  <a:cubicBezTo>
                    <a:pt x="1266" y="10"/>
                    <a:pt x="1241" y="0"/>
                    <a:pt x="1214" y="3"/>
                  </a:cubicBezTo>
                  <a:cubicBezTo>
                    <a:pt x="1188" y="6"/>
                    <a:pt x="1165" y="20"/>
                    <a:pt x="1151" y="42"/>
                  </a:cubicBezTo>
                  <a:cubicBezTo>
                    <a:pt x="1111" y="106"/>
                    <a:pt x="1111" y="106"/>
                    <a:pt x="1111" y="106"/>
                  </a:cubicBezTo>
                  <a:cubicBezTo>
                    <a:pt x="1102" y="102"/>
                    <a:pt x="1093" y="100"/>
                    <a:pt x="1083" y="100"/>
                  </a:cubicBezTo>
                  <a:cubicBezTo>
                    <a:pt x="1063" y="99"/>
                    <a:pt x="1043" y="107"/>
                    <a:pt x="1028" y="121"/>
                  </a:cubicBezTo>
                  <a:cubicBezTo>
                    <a:pt x="1008" y="140"/>
                    <a:pt x="1001" y="167"/>
                    <a:pt x="1006" y="192"/>
                  </a:cubicBezTo>
                  <a:cubicBezTo>
                    <a:pt x="860" y="329"/>
                    <a:pt x="860" y="329"/>
                    <a:pt x="860" y="329"/>
                  </a:cubicBezTo>
                  <a:cubicBezTo>
                    <a:pt x="768" y="281"/>
                    <a:pt x="662" y="262"/>
                    <a:pt x="558" y="274"/>
                  </a:cubicBezTo>
                  <a:cubicBezTo>
                    <a:pt x="446" y="287"/>
                    <a:pt x="342" y="335"/>
                    <a:pt x="259" y="413"/>
                  </a:cubicBezTo>
                  <a:cubicBezTo>
                    <a:pt x="158" y="509"/>
                    <a:pt x="99" y="639"/>
                    <a:pt x="95" y="779"/>
                  </a:cubicBezTo>
                  <a:cubicBezTo>
                    <a:pt x="91" y="919"/>
                    <a:pt x="142" y="1052"/>
                    <a:pt x="238" y="1154"/>
                  </a:cubicBezTo>
                  <a:cubicBezTo>
                    <a:pt x="323" y="1243"/>
                    <a:pt x="431" y="1297"/>
                    <a:pt x="544" y="1313"/>
                  </a:cubicBezTo>
                  <a:cubicBezTo>
                    <a:pt x="522" y="1325"/>
                    <a:pt x="522" y="1325"/>
                    <a:pt x="522" y="1325"/>
                  </a:cubicBezTo>
                  <a:cubicBezTo>
                    <a:pt x="494" y="1340"/>
                    <a:pt x="459" y="1341"/>
                    <a:pt x="430" y="1326"/>
                  </a:cubicBezTo>
                  <a:cubicBezTo>
                    <a:pt x="391" y="1306"/>
                    <a:pt x="391" y="1306"/>
                    <a:pt x="391" y="1306"/>
                  </a:cubicBezTo>
                  <a:cubicBezTo>
                    <a:pt x="348" y="1284"/>
                    <a:pt x="298" y="1285"/>
                    <a:pt x="256" y="1307"/>
                  </a:cubicBezTo>
                  <a:cubicBezTo>
                    <a:pt x="224" y="1325"/>
                    <a:pt x="224" y="1325"/>
                    <a:pt x="224" y="1325"/>
                  </a:cubicBezTo>
                  <a:cubicBezTo>
                    <a:pt x="196" y="1340"/>
                    <a:pt x="161" y="1341"/>
                    <a:pt x="132" y="1326"/>
                  </a:cubicBezTo>
                  <a:cubicBezTo>
                    <a:pt x="32" y="1277"/>
                    <a:pt x="32" y="1277"/>
                    <a:pt x="32" y="1277"/>
                  </a:cubicBezTo>
                  <a:cubicBezTo>
                    <a:pt x="25" y="1273"/>
                    <a:pt x="17" y="1274"/>
                    <a:pt x="10" y="1278"/>
                  </a:cubicBezTo>
                  <a:cubicBezTo>
                    <a:pt x="4" y="1282"/>
                    <a:pt x="0" y="1289"/>
                    <a:pt x="0" y="1297"/>
                  </a:cubicBezTo>
                  <a:cubicBezTo>
                    <a:pt x="0" y="1516"/>
                    <a:pt x="0" y="1516"/>
                    <a:pt x="0" y="1516"/>
                  </a:cubicBezTo>
                  <a:cubicBezTo>
                    <a:pt x="0" y="1528"/>
                    <a:pt x="10" y="1539"/>
                    <a:pt x="22" y="1539"/>
                  </a:cubicBezTo>
                  <a:cubicBezTo>
                    <a:pt x="35" y="1539"/>
                    <a:pt x="45" y="1528"/>
                    <a:pt x="45" y="1516"/>
                  </a:cubicBezTo>
                  <a:cubicBezTo>
                    <a:pt x="45" y="1429"/>
                    <a:pt x="45" y="1429"/>
                    <a:pt x="45" y="1429"/>
                  </a:cubicBezTo>
                  <a:cubicBezTo>
                    <a:pt x="111" y="1462"/>
                    <a:pt x="111" y="1462"/>
                    <a:pt x="111" y="1462"/>
                  </a:cubicBezTo>
                  <a:cubicBezTo>
                    <a:pt x="154" y="1484"/>
                    <a:pt x="204" y="1483"/>
                    <a:pt x="246" y="1460"/>
                  </a:cubicBezTo>
                  <a:cubicBezTo>
                    <a:pt x="278" y="1443"/>
                    <a:pt x="278" y="1443"/>
                    <a:pt x="278" y="1443"/>
                  </a:cubicBezTo>
                  <a:cubicBezTo>
                    <a:pt x="306" y="1428"/>
                    <a:pt x="341" y="1427"/>
                    <a:pt x="370" y="1442"/>
                  </a:cubicBezTo>
                  <a:cubicBezTo>
                    <a:pt x="409" y="1462"/>
                    <a:pt x="409" y="1462"/>
                    <a:pt x="409" y="1462"/>
                  </a:cubicBezTo>
                  <a:cubicBezTo>
                    <a:pt x="430" y="1472"/>
                    <a:pt x="453" y="1478"/>
                    <a:pt x="475" y="1478"/>
                  </a:cubicBezTo>
                  <a:cubicBezTo>
                    <a:pt x="499" y="1478"/>
                    <a:pt x="522" y="1472"/>
                    <a:pt x="544" y="1460"/>
                  </a:cubicBezTo>
                  <a:cubicBezTo>
                    <a:pt x="575" y="1443"/>
                    <a:pt x="575" y="1443"/>
                    <a:pt x="575" y="1443"/>
                  </a:cubicBezTo>
                  <a:cubicBezTo>
                    <a:pt x="604" y="1428"/>
                    <a:pt x="639" y="1427"/>
                    <a:pt x="668" y="1442"/>
                  </a:cubicBezTo>
                  <a:cubicBezTo>
                    <a:pt x="707" y="1462"/>
                    <a:pt x="707" y="1462"/>
                    <a:pt x="707" y="1462"/>
                  </a:cubicBezTo>
                  <a:cubicBezTo>
                    <a:pt x="750" y="1484"/>
                    <a:pt x="800" y="1483"/>
                    <a:pt x="842" y="1460"/>
                  </a:cubicBezTo>
                  <a:cubicBezTo>
                    <a:pt x="873" y="1443"/>
                    <a:pt x="873" y="1443"/>
                    <a:pt x="873" y="1443"/>
                  </a:cubicBezTo>
                  <a:cubicBezTo>
                    <a:pt x="902" y="1428"/>
                    <a:pt x="937" y="1427"/>
                    <a:pt x="966" y="1442"/>
                  </a:cubicBezTo>
                  <a:cubicBezTo>
                    <a:pt x="1005" y="1462"/>
                    <a:pt x="1005" y="1462"/>
                    <a:pt x="1005" y="1462"/>
                  </a:cubicBezTo>
                  <a:cubicBezTo>
                    <a:pt x="1048" y="1484"/>
                    <a:pt x="1098" y="1483"/>
                    <a:pt x="1140" y="1460"/>
                  </a:cubicBezTo>
                  <a:cubicBezTo>
                    <a:pt x="1171" y="1443"/>
                    <a:pt x="1171" y="1443"/>
                    <a:pt x="1171" y="1443"/>
                  </a:cubicBezTo>
                  <a:cubicBezTo>
                    <a:pt x="1200" y="1428"/>
                    <a:pt x="1235" y="1427"/>
                    <a:pt x="1264" y="1442"/>
                  </a:cubicBezTo>
                  <a:cubicBezTo>
                    <a:pt x="1303" y="1462"/>
                    <a:pt x="1303" y="1462"/>
                    <a:pt x="1303" y="1462"/>
                  </a:cubicBezTo>
                  <a:cubicBezTo>
                    <a:pt x="1346" y="1484"/>
                    <a:pt x="1396" y="1483"/>
                    <a:pt x="1438" y="1460"/>
                  </a:cubicBezTo>
                  <a:cubicBezTo>
                    <a:pt x="1438" y="1460"/>
                    <a:pt x="1438" y="1460"/>
                    <a:pt x="1438" y="1460"/>
                  </a:cubicBezTo>
                  <a:cubicBezTo>
                    <a:pt x="1489" y="1431"/>
                    <a:pt x="1489" y="1431"/>
                    <a:pt x="1489" y="1431"/>
                  </a:cubicBezTo>
                  <a:cubicBezTo>
                    <a:pt x="1489" y="1516"/>
                    <a:pt x="1489" y="1516"/>
                    <a:pt x="1489" y="1516"/>
                  </a:cubicBezTo>
                  <a:cubicBezTo>
                    <a:pt x="1489" y="1528"/>
                    <a:pt x="1499" y="1539"/>
                    <a:pt x="1512" y="1539"/>
                  </a:cubicBezTo>
                  <a:cubicBezTo>
                    <a:pt x="1524" y="1539"/>
                    <a:pt x="1534" y="1528"/>
                    <a:pt x="1534" y="1516"/>
                  </a:cubicBezTo>
                  <a:cubicBezTo>
                    <a:pt x="1534" y="1393"/>
                    <a:pt x="1534" y="1393"/>
                    <a:pt x="1534" y="1393"/>
                  </a:cubicBezTo>
                  <a:cubicBezTo>
                    <a:pt x="1534" y="1393"/>
                    <a:pt x="1534" y="1393"/>
                    <a:pt x="1534" y="1393"/>
                  </a:cubicBezTo>
                  <a:close/>
                  <a:moveTo>
                    <a:pt x="1189" y="66"/>
                  </a:moveTo>
                  <a:cubicBezTo>
                    <a:pt x="1196" y="56"/>
                    <a:pt x="1206" y="49"/>
                    <a:pt x="1219" y="48"/>
                  </a:cubicBezTo>
                  <a:cubicBezTo>
                    <a:pt x="1231" y="47"/>
                    <a:pt x="1243" y="51"/>
                    <a:pt x="1252" y="60"/>
                  </a:cubicBezTo>
                  <a:cubicBezTo>
                    <a:pt x="1388" y="205"/>
                    <a:pt x="1388" y="205"/>
                    <a:pt x="1388" y="205"/>
                  </a:cubicBezTo>
                  <a:cubicBezTo>
                    <a:pt x="1397" y="214"/>
                    <a:pt x="1401" y="226"/>
                    <a:pt x="1399" y="238"/>
                  </a:cubicBezTo>
                  <a:cubicBezTo>
                    <a:pt x="1397" y="251"/>
                    <a:pt x="1389" y="261"/>
                    <a:pt x="1378" y="267"/>
                  </a:cubicBezTo>
                  <a:cubicBezTo>
                    <a:pt x="1308" y="306"/>
                    <a:pt x="1308" y="306"/>
                    <a:pt x="1308" y="306"/>
                  </a:cubicBezTo>
                  <a:cubicBezTo>
                    <a:pt x="1146" y="134"/>
                    <a:pt x="1146" y="134"/>
                    <a:pt x="1146" y="134"/>
                  </a:cubicBezTo>
                  <a:lnTo>
                    <a:pt x="1189" y="66"/>
                  </a:lnTo>
                  <a:close/>
                  <a:moveTo>
                    <a:pt x="1059" y="154"/>
                  </a:moveTo>
                  <a:cubicBezTo>
                    <a:pt x="1065" y="148"/>
                    <a:pt x="1073" y="145"/>
                    <a:pt x="1081" y="145"/>
                  </a:cubicBezTo>
                  <a:cubicBezTo>
                    <a:pt x="1081" y="145"/>
                    <a:pt x="1081" y="145"/>
                    <a:pt x="1082" y="145"/>
                  </a:cubicBezTo>
                  <a:cubicBezTo>
                    <a:pt x="1090" y="145"/>
                    <a:pt x="1098" y="149"/>
                    <a:pt x="1104" y="155"/>
                  </a:cubicBezTo>
                  <a:cubicBezTo>
                    <a:pt x="1281" y="343"/>
                    <a:pt x="1281" y="343"/>
                    <a:pt x="1281" y="343"/>
                  </a:cubicBezTo>
                  <a:cubicBezTo>
                    <a:pt x="1287" y="349"/>
                    <a:pt x="1290" y="357"/>
                    <a:pt x="1290" y="365"/>
                  </a:cubicBezTo>
                  <a:cubicBezTo>
                    <a:pt x="1290" y="374"/>
                    <a:pt x="1286" y="381"/>
                    <a:pt x="1280" y="387"/>
                  </a:cubicBezTo>
                  <a:cubicBezTo>
                    <a:pt x="1274" y="393"/>
                    <a:pt x="1266" y="396"/>
                    <a:pt x="1257" y="396"/>
                  </a:cubicBezTo>
                  <a:cubicBezTo>
                    <a:pt x="1249" y="396"/>
                    <a:pt x="1241" y="392"/>
                    <a:pt x="1235" y="386"/>
                  </a:cubicBezTo>
                  <a:cubicBezTo>
                    <a:pt x="1058" y="198"/>
                    <a:pt x="1058" y="198"/>
                    <a:pt x="1058" y="198"/>
                  </a:cubicBezTo>
                  <a:cubicBezTo>
                    <a:pt x="1046" y="186"/>
                    <a:pt x="1047" y="166"/>
                    <a:pt x="1059" y="154"/>
                  </a:cubicBezTo>
                  <a:close/>
                  <a:moveTo>
                    <a:pt x="271" y="1123"/>
                  </a:moveTo>
                  <a:cubicBezTo>
                    <a:pt x="183" y="1030"/>
                    <a:pt x="137" y="909"/>
                    <a:pt x="140" y="781"/>
                  </a:cubicBezTo>
                  <a:cubicBezTo>
                    <a:pt x="144" y="653"/>
                    <a:pt x="197" y="534"/>
                    <a:pt x="290" y="446"/>
                  </a:cubicBezTo>
                  <a:cubicBezTo>
                    <a:pt x="366" y="375"/>
                    <a:pt x="460" y="330"/>
                    <a:pt x="563" y="319"/>
                  </a:cubicBezTo>
                  <a:cubicBezTo>
                    <a:pt x="582" y="316"/>
                    <a:pt x="600" y="315"/>
                    <a:pt x="618" y="315"/>
                  </a:cubicBezTo>
                  <a:cubicBezTo>
                    <a:pt x="700" y="315"/>
                    <a:pt x="782" y="336"/>
                    <a:pt x="853" y="376"/>
                  </a:cubicBezTo>
                  <a:cubicBezTo>
                    <a:pt x="853" y="376"/>
                    <a:pt x="853" y="376"/>
                    <a:pt x="853" y="376"/>
                  </a:cubicBezTo>
                  <a:cubicBezTo>
                    <a:pt x="878" y="390"/>
                    <a:pt x="902" y="406"/>
                    <a:pt x="924" y="424"/>
                  </a:cubicBezTo>
                  <a:cubicBezTo>
                    <a:pt x="928" y="428"/>
                    <a:pt x="933" y="430"/>
                    <a:pt x="938" y="430"/>
                  </a:cubicBezTo>
                  <a:cubicBezTo>
                    <a:pt x="944" y="430"/>
                    <a:pt x="951" y="427"/>
                    <a:pt x="955" y="421"/>
                  </a:cubicBezTo>
                  <a:cubicBezTo>
                    <a:pt x="963" y="412"/>
                    <a:pt x="962" y="398"/>
                    <a:pt x="952" y="390"/>
                  </a:cubicBezTo>
                  <a:cubicBezTo>
                    <a:pt x="936" y="376"/>
                    <a:pt x="919" y="364"/>
                    <a:pt x="901" y="352"/>
                  </a:cubicBezTo>
                  <a:cubicBezTo>
                    <a:pt x="1028" y="232"/>
                    <a:pt x="1028" y="232"/>
                    <a:pt x="1028" y="232"/>
                  </a:cubicBezTo>
                  <a:cubicBezTo>
                    <a:pt x="1065" y="271"/>
                    <a:pt x="1065" y="271"/>
                    <a:pt x="1065" y="271"/>
                  </a:cubicBezTo>
                  <a:cubicBezTo>
                    <a:pt x="1199" y="414"/>
                    <a:pt x="1199" y="414"/>
                    <a:pt x="1199" y="414"/>
                  </a:cubicBezTo>
                  <a:cubicBezTo>
                    <a:pt x="1073" y="533"/>
                    <a:pt x="1073" y="533"/>
                    <a:pt x="1073" y="533"/>
                  </a:cubicBezTo>
                  <a:cubicBezTo>
                    <a:pt x="1065" y="519"/>
                    <a:pt x="1057" y="505"/>
                    <a:pt x="1048" y="492"/>
                  </a:cubicBezTo>
                  <a:cubicBezTo>
                    <a:pt x="1041" y="482"/>
                    <a:pt x="1026" y="480"/>
                    <a:pt x="1016" y="487"/>
                  </a:cubicBezTo>
                  <a:cubicBezTo>
                    <a:pt x="1006" y="494"/>
                    <a:pt x="1004" y="508"/>
                    <a:pt x="1011" y="518"/>
                  </a:cubicBezTo>
                  <a:cubicBezTo>
                    <a:pt x="1024" y="537"/>
                    <a:pt x="1047" y="579"/>
                    <a:pt x="1047" y="579"/>
                  </a:cubicBezTo>
                  <a:cubicBezTo>
                    <a:pt x="1093" y="669"/>
                    <a:pt x="1108" y="774"/>
                    <a:pt x="1092" y="874"/>
                  </a:cubicBezTo>
                  <a:cubicBezTo>
                    <a:pt x="1074" y="978"/>
                    <a:pt x="1025" y="1070"/>
                    <a:pt x="948" y="1143"/>
                  </a:cubicBezTo>
                  <a:cubicBezTo>
                    <a:pt x="756" y="1324"/>
                    <a:pt x="452" y="1315"/>
                    <a:pt x="271" y="1123"/>
                  </a:cubicBezTo>
                  <a:close/>
                  <a:moveTo>
                    <a:pt x="1416" y="1421"/>
                  </a:moveTo>
                  <a:cubicBezTo>
                    <a:pt x="1387" y="1436"/>
                    <a:pt x="1353" y="1437"/>
                    <a:pt x="1324" y="1422"/>
                  </a:cubicBezTo>
                  <a:cubicBezTo>
                    <a:pt x="1284" y="1402"/>
                    <a:pt x="1284" y="1402"/>
                    <a:pt x="1284" y="1402"/>
                  </a:cubicBezTo>
                  <a:cubicBezTo>
                    <a:pt x="1242" y="1380"/>
                    <a:pt x="1192" y="1381"/>
                    <a:pt x="1150" y="1404"/>
                  </a:cubicBezTo>
                  <a:cubicBezTo>
                    <a:pt x="1118" y="1421"/>
                    <a:pt x="1118" y="1421"/>
                    <a:pt x="1118" y="1421"/>
                  </a:cubicBezTo>
                  <a:cubicBezTo>
                    <a:pt x="1089" y="1436"/>
                    <a:pt x="1055" y="1437"/>
                    <a:pt x="1026" y="1422"/>
                  </a:cubicBezTo>
                  <a:cubicBezTo>
                    <a:pt x="986" y="1402"/>
                    <a:pt x="986" y="1402"/>
                    <a:pt x="986" y="1402"/>
                  </a:cubicBezTo>
                  <a:cubicBezTo>
                    <a:pt x="944" y="1380"/>
                    <a:pt x="894" y="1381"/>
                    <a:pt x="852" y="1404"/>
                  </a:cubicBezTo>
                  <a:cubicBezTo>
                    <a:pt x="820" y="1421"/>
                    <a:pt x="820" y="1421"/>
                    <a:pt x="820" y="1421"/>
                  </a:cubicBezTo>
                  <a:cubicBezTo>
                    <a:pt x="792" y="1436"/>
                    <a:pt x="757" y="1437"/>
                    <a:pt x="728" y="1422"/>
                  </a:cubicBezTo>
                  <a:cubicBezTo>
                    <a:pt x="688" y="1402"/>
                    <a:pt x="688" y="1402"/>
                    <a:pt x="688" y="1402"/>
                  </a:cubicBezTo>
                  <a:cubicBezTo>
                    <a:pt x="646" y="1380"/>
                    <a:pt x="596" y="1381"/>
                    <a:pt x="554" y="1404"/>
                  </a:cubicBezTo>
                  <a:cubicBezTo>
                    <a:pt x="522" y="1421"/>
                    <a:pt x="522" y="1421"/>
                    <a:pt x="522" y="1421"/>
                  </a:cubicBezTo>
                  <a:cubicBezTo>
                    <a:pt x="494" y="1436"/>
                    <a:pt x="459" y="1437"/>
                    <a:pt x="430" y="1422"/>
                  </a:cubicBezTo>
                  <a:cubicBezTo>
                    <a:pt x="391" y="1402"/>
                    <a:pt x="391" y="1402"/>
                    <a:pt x="391" y="1402"/>
                  </a:cubicBezTo>
                  <a:cubicBezTo>
                    <a:pt x="348" y="1380"/>
                    <a:pt x="298" y="1381"/>
                    <a:pt x="256" y="1404"/>
                  </a:cubicBezTo>
                  <a:cubicBezTo>
                    <a:pt x="224" y="1421"/>
                    <a:pt x="224" y="1421"/>
                    <a:pt x="224" y="1421"/>
                  </a:cubicBezTo>
                  <a:cubicBezTo>
                    <a:pt x="196" y="1436"/>
                    <a:pt x="161" y="1437"/>
                    <a:pt x="132" y="1422"/>
                  </a:cubicBezTo>
                  <a:cubicBezTo>
                    <a:pt x="45" y="1379"/>
                    <a:pt x="45" y="1379"/>
                    <a:pt x="45" y="1379"/>
                  </a:cubicBezTo>
                  <a:cubicBezTo>
                    <a:pt x="45" y="1333"/>
                    <a:pt x="45" y="1333"/>
                    <a:pt x="45" y="1333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154" y="1387"/>
                    <a:pt x="204" y="1387"/>
                    <a:pt x="246" y="1364"/>
                  </a:cubicBezTo>
                  <a:cubicBezTo>
                    <a:pt x="277" y="1347"/>
                    <a:pt x="277" y="1347"/>
                    <a:pt x="277" y="1347"/>
                  </a:cubicBezTo>
                  <a:cubicBezTo>
                    <a:pt x="306" y="1332"/>
                    <a:pt x="341" y="1331"/>
                    <a:pt x="370" y="1346"/>
                  </a:cubicBezTo>
                  <a:cubicBezTo>
                    <a:pt x="409" y="1366"/>
                    <a:pt x="409" y="1366"/>
                    <a:pt x="409" y="1366"/>
                  </a:cubicBezTo>
                  <a:cubicBezTo>
                    <a:pt x="452" y="1387"/>
                    <a:pt x="502" y="1387"/>
                    <a:pt x="544" y="1364"/>
                  </a:cubicBezTo>
                  <a:cubicBezTo>
                    <a:pt x="575" y="1347"/>
                    <a:pt x="575" y="1347"/>
                    <a:pt x="575" y="1347"/>
                  </a:cubicBezTo>
                  <a:cubicBezTo>
                    <a:pt x="604" y="1332"/>
                    <a:pt x="639" y="1331"/>
                    <a:pt x="668" y="1346"/>
                  </a:cubicBezTo>
                  <a:cubicBezTo>
                    <a:pt x="707" y="1366"/>
                    <a:pt x="707" y="1366"/>
                    <a:pt x="707" y="1366"/>
                  </a:cubicBezTo>
                  <a:cubicBezTo>
                    <a:pt x="750" y="1387"/>
                    <a:pt x="800" y="1387"/>
                    <a:pt x="842" y="1364"/>
                  </a:cubicBezTo>
                  <a:cubicBezTo>
                    <a:pt x="873" y="1347"/>
                    <a:pt x="873" y="1347"/>
                    <a:pt x="873" y="1347"/>
                  </a:cubicBezTo>
                  <a:cubicBezTo>
                    <a:pt x="902" y="1332"/>
                    <a:pt x="937" y="1331"/>
                    <a:pt x="966" y="1346"/>
                  </a:cubicBezTo>
                  <a:cubicBezTo>
                    <a:pt x="1005" y="1366"/>
                    <a:pt x="1005" y="1366"/>
                    <a:pt x="1005" y="1366"/>
                  </a:cubicBezTo>
                  <a:cubicBezTo>
                    <a:pt x="1048" y="1387"/>
                    <a:pt x="1098" y="1387"/>
                    <a:pt x="1140" y="1364"/>
                  </a:cubicBezTo>
                  <a:cubicBezTo>
                    <a:pt x="1171" y="1347"/>
                    <a:pt x="1171" y="1347"/>
                    <a:pt x="1171" y="1347"/>
                  </a:cubicBezTo>
                  <a:cubicBezTo>
                    <a:pt x="1200" y="1332"/>
                    <a:pt x="1235" y="1331"/>
                    <a:pt x="1264" y="1346"/>
                  </a:cubicBezTo>
                  <a:cubicBezTo>
                    <a:pt x="1303" y="1366"/>
                    <a:pt x="1303" y="1366"/>
                    <a:pt x="1303" y="1366"/>
                  </a:cubicBezTo>
                  <a:cubicBezTo>
                    <a:pt x="1346" y="1387"/>
                    <a:pt x="1396" y="1387"/>
                    <a:pt x="1438" y="1364"/>
                  </a:cubicBezTo>
                  <a:cubicBezTo>
                    <a:pt x="1438" y="1364"/>
                    <a:pt x="1438" y="1364"/>
                    <a:pt x="1438" y="1364"/>
                  </a:cubicBezTo>
                  <a:cubicBezTo>
                    <a:pt x="1489" y="1335"/>
                    <a:pt x="1489" y="1335"/>
                    <a:pt x="1489" y="1335"/>
                  </a:cubicBezTo>
                  <a:cubicBezTo>
                    <a:pt x="1489" y="1380"/>
                    <a:pt x="1489" y="1380"/>
                    <a:pt x="1489" y="1380"/>
                  </a:cubicBezTo>
                  <a:lnTo>
                    <a:pt x="1416" y="1421"/>
                  </a:lnTo>
                  <a:close/>
                  <a:moveTo>
                    <a:pt x="1416" y="1421"/>
                  </a:moveTo>
                  <a:cubicBezTo>
                    <a:pt x="1416" y="1421"/>
                    <a:pt x="1416" y="1421"/>
                    <a:pt x="1416" y="1421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246B3DB-D7E0-DAC1-559D-AB47A7560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1CF76FB-7879-3DAA-0333-F8DCF78E7AA4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28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847" name="Google Shape;847;p28"/>
          <p:cNvGrpSpPr/>
          <p:nvPr/>
        </p:nvGrpSpPr>
        <p:grpSpPr>
          <a:xfrm>
            <a:off x="713250" y="1293713"/>
            <a:ext cx="3022800" cy="2357388"/>
            <a:chOff x="713250" y="1293713"/>
            <a:chExt cx="3022800" cy="2357388"/>
          </a:xfrm>
        </p:grpSpPr>
        <p:sp>
          <p:nvSpPr>
            <p:cNvPr id="848" name="Google Shape;848;p28"/>
            <p:cNvSpPr txBox="1"/>
            <p:nvPr/>
          </p:nvSpPr>
          <p:spPr>
            <a:xfrm>
              <a:off x="717775" y="2389947"/>
              <a:ext cx="22647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Mercury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849" name="Google Shape;849;p28"/>
            <p:cNvSpPr txBox="1"/>
            <p:nvPr/>
          </p:nvSpPr>
          <p:spPr>
            <a:xfrm>
              <a:off x="713250" y="2797300"/>
              <a:ext cx="2264700" cy="8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 and the smallest one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850" name="Google Shape;850;p28"/>
            <p:cNvSpPr txBox="1"/>
            <p:nvPr/>
          </p:nvSpPr>
          <p:spPr>
            <a:xfrm>
              <a:off x="2835750" y="1293713"/>
              <a:ext cx="900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45%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sp>
        <p:nvSpPr>
          <p:cNvPr id="851" name="Google Shape;851;p28"/>
          <p:cNvSpPr/>
          <p:nvPr/>
        </p:nvSpPr>
        <p:spPr>
          <a:xfrm>
            <a:off x="2962000" y="1974025"/>
            <a:ext cx="647700" cy="22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28"/>
          <p:cNvSpPr/>
          <p:nvPr/>
        </p:nvSpPr>
        <p:spPr>
          <a:xfrm>
            <a:off x="2962000" y="3258857"/>
            <a:ext cx="647700" cy="94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3" name="Google Shape;853;p28"/>
          <p:cNvGrpSpPr/>
          <p:nvPr/>
        </p:nvGrpSpPr>
        <p:grpSpPr>
          <a:xfrm>
            <a:off x="5408000" y="1293713"/>
            <a:ext cx="3022753" cy="2357388"/>
            <a:chOff x="5408000" y="1293713"/>
            <a:chExt cx="3022753" cy="2357388"/>
          </a:xfrm>
        </p:grpSpPr>
        <p:sp>
          <p:nvSpPr>
            <p:cNvPr id="854" name="Google Shape;854;p28"/>
            <p:cNvSpPr txBox="1"/>
            <p:nvPr/>
          </p:nvSpPr>
          <p:spPr>
            <a:xfrm>
              <a:off x="6166048" y="2389947"/>
              <a:ext cx="2264700" cy="39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Mars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855" name="Google Shape;855;p28"/>
            <p:cNvSpPr txBox="1"/>
            <p:nvPr/>
          </p:nvSpPr>
          <p:spPr>
            <a:xfrm>
              <a:off x="6166053" y="2797300"/>
              <a:ext cx="2264700" cy="8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Mars is of iron oxide dust, which gives the planet its reddish cast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856" name="Google Shape;856;p28"/>
            <p:cNvSpPr txBox="1"/>
            <p:nvPr/>
          </p:nvSpPr>
          <p:spPr>
            <a:xfrm>
              <a:off x="5408000" y="1293713"/>
              <a:ext cx="900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55%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sp>
        <p:nvSpPr>
          <p:cNvPr id="857" name="Google Shape;857;p28"/>
          <p:cNvSpPr/>
          <p:nvPr/>
        </p:nvSpPr>
        <p:spPr>
          <a:xfrm>
            <a:off x="5534300" y="1974025"/>
            <a:ext cx="647700" cy="22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28"/>
          <p:cNvSpPr/>
          <p:nvPr/>
        </p:nvSpPr>
        <p:spPr>
          <a:xfrm>
            <a:off x="5534300" y="2989938"/>
            <a:ext cx="647700" cy="121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9" name="Google Shape;859;p28"/>
          <p:cNvGrpSpPr/>
          <p:nvPr/>
        </p:nvGrpSpPr>
        <p:grpSpPr>
          <a:xfrm>
            <a:off x="3881838" y="2194615"/>
            <a:ext cx="1400122" cy="2010336"/>
            <a:chOff x="2835275" y="1092201"/>
            <a:chExt cx="1187450" cy="1704975"/>
          </a:xfrm>
        </p:grpSpPr>
        <p:sp>
          <p:nvSpPr>
            <p:cNvPr id="860" name="Google Shape;860;p28"/>
            <p:cNvSpPr/>
            <p:nvPr/>
          </p:nvSpPr>
          <p:spPr>
            <a:xfrm>
              <a:off x="2879725" y="2246313"/>
              <a:ext cx="1130300" cy="412750"/>
            </a:xfrm>
            <a:custGeom>
              <a:avLst/>
              <a:gdLst/>
              <a:ahLst/>
              <a:cxnLst/>
              <a:rect l="l" t="t" r="r" b="b"/>
              <a:pathLst>
                <a:path w="712" h="260" extrusionOk="0">
                  <a:moveTo>
                    <a:pt x="0" y="144"/>
                  </a:moveTo>
                  <a:lnTo>
                    <a:pt x="496" y="0"/>
                  </a:lnTo>
                  <a:lnTo>
                    <a:pt x="712" y="92"/>
                  </a:lnTo>
                  <a:lnTo>
                    <a:pt x="226" y="26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4C5167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28"/>
            <p:cNvSpPr/>
            <p:nvPr/>
          </p:nvSpPr>
          <p:spPr>
            <a:xfrm>
              <a:off x="3295650" y="1555751"/>
              <a:ext cx="234950" cy="1004888"/>
            </a:xfrm>
            <a:custGeom>
              <a:avLst/>
              <a:gdLst/>
              <a:ahLst/>
              <a:cxnLst/>
              <a:rect l="l" t="t" r="r" b="b"/>
              <a:pathLst>
                <a:path w="74" h="316" extrusionOk="0">
                  <a:moveTo>
                    <a:pt x="0" y="0"/>
                  </a:moveTo>
                  <a:cubicBezTo>
                    <a:pt x="23" y="294"/>
                    <a:pt x="23" y="294"/>
                    <a:pt x="23" y="294"/>
                  </a:cubicBezTo>
                  <a:cubicBezTo>
                    <a:pt x="23" y="294"/>
                    <a:pt x="41" y="316"/>
                    <a:pt x="74" y="294"/>
                  </a:cubicBezTo>
                  <a:cubicBezTo>
                    <a:pt x="74" y="0"/>
                    <a:pt x="74" y="0"/>
                    <a:pt x="7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A3F53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28"/>
            <p:cNvSpPr/>
            <p:nvPr/>
          </p:nvSpPr>
          <p:spPr>
            <a:xfrm>
              <a:off x="3343275" y="1654176"/>
              <a:ext cx="123825" cy="849313"/>
            </a:xfrm>
            <a:custGeom>
              <a:avLst/>
              <a:gdLst/>
              <a:ahLst/>
              <a:cxnLst/>
              <a:rect l="l" t="t" r="r" b="b"/>
              <a:pathLst>
                <a:path w="39" h="267" extrusionOk="0">
                  <a:moveTo>
                    <a:pt x="0" y="0"/>
                  </a:moveTo>
                  <a:cubicBezTo>
                    <a:pt x="16" y="258"/>
                    <a:pt x="16" y="258"/>
                    <a:pt x="16" y="258"/>
                  </a:cubicBezTo>
                  <a:cubicBezTo>
                    <a:pt x="16" y="258"/>
                    <a:pt x="27" y="267"/>
                    <a:pt x="39" y="258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C5167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3016250" y="1092201"/>
              <a:ext cx="784225" cy="782638"/>
            </a:xfrm>
            <a:custGeom>
              <a:avLst/>
              <a:gdLst/>
              <a:ahLst/>
              <a:cxnLst/>
              <a:rect l="l" t="t" r="r" b="b"/>
              <a:pathLst>
                <a:path w="247" h="246" extrusionOk="0">
                  <a:moveTo>
                    <a:pt x="22" y="132"/>
                  </a:moveTo>
                  <a:cubicBezTo>
                    <a:pt x="52" y="246"/>
                    <a:pt x="184" y="229"/>
                    <a:pt x="216" y="163"/>
                  </a:cubicBezTo>
                  <a:cubicBezTo>
                    <a:pt x="247" y="100"/>
                    <a:pt x="208" y="9"/>
                    <a:pt x="135" y="4"/>
                  </a:cubicBezTo>
                  <a:cubicBezTo>
                    <a:pt x="69" y="0"/>
                    <a:pt x="0" y="54"/>
                    <a:pt x="22" y="132"/>
                  </a:cubicBezTo>
                  <a:close/>
                </a:path>
              </a:pathLst>
            </a:custGeom>
            <a:solidFill>
              <a:srgbClr val="FAB44A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28"/>
            <p:cNvSpPr/>
            <p:nvPr/>
          </p:nvSpPr>
          <p:spPr>
            <a:xfrm>
              <a:off x="2835275" y="2392363"/>
              <a:ext cx="1187450" cy="404813"/>
            </a:xfrm>
            <a:custGeom>
              <a:avLst/>
              <a:gdLst/>
              <a:ahLst/>
              <a:cxnLst/>
              <a:rect l="l" t="t" r="r" b="b"/>
              <a:pathLst>
                <a:path w="748" h="255" extrusionOk="0">
                  <a:moveTo>
                    <a:pt x="28" y="52"/>
                  </a:moveTo>
                  <a:lnTo>
                    <a:pt x="0" y="138"/>
                  </a:lnTo>
                  <a:lnTo>
                    <a:pt x="238" y="255"/>
                  </a:lnTo>
                  <a:lnTo>
                    <a:pt x="748" y="62"/>
                  </a:lnTo>
                  <a:lnTo>
                    <a:pt x="740" y="0"/>
                  </a:lnTo>
                  <a:lnTo>
                    <a:pt x="254" y="168"/>
                  </a:lnTo>
                  <a:lnTo>
                    <a:pt x="28" y="52"/>
                  </a:lnTo>
                  <a:close/>
                </a:path>
              </a:pathLst>
            </a:custGeom>
            <a:solidFill>
              <a:srgbClr val="3A3F53"/>
            </a:solidFill>
            <a:ln w="9525" cap="flat" cmpd="sng">
              <a:solidFill>
                <a:srgbClr val="292E3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4BDF4ED8-CC9C-077B-9AEC-BF5ACC7CF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8BB37EC-B980-B47C-8632-C15657FF9ED9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9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aphicFrame>
        <p:nvGraphicFramePr>
          <p:cNvPr id="870" name="Google Shape;870;p29"/>
          <p:cNvGraphicFramePr/>
          <p:nvPr/>
        </p:nvGraphicFramePr>
        <p:xfrm>
          <a:off x="1018000" y="1825675"/>
          <a:ext cx="7108000" cy="2552925"/>
        </p:xfrm>
        <a:graphic>
          <a:graphicData uri="http://schemas.openxmlformats.org/drawingml/2006/table">
            <a:tbl>
              <a:tblPr>
                <a:noFill/>
                <a:tableStyleId>{53BAE949-E040-40C8-B60A-91FA4EEEBF5B}</a:tableStyleId>
              </a:tblPr>
              <a:tblGrid>
                <a:gridCol w="17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0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Basic</a:t>
                      </a:r>
                      <a:endParaRPr sz="1600"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Pro</a:t>
                      </a:r>
                      <a:endParaRPr sz="1600"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Premium</a:t>
                      </a:r>
                      <a:endParaRPr sz="1600"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VIP</a:t>
                      </a:r>
                      <a:endParaRPr sz="1600"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4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$59</a:t>
                      </a:r>
                      <a:endParaRPr sz="1600">
                        <a:solidFill>
                          <a:schemeClr val="accent4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4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$79</a:t>
                      </a:r>
                      <a:endParaRPr sz="1600">
                        <a:solidFill>
                          <a:schemeClr val="accent4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4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$99</a:t>
                      </a:r>
                      <a:endParaRPr sz="1600">
                        <a:solidFill>
                          <a:schemeClr val="accent4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4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$114</a:t>
                      </a:r>
                      <a:endParaRPr sz="1600">
                        <a:solidFill>
                          <a:schemeClr val="accent4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Mercury is the smallest planet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Despite being red, Mars is cold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Saturn is not the planet with rings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Neptune is far away from us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71" name="Google Shape;871;p29"/>
          <p:cNvSpPr/>
          <p:nvPr/>
        </p:nvSpPr>
        <p:spPr>
          <a:xfrm>
            <a:off x="3526550" y="1169050"/>
            <a:ext cx="2091000" cy="471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Our plans</a:t>
            </a:r>
            <a:endParaRPr sz="1600">
              <a:solidFill>
                <a:schemeClr val="accent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28CDB2-C9DC-4CEE-720C-0760B32F3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8464D31-DDAC-E423-E1E6-09B20BA3F1B8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0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877" name="Google Shape;877;p30"/>
          <p:cNvGrpSpPr/>
          <p:nvPr/>
        </p:nvGrpSpPr>
        <p:grpSpPr>
          <a:xfrm>
            <a:off x="726675" y="1400850"/>
            <a:ext cx="3698100" cy="3109150"/>
            <a:chOff x="726675" y="1400850"/>
            <a:chExt cx="3698100" cy="3109150"/>
          </a:xfrm>
        </p:grpSpPr>
        <p:sp>
          <p:nvSpPr>
            <p:cNvPr id="878" name="Google Shape;878;p30"/>
            <p:cNvSpPr txBox="1"/>
            <p:nvPr/>
          </p:nvSpPr>
          <p:spPr>
            <a:xfrm>
              <a:off x="726675" y="2313226"/>
              <a:ext cx="36981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Galactic gravitas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879" name="Google Shape;879;p30"/>
            <p:cNvSpPr txBox="1"/>
            <p:nvPr/>
          </p:nvSpPr>
          <p:spPr>
            <a:xfrm>
              <a:off x="726675" y="3167800"/>
              <a:ext cx="3698100" cy="13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 and the smallest one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a gas giant, the biggest planet in the Solar System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880" name="Google Shape;880;p30"/>
            <p:cNvSpPr txBox="1"/>
            <p:nvPr/>
          </p:nvSpPr>
          <p:spPr>
            <a:xfrm>
              <a:off x="1763375" y="1400850"/>
              <a:ext cx="16248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Game 1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881" name="Google Shape;881;p30"/>
          <p:cNvGrpSpPr/>
          <p:nvPr/>
        </p:nvGrpSpPr>
        <p:grpSpPr>
          <a:xfrm>
            <a:off x="4747351" y="1400850"/>
            <a:ext cx="3698124" cy="3109150"/>
            <a:chOff x="4747351" y="1400850"/>
            <a:chExt cx="3698124" cy="3109150"/>
          </a:xfrm>
        </p:grpSpPr>
        <p:sp>
          <p:nvSpPr>
            <p:cNvPr id="882" name="Google Shape;882;p30"/>
            <p:cNvSpPr txBox="1"/>
            <p:nvPr/>
          </p:nvSpPr>
          <p:spPr>
            <a:xfrm>
              <a:off x="4747351" y="2313226"/>
              <a:ext cx="36981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Pixel pioneers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883" name="Google Shape;883;p30"/>
            <p:cNvSpPr txBox="1"/>
            <p:nvPr/>
          </p:nvSpPr>
          <p:spPr>
            <a:xfrm>
              <a:off x="4747375" y="3167800"/>
              <a:ext cx="3698100" cy="13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Venus has a beautiful name and is the second planet from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Saturn is a gas giant and has several rings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884" name="Google Shape;884;p30"/>
            <p:cNvSpPr txBox="1"/>
            <p:nvPr/>
          </p:nvSpPr>
          <p:spPr>
            <a:xfrm>
              <a:off x="5784022" y="1400850"/>
              <a:ext cx="16248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Game 2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sp>
        <p:nvSpPr>
          <p:cNvPr id="885" name="Google Shape;885;p30"/>
          <p:cNvSpPr/>
          <p:nvPr/>
        </p:nvSpPr>
        <p:spPr>
          <a:xfrm>
            <a:off x="4136075" y="1186485"/>
            <a:ext cx="871800" cy="871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86" name="Google Shape;886;p30"/>
          <p:cNvCxnSpPr>
            <a:stCxn id="880" idx="3"/>
            <a:endCxn id="885" idx="2"/>
          </p:cNvCxnSpPr>
          <p:nvPr/>
        </p:nvCxnSpPr>
        <p:spPr>
          <a:xfrm>
            <a:off x="3388175" y="1622400"/>
            <a:ext cx="7479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7" name="Google Shape;887;p30"/>
          <p:cNvCxnSpPr>
            <a:stCxn id="885" idx="6"/>
            <a:endCxn id="884" idx="1"/>
          </p:cNvCxnSpPr>
          <p:nvPr/>
        </p:nvCxnSpPr>
        <p:spPr>
          <a:xfrm>
            <a:off x="5007875" y="1622385"/>
            <a:ext cx="7761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8" name="Google Shape;888;p30"/>
          <p:cNvCxnSpPr>
            <a:stCxn id="878" idx="2"/>
            <a:endCxn id="879" idx="0"/>
          </p:cNvCxnSpPr>
          <p:nvPr/>
        </p:nvCxnSpPr>
        <p:spPr>
          <a:xfrm rot="-5400000" flipH="1">
            <a:off x="2370225" y="2961826"/>
            <a:ext cx="411600" cy="600"/>
          </a:xfrm>
          <a:prstGeom prst="bentConnector3">
            <a:avLst>
              <a:gd name="adj1" fmla="val 49985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9" name="Google Shape;889;p30"/>
          <p:cNvCxnSpPr>
            <a:stCxn id="882" idx="2"/>
            <a:endCxn id="883" idx="0"/>
          </p:cNvCxnSpPr>
          <p:nvPr/>
        </p:nvCxnSpPr>
        <p:spPr>
          <a:xfrm rot="-5400000" flipH="1">
            <a:off x="6390901" y="2961826"/>
            <a:ext cx="411600" cy="600"/>
          </a:xfrm>
          <a:prstGeom prst="bentConnector3">
            <a:avLst>
              <a:gd name="adj1" fmla="val 49985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0" name="Google Shape;890;p30"/>
          <p:cNvCxnSpPr>
            <a:stCxn id="880" idx="2"/>
            <a:endCxn id="878" idx="0"/>
          </p:cNvCxnSpPr>
          <p:nvPr/>
        </p:nvCxnSpPr>
        <p:spPr>
          <a:xfrm rot="-5400000" flipH="1">
            <a:off x="2341475" y="2078250"/>
            <a:ext cx="469200" cy="600"/>
          </a:xfrm>
          <a:prstGeom prst="bentConnector3">
            <a:avLst>
              <a:gd name="adj1" fmla="val 50008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1" name="Google Shape;891;p30"/>
          <p:cNvCxnSpPr>
            <a:stCxn id="884" idx="2"/>
            <a:endCxn id="882" idx="0"/>
          </p:cNvCxnSpPr>
          <p:nvPr/>
        </p:nvCxnSpPr>
        <p:spPr>
          <a:xfrm rot="-5400000" flipH="1">
            <a:off x="6362122" y="2078250"/>
            <a:ext cx="469200" cy="600"/>
          </a:xfrm>
          <a:prstGeom prst="bentConnector3">
            <a:avLst>
              <a:gd name="adj1" fmla="val 50008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92" name="Google Shape;892;p30"/>
          <p:cNvGrpSpPr/>
          <p:nvPr/>
        </p:nvGrpSpPr>
        <p:grpSpPr>
          <a:xfrm>
            <a:off x="4311568" y="1475861"/>
            <a:ext cx="520847" cy="293092"/>
            <a:chOff x="1518126" y="3267105"/>
            <a:chExt cx="547741" cy="302656"/>
          </a:xfrm>
        </p:grpSpPr>
        <p:sp>
          <p:nvSpPr>
            <p:cNvPr id="893" name="Google Shape;893;p30"/>
            <p:cNvSpPr/>
            <p:nvPr/>
          </p:nvSpPr>
          <p:spPr>
            <a:xfrm>
              <a:off x="1941452" y="3284573"/>
              <a:ext cx="84130" cy="47769"/>
            </a:xfrm>
            <a:custGeom>
              <a:avLst/>
              <a:gdLst/>
              <a:ahLst/>
              <a:cxnLst/>
              <a:rect l="l" t="t" r="r" b="b"/>
              <a:pathLst>
                <a:path w="236" h="134" extrusionOk="0">
                  <a:moveTo>
                    <a:pt x="1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236" y="134"/>
                    <a:pt x="236" y="134"/>
                    <a:pt x="236" y="134"/>
                  </a:cubicBezTo>
                  <a:cubicBezTo>
                    <a:pt x="236" y="40"/>
                    <a:pt x="236" y="40"/>
                    <a:pt x="236" y="40"/>
                  </a:cubicBezTo>
                  <a:cubicBezTo>
                    <a:pt x="236" y="18"/>
                    <a:pt x="217" y="0"/>
                    <a:pt x="195" y="0"/>
                  </a:cubicBezTo>
                  <a:close/>
                  <a:moveTo>
                    <a:pt x="195" y="0"/>
                  </a:moveTo>
                  <a:cubicBezTo>
                    <a:pt x="195" y="0"/>
                    <a:pt x="195" y="0"/>
                    <a:pt x="195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0"/>
            <p:cNvSpPr/>
            <p:nvPr/>
          </p:nvSpPr>
          <p:spPr>
            <a:xfrm>
              <a:off x="1559122" y="3284573"/>
              <a:ext cx="64524" cy="39926"/>
            </a:xfrm>
            <a:custGeom>
              <a:avLst/>
              <a:gdLst/>
              <a:ahLst/>
              <a:cxnLst/>
              <a:rect l="l" t="t" r="r" b="b"/>
              <a:pathLst>
                <a:path w="181" h="112" extrusionOk="0">
                  <a:moveTo>
                    <a:pt x="41" y="0"/>
                  </a:moveTo>
                  <a:cubicBezTo>
                    <a:pt x="19" y="0"/>
                    <a:pt x="0" y="18"/>
                    <a:pt x="0" y="40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181" y="112"/>
                    <a:pt x="181" y="112"/>
                    <a:pt x="181" y="112"/>
                  </a:cubicBezTo>
                  <a:cubicBezTo>
                    <a:pt x="181" y="0"/>
                    <a:pt x="181" y="0"/>
                    <a:pt x="181" y="0"/>
                  </a:cubicBezTo>
                  <a:lnTo>
                    <a:pt x="41" y="0"/>
                  </a:lnTo>
                  <a:close/>
                  <a:moveTo>
                    <a:pt x="41" y="0"/>
                  </a:moveTo>
                  <a:cubicBezTo>
                    <a:pt x="41" y="0"/>
                    <a:pt x="41" y="0"/>
                    <a:pt x="41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30"/>
            <p:cNvSpPr/>
            <p:nvPr/>
          </p:nvSpPr>
          <p:spPr>
            <a:xfrm>
              <a:off x="1525969" y="3275304"/>
              <a:ext cx="531698" cy="286257"/>
            </a:xfrm>
            <a:custGeom>
              <a:avLst/>
              <a:gdLst/>
              <a:ahLst/>
              <a:cxnLst/>
              <a:rect l="l" t="t" r="r" b="b"/>
              <a:pathLst>
                <a:path w="1491" h="803" extrusionOk="0">
                  <a:moveTo>
                    <a:pt x="1190" y="0"/>
                  </a:moveTo>
                  <a:cubicBezTo>
                    <a:pt x="1202" y="0"/>
                    <a:pt x="1213" y="6"/>
                    <a:pt x="1219" y="18"/>
                  </a:cubicBezTo>
                  <a:cubicBezTo>
                    <a:pt x="1223" y="26"/>
                    <a:pt x="1223" y="26"/>
                    <a:pt x="1223" y="26"/>
                  </a:cubicBezTo>
                  <a:cubicBezTo>
                    <a:pt x="1242" y="68"/>
                    <a:pt x="1242" y="68"/>
                    <a:pt x="1242" y="68"/>
                  </a:cubicBezTo>
                  <a:cubicBezTo>
                    <a:pt x="1253" y="90"/>
                    <a:pt x="1275" y="104"/>
                    <a:pt x="1299" y="104"/>
                  </a:cubicBezTo>
                  <a:cubicBezTo>
                    <a:pt x="1432" y="104"/>
                    <a:pt x="1432" y="104"/>
                    <a:pt x="1432" y="104"/>
                  </a:cubicBezTo>
                  <a:cubicBezTo>
                    <a:pt x="1465" y="104"/>
                    <a:pt x="1491" y="130"/>
                    <a:pt x="1491" y="163"/>
                  </a:cubicBezTo>
                  <a:cubicBezTo>
                    <a:pt x="1491" y="585"/>
                    <a:pt x="1491" y="585"/>
                    <a:pt x="1491" y="585"/>
                  </a:cubicBezTo>
                  <a:cubicBezTo>
                    <a:pt x="1491" y="618"/>
                    <a:pt x="1465" y="644"/>
                    <a:pt x="1432" y="644"/>
                  </a:cubicBezTo>
                  <a:cubicBezTo>
                    <a:pt x="1322" y="644"/>
                    <a:pt x="1322" y="644"/>
                    <a:pt x="1322" y="644"/>
                  </a:cubicBezTo>
                  <a:cubicBezTo>
                    <a:pt x="1278" y="644"/>
                    <a:pt x="1237" y="661"/>
                    <a:pt x="1206" y="692"/>
                  </a:cubicBezTo>
                  <a:cubicBezTo>
                    <a:pt x="1139" y="761"/>
                    <a:pt x="1046" y="803"/>
                    <a:pt x="943" y="803"/>
                  </a:cubicBezTo>
                  <a:cubicBezTo>
                    <a:pt x="552" y="803"/>
                    <a:pt x="552" y="803"/>
                    <a:pt x="552" y="803"/>
                  </a:cubicBezTo>
                  <a:cubicBezTo>
                    <a:pt x="448" y="803"/>
                    <a:pt x="355" y="761"/>
                    <a:pt x="288" y="692"/>
                  </a:cubicBezTo>
                  <a:cubicBezTo>
                    <a:pt x="258" y="661"/>
                    <a:pt x="216" y="644"/>
                    <a:pt x="172" y="644"/>
                  </a:cubicBezTo>
                  <a:cubicBezTo>
                    <a:pt x="59" y="644"/>
                    <a:pt x="59" y="644"/>
                    <a:pt x="59" y="644"/>
                  </a:cubicBezTo>
                  <a:cubicBezTo>
                    <a:pt x="26" y="644"/>
                    <a:pt x="0" y="618"/>
                    <a:pt x="0" y="585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130"/>
                    <a:pt x="26" y="104"/>
                    <a:pt x="59" y="104"/>
                  </a:cubicBezTo>
                  <a:cubicBezTo>
                    <a:pt x="195" y="104"/>
                    <a:pt x="195" y="104"/>
                    <a:pt x="195" y="104"/>
                  </a:cubicBezTo>
                  <a:cubicBezTo>
                    <a:pt x="219" y="104"/>
                    <a:pt x="242" y="90"/>
                    <a:pt x="252" y="68"/>
                  </a:cubicBezTo>
                  <a:cubicBezTo>
                    <a:pt x="271" y="26"/>
                    <a:pt x="271" y="26"/>
                    <a:pt x="271" y="26"/>
                  </a:cubicBezTo>
                  <a:cubicBezTo>
                    <a:pt x="275" y="18"/>
                    <a:pt x="275" y="18"/>
                    <a:pt x="275" y="18"/>
                  </a:cubicBezTo>
                  <a:cubicBezTo>
                    <a:pt x="282" y="6"/>
                    <a:pt x="293" y="0"/>
                    <a:pt x="304" y="0"/>
                  </a:cubicBezTo>
                  <a:lnTo>
                    <a:pt x="1190" y="0"/>
                  </a:lnTo>
                  <a:close/>
                  <a:moveTo>
                    <a:pt x="1190" y="0"/>
                  </a:moveTo>
                  <a:cubicBezTo>
                    <a:pt x="1190" y="0"/>
                    <a:pt x="1190" y="0"/>
                    <a:pt x="1190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30"/>
            <p:cNvSpPr/>
            <p:nvPr/>
          </p:nvSpPr>
          <p:spPr>
            <a:xfrm>
              <a:off x="1958563" y="3399717"/>
              <a:ext cx="34223" cy="34223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96" y="48"/>
                  </a:moveTo>
                  <a:cubicBezTo>
                    <a:pt x="96" y="75"/>
                    <a:pt x="75" y="96"/>
                    <a:pt x="48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</a:path>
              </a:pathLst>
            </a:custGeom>
            <a:solidFill>
              <a:srgbClr val="5BCE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30"/>
            <p:cNvSpPr/>
            <p:nvPr/>
          </p:nvSpPr>
          <p:spPr>
            <a:xfrm>
              <a:off x="1992786" y="3346245"/>
              <a:ext cx="34223" cy="34223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96" y="48"/>
                  </a:moveTo>
                  <a:cubicBezTo>
                    <a:pt x="96" y="75"/>
                    <a:pt x="75" y="96"/>
                    <a:pt x="48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</a:path>
              </a:pathLst>
            </a:custGeom>
            <a:solidFill>
              <a:srgbClr val="5BCE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30"/>
            <p:cNvSpPr/>
            <p:nvPr/>
          </p:nvSpPr>
          <p:spPr>
            <a:xfrm>
              <a:off x="1649669" y="3320221"/>
              <a:ext cx="284298" cy="201771"/>
            </a:xfrm>
            <a:custGeom>
              <a:avLst/>
              <a:gdLst/>
              <a:ahLst/>
              <a:cxnLst/>
              <a:rect l="l" t="t" r="r" b="b"/>
              <a:pathLst>
                <a:path w="797" h="566" extrusionOk="0">
                  <a:moveTo>
                    <a:pt x="797" y="45"/>
                  </a:moveTo>
                  <a:cubicBezTo>
                    <a:pt x="797" y="441"/>
                    <a:pt x="797" y="441"/>
                    <a:pt x="797" y="441"/>
                  </a:cubicBezTo>
                  <a:cubicBezTo>
                    <a:pt x="797" y="460"/>
                    <a:pt x="790" y="479"/>
                    <a:pt x="776" y="492"/>
                  </a:cubicBezTo>
                  <a:cubicBezTo>
                    <a:pt x="728" y="539"/>
                    <a:pt x="664" y="566"/>
                    <a:pt x="596" y="566"/>
                  </a:cubicBezTo>
                  <a:cubicBezTo>
                    <a:pt x="205" y="566"/>
                    <a:pt x="205" y="566"/>
                    <a:pt x="205" y="566"/>
                  </a:cubicBezTo>
                  <a:cubicBezTo>
                    <a:pt x="134" y="566"/>
                    <a:pt x="67" y="537"/>
                    <a:pt x="19" y="487"/>
                  </a:cubicBezTo>
                  <a:cubicBezTo>
                    <a:pt x="6" y="474"/>
                    <a:pt x="0" y="456"/>
                    <a:pt x="0" y="43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20"/>
                    <a:pt x="20" y="0"/>
                    <a:pt x="44" y="0"/>
                  </a:cubicBezTo>
                  <a:cubicBezTo>
                    <a:pt x="753" y="0"/>
                    <a:pt x="753" y="0"/>
                    <a:pt x="753" y="0"/>
                  </a:cubicBezTo>
                  <a:cubicBezTo>
                    <a:pt x="777" y="0"/>
                    <a:pt x="797" y="20"/>
                    <a:pt x="797" y="45"/>
                  </a:cubicBezTo>
                  <a:close/>
                  <a:moveTo>
                    <a:pt x="797" y="45"/>
                  </a:moveTo>
                  <a:cubicBezTo>
                    <a:pt x="797" y="45"/>
                    <a:pt x="797" y="45"/>
                    <a:pt x="797" y="45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0"/>
            <p:cNvSpPr/>
            <p:nvPr/>
          </p:nvSpPr>
          <p:spPr>
            <a:xfrm>
              <a:off x="1677118" y="3348384"/>
              <a:ext cx="228330" cy="122987"/>
            </a:xfrm>
            <a:custGeom>
              <a:avLst/>
              <a:gdLst/>
              <a:ahLst/>
              <a:cxnLst/>
              <a:rect l="l" t="t" r="r" b="b"/>
              <a:pathLst>
                <a:path w="640" h="345" extrusionOk="0">
                  <a:moveTo>
                    <a:pt x="640" y="11"/>
                  </a:moveTo>
                  <a:cubicBezTo>
                    <a:pt x="640" y="335"/>
                    <a:pt x="640" y="335"/>
                    <a:pt x="640" y="335"/>
                  </a:cubicBezTo>
                  <a:cubicBezTo>
                    <a:pt x="640" y="341"/>
                    <a:pt x="635" y="345"/>
                    <a:pt x="629" y="345"/>
                  </a:cubicBezTo>
                  <a:cubicBezTo>
                    <a:pt x="11" y="345"/>
                    <a:pt x="11" y="345"/>
                    <a:pt x="11" y="345"/>
                  </a:cubicBezTo>
                  <a:cubicBezTo>
                    <a:pt x="5" y="345"/>
                    <a:pt x="0" y="341"/>
                    <a:pt x="0" y="33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29" y="0"/>
                    <a:pt x="629" y="0"/>
                    <a:pt x="629" y="0"/>
                  </a:cubicBezTo>
                  <a:cubicBezTo>
                    <a:pt x="635" y="0"/>
                    <a:pt x="640" y="5"/>
                    <a:pt x="640" y="11"/>
                  </a:cubicBezTo>
                  <a:close/>
                  <a:moveTo>
                    <a:pt x="640" y="11"/>
                  </a:moveTo>
                  <a:cubicBezTo>
                    <a:pt x="640" y="11"/>
                    <a:pt x="640" y="11"/>
                    <a:pt x="640" y="11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30"/>
            <p:cNvSpPr/>
            <p:nvPr/>
          </p:nvSpPr>
          <p:spPr>
            <a:xfrm>
              <a:off x="1553774" y="3347314"/>
              <a:ext cx="68445" cy="68445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192" y="59"/>
                  </a:moveTo>
                  <a:cubicBezTo>
                    <a:pt x="192" y="133"/>
                    <a:pt x="192" y="133"/>
                    <a:pt x="192" y="133"/>
                  </a:cubicBezTo>
                  <a:cubicBezTo>
                    <a:pt x="192" y="136"/>
                    <a:pt x="190" y="138"/>
                    <a:pt x="187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1" y="138"/>
                    <a:pt x="138" y="140"/>
                    <a:pt x="138" y="143"/>
                  </a:cubicBezTo>
                  <a:cubicBezTo>
                    <a:pt x="138" y="187"/>
                    <a:pt x="138" y="187"/>
                    <a:pt x="138" y="187"/>
                  </a:cubicBezTo>
                  <a:cubicBezTo>
                    <a:pt x="138" y="190"/>
                    <a:pt x="136" y="192"/>
                    <a:pt x="133" y="192"/>
                  </a:cubicBezTo>
                  <a:cubicBezTo>
                    <a:pt x="60" y="192"/>
                    <a:pt x="60" y="192"/>
                    <a:pt x="60" y="192"/>
                  </a:cubicBezTo>
                  <a:cubicBezTo>
                    <a:pt x="57" y="192"/>
                    <a:pt x="54" y="190"/>
                    <a:pt x="54" y="187"/>
                  </a:cubicBezTo>
                  <a:cubicBezTo>
                    <a:pt x="54" y="143"/>
                    <a:pt x="54" y="143"/>
                    <a:pt x="54" y="143"/>
                  </a:cubicBezTo>
                  <a:cubicBezTo>
                    <a:pt x="54" y="140"/>
                    <a:pt x="52" y="138"/>
                    <a:pt x="49" y="138"/>
                  </a:cubicBezTo>
                  <a:cubicBezTo>
                    <a:pt x="6" y="138"/>
                    <a:pt x="6" y="138"/>
                    <a:pt x="6" y="138"/>
                  </a:cubicBezTo>
                  <a:cubicBezTo>
                    <a:pt x="3" y="138"/>
                    <a:pt x="0" y="136"/>
                    <a:pt x="0" y="13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6"/>
                    <a:pt x="3" y="54"/>
                    <a:pt x="6" y="54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52" y="54"/>
                    <a:pt x="54" y="52"/>
                    <a:pt x="54" y="49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54" y="2"/>
                    <a:pt x="57" y="0"/>
                    <a:pt x="60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6" y="0"/>
                    <a:pt x="138" y="2"/>
                    <a:pt x="138" y="5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2"/>
                    <a:pt x="141" y="54"/>
                    <a:pt x="143" y="54"/>
                  </a:cubicBezTo>
                  <a:cubicBezTo>
                    <a:pt x="187" y="54"/>
                    <a:pt x="187" y="54"/>
                    <a:pt x="187" y="54"/>
                  </a:cubicBezTo>
                  <a:cubicBezTo>
                    <a:pt x="190" y="54"/>
                    <a:pt x="192" y="56"/>
                    <a:pt x="192" y="59"/>
                  </a:cubicBezTo>
                  <a:close/>
                  <a:moveTo>
                    <a:pt x="192" y="59"/>
                  </a:moveTo>
                  <a:cubicBezTo>
                    <a:pt x="192" y="59"/>
                    <a:pt x="192" y="59"/>
                    <a:pt x="192" y="5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30"/>
            <p:cNvSpPr/>
            <p:nvPr/>
          </p:nvSpPr>
          <p:spPr>
            <a:xfrm>
              <a:off x="1964624" y="3395440"/>
              <a:ext cx="34223" cy="34223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96" y="48"/>
                  </a:moveTo>
                  <a:cubicBezTo>
                    <a:pt x="96" y="74"/>
                    <a:pt x="74" y="96"/>
                    <a:pt x="48" y="96"/>
                  </a:cubicBezTo>
                  <a:cubicBezTo>
                    <a:pt x="21" y="96"/>
                    <a:pt x="0" y="74"/>
                    <a:pt x="0" y="48"/>
                  </a:cubicBezTo>
                  <a:cubicBezTo>
                    <a:pt x="0" y="21"/>
                    <a:pt x="21" y="0"/>
                    <a:pt x="48" y="0"/>
                  </a:cubicBezTo>
                  <a:cubicBezTo>
                    <a:pt x="74" y="0"/>
                    <a:pt x="96" y="21"/>
                    <a:pt x="96" y="48"/>
                  </a:cubicBez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30"/>
            <p:cNvSpPr/>
            <p:nvPr/>
          </p:nvSpPr>
          <p:spPr>
            <a:xfrm>
              <a:off x="1998846" y="3341967"/>
              <a:ext cx="34223" cy="34223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96" y="48"/>
                  </a:moveTo>
                  <a:cubicBezTo>
                    <a:pt x="96" y="74"/>
                    <a:pt x="74" y="96"/>
                    <a:pt x="48" y="96"/>
                  </a:cubicBezTo>
                  <a:cubicBezTo>
                    <a:pt x="21" y="96"/>
                    <a:pt x="0" y="74"/>
                    <a:pt x="0" y="48"/>
                  </a:cubicBezTo>
                  <a:cubicBezTo>
                    <a:pt x="0" y="22"/>
                    <a:pt x="21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30"/>
            <p:cNvSpPr/>
            <p:nvPr/>
          </p:nvSpPr>
          <p:spPr>
            <a:xfrm>
              <a:off x="1518126" y="3267105"/>
              <a:ext cx="547741" cy="302656"/>
            </a:xfrm>
            <a:custGeom>
              <a:avLst/>
              <a:gdLst/>
              <a:ahLst/>
              <a:cxnLst/>
              <a:rect l="l" t="t" r="r" b="b"/>
              <a:pathLst>
                <a:path w="1536" h="849" extrusionOk="0">
                  <a:moveTo>
                    <a:pt x="1454" y="104"/>
                  </a:moveTo>
                  <a:cubicBezTo>
                    <a:pt x="1445" y="104"/>
                    <a:pt x="1445" y="104"/>
                    <a:pt x="1445" y="104"/>
                  </a:cubicBezTo>
                  <a:cubicBezTo>
                    <a:pt x="1445" y="89"/>
                    <a:pt x="1445" y="89"/>
                    <a:pt x="1445" y="89"/>
                  </a:cubicBezTo>
                  <a:cubicBezTo>
                    <a:pt x="1445" y="55"/>
                    <a:pt x="1417" y="27"/>
                    <a:pt x="1382" y="27"/>
                  </a:cubicBezTo>
                  <a:cubicBezTo>
                    <a:pt x="1259" y="27"/>
                    <a:pt x="1259" y="27"/>
                    <a:pt x="1259" y="27"/>
                  </a:cubicBezTo>
                  <a:cubicBezTo>
                    <a:pt x="1248" y="10"/>
                    <a:pt x="1230" y="0"/>
                    <a:pt x="1212" y="0"/>
                  </a:cubicBezTo>
                  <a:cubicBezTo>
                    <a:pt x="326" y="0"/>
                    <a:pt x="326" y="0"/>
                    <a:pt x="326" y="0"/>
                  </a:cubicBezTo>
                  <a:cubicBezTo>
                    <a:pt x="308" y="0"/>
                    <a:pt x="290" y="10"/>
                    <a:pt x="279" y="27"/>
                  </a:cubicBezTo>
                  <a:cubicBezTo>
                    <a:pt x="156" y="27"/>
                    <a:pt x="156" y="27"/>
                    <a:pt x="156" y="27"/>
                  </a:cubicBezTo>
                  <a:cubicBezTo>
                    <a:pt x="121" y="27"/>
                    <a:pt x="93" y="55"/>
                    <a:pt x="93" y="89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81" y="104"/>
                    <a:pt x="81" y="104"/>
                    <a:pt x="81" y="104"/>
                  </a:cubicBezTo>
                  <a:cubicBezTo>
                    <a:pt x="36" y="104"/>
                    <a:pt x="0" y="141"/>
                    <a:pt x="0" y="186"/>
                  </a:cubicBezTo>
                  <a:cubicBezTo>
                    <a:pt x="0" y="608"/>
                    <a:pt x="0" y="608"/>
                    <a:pt x="0" y="608"/>
                  </a:cubicBezTo>
                  <a:cubicBezTo>
                    <a:pt x="0" y="653"/>
                    <a:pt x="36" y="690"/>
                    <a:pt x="81" y="690"/>
                  </a:cubicBezTo>
                  <a:cubicBezTo>
                    <a:pt x="194" y="690"/>
                    <a:pt x="194" y="690"/>
                    <a:pt x="194" y="690"/>
                  </a:cubicBezTo>
                  <a:cubicBezTo>
                    <a:pt x="232" y="690"/>
                    <a:pt x="268" y="705"/>
                    <a:pt x="294" y="731"/>
                  </a:cubicBezTo>
                  <a:cubicBezTo>
                    <a:pt x="368" y="807"/>
                    <a:pt x="467" y="849"/>
                    <a:pt x="574" y="849"/>
                  </a:cubicBezTo>
                  <a:cubicBezTo>
                    <a:pt x="965" y="849"/>
                    <a:pt x="965" y="849"/>
                    <a:pt x="965" y="849"/>
                  </a:cubicBezTo>
                  <a:cubicBezTo>
                    <a:pt x="1071" y="849"/>
                    <a:pt x="1170" y="807"/>
                    <a:pt x="1244" y="731"/>
                  </a:cubicBezTo>
                  <a:cubicBezTo>
                    <a:pt x="1270" y="705"/>
                    <a:pt x="1306" y="690"/>
                    <a:pt x="1344" y="690"/>
                  </a:cubicBezTo>
                  <a:cubicBezTo>
                    <a:pt x="1454" y="690"/>
                    <a:pt x="1454" y="690"/>
                    <a:pt x="1454" y="690"/>
                  </a:cubicBezTo>
                  <a:cubicBezTo>
                    <a:pt x="1499" y="690"/>
                    <a:pt x="1536" y="653"/>
                    <a:pt x="1536" y="608"/>
                  </a:cubicBezTo>
                  <a:cubicBezTo>
                    <a:pt x="1536" y="186"/>
                    <a:pt x="1536" y="186"/>
                    <a:pt x="1536" y="186"/>
                  </a:cubicBezTo>
                  <a:cubicBezTo>
                    <a:pt x="1536" y="141"/>
                    <a:pt x="1499" y="104"/>
                    <a:pt x="1454" y="104"/>
                  </a:cubicBezTo>
                  <a:close/>
                  <a:moveTo>
                    <a:pt x="1400" y="89"/>
                  </a:moveTo>
                  <a:cubicBezTo>
                    <a:pt x="1400" y="104"/>
                    <a:pt x="1400" y="104"/>
                    <a:pt x="1400" y="104"/>
                  </a:cubicBezTo>
                  <a:cubicBezTo>
                    <a:pt x="1321" y="104"/>
                    <a:pt x="1321" y="104"/>
                    <a:pt x="1321" y="104"/>
                  </a:cubicBezTo>
                  <a:cubicBezTo>
                    <a:pt x="1306" y="104"/>
                    <a:pt x="1291" y="95"/>
                    <a:pt x="1285" y="81"/>
                  </a:cubicBezTo>
                  <a:cubicBezTo>
                    <a:pt x="1280" y="72"/>
                    <a:pt x="1280" y="72"/>
                    <a:pt x="1280" y="72"/>
                  </a:cubicBezTo>
                  <a:cubicBezTo>
                    <a:pt x="1382" y="72"/>
                    <a:pt x="1382" y="72"/>
                    <a:pt x="1382" y="72"/>
                  </a:cubicBezTo>
                  <a:cubicBezTo>
                    <a:pt x="1392" y="72"/>
                    <a:pt x="1400" y="80"/>
                    <a:pt x="1400" y="89"/>
                  </a:cubicBezTo>
                  <a:close/>
                  <a:moveTo>
                    <a:pt x="138" y="89"/>
                  </a:moveTo>
                  <a:cubicBezTo>
                    <a:pt x="138" y="80"/>
                    <a:pt x="146" y="72"/>
                    <a:pt x="156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53" y="81"/>
                    <a:pt x="253" y="81"/>
                    <a:pt x="253" y="81"/>
                  </a:cubicBezTo>
                  <a:cubicBezTo>
                    <a:pt x="247" y="95"/>
                    <a:pt x="233" y="104"/>
                    <a:pt x="217" y="104"/>
                  </a:cubicBezTo>
                  <a:cubicBezTo>
                    <a:pt x="138" y="104"/>
                    <a:pt x="138" y="104"/>
                    <a:pt x="138" y="104"/>
                  </a:cubicBezTo>
                  <a:lnTo>
                    <a:pt x="138" y="89"/>
                  </a:lnTo>
                  <a:close/>
                  <a:moveTo>
                    <a:pt x="1491" y="608"/>
                  </a:moveTo>
                  <a:cubicBezTo>
                    <a:pt x="1491" y="628"/>
                    <a:pt x="1474" y="645"/>
                    <a:pt x="1454" y="645"/>
                  </a:cubicBezTo>
                  <a:cubicBezTo>
                    <a:pt x="1344" y="645"/>
                    <a:pt x="1344" y="645"/>
                    <a:pt x="1344" y="645"/>
                  </a:cubicBezTo>
                  <a:cubicBezTo>
                    <a:pt x="1294" y="645"/>
                    <a:pt x="1246" y="665"/>
                    <a:pt x="1212" y="699"/>
                  </a:cubicBezTo>
                  <a:cubicBezTo>
                    <a:pt x="1147" y="767"/>
                    <a:pt x="1059" y="804"/>
                    <a:pt x="965" y="804"/>
                  </a:cubicBezTo>
                  <a:cubicBezTo>
                    <a:pt x="574" y="804"/>
                    <a:pt x="574" y="804"/>
                    <a:pt x="574" y="804"/>
                  </a:cubicBezTo>
                  <a:cubicBezTo>
                    <a:pt x="480" y="804"/>
                    <a:pt x="392" y="767"/>
                    <a:pt x="326" y="699"/>
                  </a:cubicBezTo>
                  <a:cubicBezTo>
                    <a:pt x="292" y="665"/>
                    <a:pt x="244" y="645"/>
                    <a:pt x="194" y="645"/>
                  </a:cubicBezTo>
                  <a:cubicBezTo>
                    <a:pt x="81" y="645"/>
                    <a:pt x="81" y="645"/>
                    <a:pt x="81" y="645"/>
                  </a:cubicBezTo>
                  <a:cubicBezTo>
                    <a:pt x="61" y="645"/>
                    <a:pt x="44" y="628"/>
                    <a:pt x="44" y="608"/>
                  </a:cubicBezTo>
                  <a:cubicBezTo>
                    <a:pt x="44" y="186"/>
                    <a:pt x="44" y="186"/>
                    <a:pt x="44" y="186"/>
                  </a:cubicBezTo>
                  <a:cubicBezTo>
                    <a:pt x="44" y="166"/>
                    <a:pt x="61" y="149"/>
                    <a:pt x="81" y="149"/>
                  </a:cubicBezTo>
                  <a:cubicBezTo>
                    <a:pt x="217" y="149"/>
                    <a:pt x="217" y="149"/>
                    <a:pt x="217" y="149"/>
                  </a:cubicBezTo>
                  <a:cubicBezTo>
                    <a:pt x="250" y="149"/>
                    <a:pt x="280" y="130"/>
                    <a:pt x="294" y="100"/>
                  </a:cubicBezTo>
                  <a:cubicBezTo>
                    <a:pt x="317" y="51"/>
                    <a:pt x="317" y="51"/>
                    <a:pt x="317" y="51"/>
                  </a:cubicBezTo>
                  <a:cubicBezTo>
                    <a:pt x="319" y="47"/>
                    <a:pt x="323" y="45"/>
                    <a:pt x="326" y="45"/>
                  </a:cubicBezTo>
                  <a:cubicBezTo>
                    <a:pt x="1212" y="45"/>
                    <a:pt x="1212" y="45"/>
                    <a:pt x="1212" y="45"/>
                  </a:cubicBezTo>
                  <a:cubicBezTo>
                    <a:pt x="1215" y="45"/>
                    <a:pt x="1219" y="47"/>
                    <a:pt x="1221" y="51"/>
                  </a:cubicBezTo>
                  <a:cubicBezTo>
                    <a:pt x="1244" y="100"/>
                    <a:pt x="1244" y="100"/>
                    <a:pt x="1244" y="100"/>
                  </a:cubicBezTo>
                  <a:cubicBezTo>
                    <a:pt x="1258" y="130"/>
                    <a:pt x="1288" y="149"/>
                    <a:pt x="1321" y="149"/>
                  </a:cubicBezTo>
                  <a:cubicBezTo>
                    <a:pt x="1454" y="149"/>
                    <a:pt x="1454" y="149"/>
                    <a:pt x="1454" y="149"/>
                  </a:cubicBezTo>
                  <a:cubicBezTo>
                    <a:pt x="1474" y="149"/>
                    <a:pt x="1491" y="165"/>
                    <a:pt x="1491" y="186"/>
                  </a:cubicBezTo>
                  <a:lnTo>
                    <a:pt x="1491" y="608"/>
                  </a:lnTo>
                  <a:close/>
                  <a:moveTo>
                    <a:pt x="1491" y="608"/>
                  </a:moveTo>
                  <a:cubicBezTo>
                    <a:pt x="1491" y="608"/>
                    <a:pt x="1491" y="608"/>
                    <a:pt x="1491" y="60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1641470" y="3312022"/>
              <a:ext cx="300696" cy="217812"/>
            </a:xfrm>
            <a:custGeom>
              <a:avLst/>
              <a:gdLst/>
              <a:ahLst/>
              <a:cxnLst/>
              <a:rect l="l" t="t" r="r" b="b"/>
              <a:pathLst>
                <a:path w="843" h="611" extrusionOk="0">
                  <a:moveTo>
                    <a:pt x="776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461"/>
                    <a:pt x="0" y="461"/>
                    <a:pt x="0" y="461"/>
                  </a:cubicBezTo>
                  <a:cubicBezTo>
                    <a:pt x="0" y="485"/>
                    <a:pt x="9" y="508"/>
                    <a:pt x="26" y="525"/>
                  </a:cubicBezTo>
                  <a:cubicBezTo>
                    <a:pt x="78" y="580"/>
                    <a:pt x="152" y="611"/>
                    <a:pt x="228" y="611"/>
                  </a:cubicBezTo>
                  <a:cubicBezTo>
                    <a:pt x="619" y="611"/>
                    <a:pt x="619" y="611"/>
                    <a:pt x="619" y="611"/>
                  </a:cubicBezTo>
                  <a:cubicBezTo>
                    <a:pt x="692" y="611"/>
                    <a:pt x="762" y="583"/>
                    <a:pt x="815" y="531"/>
                  </a:cubicBezTo>
                  <a:cubicBezTo>
                    <a:pt x="833" y="514"/>
                    <a:pt x="843" y="489"/>
                    <a:pt x="843" y="464"/>
                  </a:cubicBezTo>
                  <a:cubicBezTo>
                    <a:pt x="843" y="68"/>
                    <a:pt x="843" y="68"/>
                    <a:pt x="843" y="68"/>
                  </a:cubicBezTo>
                  <a:cubicBezTo>
                    <a:pt x="843" y="31"/>
                    <a:pt x="813" y="0"/>
                    <a:pt x="776" y="0"/>
                  </a:cubicBezTo>
                  <a:close/>
                  <a:moveTo>
                    <a:pt x="798" y="464"/>
                  </a:moveTo>
                  <a:cubicBezTo>
                    <a:pt x="798" y="477"/>
                    <a:pt x="793" y="490"/>
                    <a:pt x="783" y="499"/>
                  </a:cubicBezTo>
                  <a:cubicBezTo>
                    <a:pt x="739" y="543"/>
                    <a:pt x="680" y="566"/>
                    <a:pt x="619" y="566"/>
                  </a:cubicBezTo>
                  <a:cubicBezTo>
                    <a:pt x="228" y="566"/>
                    <a:pt x="228" y="566"/>
                    <a:pt x="228" y="566"/>
                  </a:cubicBezTo>
                  <a:cubicBezTo>
                    <a:pt x="164" y="566"/>
                    <a:pt x="102" y="540"/>
                    <a:pt x="58" y="494"/>
                  </a:cubicBezTo>
                  <a:cubicBezTo>
                    <a:pt x="50" y="485"/>
                    <a:pt x="45" y="473"/>
                    <a:pt x="45" y="461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76" y="45"/>
                    <a:pt x="776" y="45"/>
                    <a:pt x="776" y="45"/>
                  </a:cubicBezTo>
                  <a:cubicBezTo>
                    <a:pt x="788" y="45"/>
                    <a:pt x="798" y="55"/>
                    <a:pt x="798" y="68"/>
                  </a:cubicBezTo>
                  <a:lnTo>
                    <a:pt x="798" y="464"/>
                  </a:lnTo>
                  <a:close/>
                  <a:moveTo>
                    <a:pt x="798" y="464"/>
                  </a:moveTo>
                  <a:cubicBezTo>
                    <a:pt x="798" y="464"/>
                    <a:pt x="798" y="464"/>
                    <a:pt x="798" y="46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30"/>
            <p:cNvSpPr/>
            <p:nvPr/>
          </p:nvSpPr>
          <p:spPr>
            <a:xfrm>
              <a:off x="1669989" y="3340541"/>
              <a:ext cx="243659" cy="139029"/>
            </a:xfrm>
            <a:custGeom>
              <a:avLst/>
              <a:gdLst/>
              <a:ahLst/>
              <a:cxnLst/>
              <a:rect l="l" t="t" r="r" b="b"/>
              <a:pathLst>
                <a:path w="683" h="390" extrusionOk="0">
                  <a:moveTo>
                    <a:pt x="661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67"/>
                    <a:pt x="0" y="367"/>
                    <a:pt x="0" y="367"/>
                  </a:cubicBezTo>
                  <a:cubicBezTo>
                    <a:pt x="0" y="380"/>
                    <a:pt x="10" y="390"/>
                    <a:pt x="22" y="390"/>
                  </a:cubicBezTo>
                  <a:cubicBezTo>
                    <a:pt x="104" y="390"/>
                    <a:pt x="104" y="390"/>
                    <a:pt x="104" y="390"/>
                  </a:cubicBezTo>
                  <a:cubicBezTo>
                    <a:pt x="116" y="390"/>
                    <a:pt x="126" y="380"/>
                    <a:pt x="126" y="367"/>
                  </a:cubicBezTo>
                  <a:cubicBezTo>
                    <a:pt x="126" y="355"/>
                    <a:pt x="116" y="345"/>
                    <a:pt x="104" y="345"/>
                  </a:cubicBezTo>
                  <a:cubicBezTo>
                    <a:pt x="44" y="345"/>
                    <a:pt x="44" y="345"/>
                    <a:pt x="44" y="345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639" y="45"/>
                    <a:pt x="639" y="45"/>
                    <a:pt x="639" y="45"/>
                  </a:cubicBezTo>
                  <a:cubicBezTo>
                    <a:pt x="639" y="345"/>
                    <a:pt x="639" y="345"/>
                    <a:pt x="639" y="345"/>
                  </a:cubicBezTo>
                  <a:cubicBezTo>
                    <a:pt x="194" y="345"/>
                    <a:pt x="194" y="345"/>
                    <a:pt x="194" y="345"/>
                  </a:cubicBezTo>
                  <a:cubicBezTo>
                    <a:pt x="181" y="345"/>
                    <a:pt x="171" y="355"/>
                    <a:pt x="171" y="367"/>
                  </a:cubicBezTo>
                  <a:cubicBezTo>
                    <a:pt x="171" y="380"/>
                    <a:pt x="181" y="390"/>
                    <a:pt x="194" y="390"/>
                  </a:cubicBezTo>
                  <a:cubicBezTo>
                    <a:pt x="661" y="390"/>
                    <a:pt x="661" y="390"/>
                    <a:pt x="661" y="390"/>
                  </a:cubicBezTo>
                  <a:cubicBezTo>
                    <a:pt x="673" y="390"/>
                    <a:pt x="683" y="380"/>
                    <a:pt x="683" y="367"/>
                  </a:cubicBezTo>
                  <a:cubicBezTo>
                    <a:pt x="683" y="23"/>
                    <a:pt x="683" y="23"/>
                    <a:pt x="683" y="23"/>
                  </a:cubicBezTo>
                  <a:cubicBezTo>
                    <a:pt x="683" y="10"/>
                    <a:pt x="673" y="0"/>
                    <a:pt x="661" y="0"/>
                  </a:cubicBezTo>
                  <a:close/>
                  <a:moveTo>
                    <a:pt x="661" y="0"/>
                  </a:moveTo>
                  <a:cubicBezTo>
                    <a:pt x="661" y="0"/>
                    <a:pt x="661" y="0"/>
                    <a:pt x="661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30"/>
            <p:cNvSpPr/>
            <p:nvPr/>
          </p:nvSpPr>
          <p:spPr>
            <a:xfrm>
              <a:off x="1545932" y="3339471"/>
              <a:ext cx="84487" cy="84130"/>
            </a:xfrm>
            <a:custGeom>
              <a:avLst/>
              <a:gdLst/>
              <a:ahLst/>
              <a:cxnLst/>
              <a:rect l="l" t="t" r="r" b="b"/>
              <a:pathLst>
                <a:path w="237" h="236" extrusionOk="0">
                  <a:moveTo>
                    <a:pt x="209" y="54"/>
                  </a:moveTo>
                  <a:cubicBezTo>
                    <a:pt x="183" y="54"/>
                    <a:pt x="183" y="54"/>
                    <a:pt x="183" y="54"/>
                  </a:cubicBezTo>
                  <a:cubicBezTo>
                    <a:pt x="183" y="27"/>
                    <a:pt x="183" y="27"/>
                    <a:pt x="183" y="27"/>
                  </a:cubicBezTo>
                  <a:cubicBezTo>
                    <a:pt x="183" y="12"/>
                    <a:pt x="170" y="0"/>
                    <a:pt x="155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66" y="0"/>
                    <a:pt x="54" y="12"/>
                    <a:pt x="54" y="2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12" y="54"/>
                    <a:pt x="0" y="66"/>
                    <a:pt x="0" y="81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70"/>
                    <a:pt x="12" y="182"/>
                    <a:pt x="28" y="182"/>
                  </a:cubicBezTo>
                  <a:cubicBezTo>
                    <a:pt x="54" y="182"/>
                    <a:pt x="54" y="182"/>
                    <a:pt x="54" y="182"/>
                  </a:cubicBezTo>
                  <a:cubicBezTo>
                    <a:pt x="54" y="209"/>
                    <a:pt x="54" y="209"/>
                    <a:pt x="54" y="209"/>
                  </a:cubicBezTo>
                  <a:cubicBezTo>
                    <a:pt x="54" y="224"/>
                    <a:pt x="66" y="236"/>
                    <a:pt x="82" y="236"/>
                  </a:cubicBezTo>
                  <a:cubicBezTo>
                    <a:pt x="155" y="236"/>
                    <a:pt x="155" y="236"/>
                    <a:pt x="155" y="236"/>
                  </a:cubicBezTo>
                  <a:cubicBezTo>
                    <a:pt x="170" y="236"/>
                    <a:pt x="183" y="224"/>
                    <a:pt x="183" y="209"/>
                  </a:cubicBezTo>
                  <a:cubicBezTo>
                    <a:pt x="183" y="182"/>
                    <a:pt x="183" y="182"/>
                    <a:pt x="183" y="182"/>
                  </a:cubicBezTo>
                  <a:cubicBezTo>
                    <a:pt x="209" y="182"/>
                    <a:pt x="209" y="182"/>
                    <a:pt x="209" y="182"/>
                  </a:cubicBezTo>
                  <a:cubicBezTo>
                    <a:pt x="224" y="182"/>
                    <a:pt x="237" y="170"/>
                    <a:pt x="237" y="155"/>
                  </a:cubicBezTo>
                  <a:cubicBezTo>
                    <a:pt x="237" y="81"/>
                    <a:pt x="237" y="81"/>
                    <a:pt x="237" y="81"/>
                  </a:cubicBezTo>
                  <a:cubicBezTo>
                    <a:pt x="237" y="66"/>
                    <a:pt x="224" y="54"/>
                    <a:pt x="209" y="54"/>
                  </a:cubicBezTo>
                  <a:close/>
                  <a:moveTo>
                    <a:pt x="192" y="137"/>
                  </a:moveTo>
                  <a:cubicBezTo>
                    <a:pt x="165" y="137"/>
                    <a:pt x="165" y="137"/>
                    <a:pt x="165" y="137"/>
                  </a:cubicBezTo>
                  <a:cubicBezTo>
                    <a:pt x="150" y="137"/>
                    <a:pt x="138" y="150"/>
                    <a:pt x="138" y="165"/>
                  </a:cubicBezTo>
                  <a:cubicBezTo>
                    <a:pt x="138" y="191"/>
                    <a:pt x="138" y="191"/>
                    <a:pt x="138" y="191"/>
                  </a:cubicBezTo>
                  <a:cubicBezTo>
                    <a:pt x="99" y="191"/>
                    <a:pt x="99" y="191"/>
                    <a:pt x="99" y="191"/>
                  </a:cubicBezTo>
                  <a:cubicBezTo>
                    <a:pt x="99" y="165"/>
                    <a:pt x="99" y="165"/>
                    <a:pt x="99" y="165"/>
                  </a:cubicBezTo>
                  <a:cubicBezTo>
                    <a:pt x="99" y="150"/>
                    <a:pt x="87" y="137"/>
                    <a:pt x="71" y="137"/>
                  </a:cubicBezTo>
                  <a:cubicBezTo>
                    <a:pt x="45" y="137"/>
                    <a:pt x="45" y="137"/>
                    <a:pt x="45" y="137"/>
                  </a:cubicBezTo>
                  <a:cubicBezTo>
                    <a:pt x="45" y="98"/>
                    <a:pt x="45" y="98"/>
                    <a:pt x="45" y="98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87" y="98"/>
                    <a:pt x="99" y="86"/>
                    <a:pt x="99" y="71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138" y="45"/>
                    <a:pt x="138" y="45"/>
                    <a:pt x="138" y="45"/>
                  </a:cubicBezTo>
                  <a:cubicBezTo>
                    <a:pt x="138" y="71"/>
                    <a:pt x="138" y="71"/>
                    <a:pt x="138" y="71"/>
                  </a:cubicBezTo>
                  <a:cubicBezTo>
                    <a:pt x="138" y="86"/>
                    <a:pt x="150" y="98"/>
                    <a:pt x="165" y="98"/>
                  </a:cubicBezTo>
                  <a:cubicBezTo>
                    <a:pt x="192" y="98"/>
                    <a:pt x="192" y="98"/>
                    <a:pt x="192" y="98"/>
                  </a:cubicBezTo>
                  <a:lnTo>
                    <a:pt x="192" y="137"/>
                  </a:lnTo>
                  <a:close/>
                  <a:moveTo>
                    <a:pt x="192" y="137"/>
                  </a:moveTo>
                  <a:cubicBezTo>
                    <a:pt x="192" y="137"/>
                    <a:pt x="192" y="137"/>
                    <a:pt x="192" y="13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30"/>
            <p:cNvSpPr/>
            <p:nvPr/>
          </p:nvSpPr>
          <p:spPr>
            <a:xfrm>
              <a:off x="1606891" y="3433227"/>
              <a:ext cx="19250" cy="19250"/>
            </a:xfrm>
            <a:custGeom>
              <a:avLst/>
              <a:gdLst/>
              <a:ahLst/>
              <a:cxnLst/>
              <a:rect l="l" t="t" r="r" b="b"/>
              <a:pathLst>
                <a:path w="54" h="54" extrusionOk="0">
                  <a:moveTo>
                    <a:pt x="54" y="27"/>
                  </a:moveTo>
                  <a:cubicBezTo>
                    <a:pt x="54" y="42"/>
                    <a:pt x="42" y="54"/>
                    <a:pt x="27" y="54"/>
                  </a:cubicBez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lose/>
                  <a:moveTo>
                    <a:pt x="54" y="27"/>
                  </a:moveTo>
                  <a:cubicBezTo>
                    <a:pt x="54" y="27"/>
                    <a:pt x="54" y="27"/>
                    <a:pt x="54" y="2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30"/>
            <p:cNvSpPr/>
            <p:nvPr/>
          </p:nvSpPr>
          <p:spPr>
            <a:xfrm>
              <a:off x="1606891" y="3462102"/>
              <a:ext cx="19250" cy="19250"/>
            </a:xfrm>
            <a:custGeom>
              <a:avLst/>
              <a:gdLst/>
              <a:ahLst/>
              <a:cxnLst/>
              <a:rect l="l" t="t" r="r" b="b"/>
              <a:pathLst>
                <a:path w="54" h="54" extrusionOk="0">
                  <a:moveTo>
                    <a:pt x="54" y="27"/>
                  </a:moveTo>
                  <a:cubicBezTo>
                    <a:pt x="54" y="42"/>
                    <a:pt x="42" y="54"/>
                    <a:pt x="27" y="54"/>
                  </a:cubicBez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lose/>
                  <a:moveTo>
                    <a:pt x="54" y="27"/>
                  </a:moveTo>
                  <a:cubicBezTo>
                    <a:pt x="54" y="27"/>
                    <a:pt x="54" y="27"/>
                    <a:pt x="54" y="2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30"/>
            <p:cNvSpPr/>
            <p:nvPr/>
          </p:nvSpPr>
          <p:spPr>
            <a:xfrm>
              <a:off x="1956425" y="3387240"/>
              <a:ext cx="50264" cy="50264"/>
            </a:xfrm>
            <a:custGeom>
              <a:avLst/>
              <a:gdLst/>
              <a:ahLst/>
              <a:cxnLst/>
              <a:rect l="l" t="t" r="r" b="b"/>
              <a:pathLst>
                <a:path w="141" h="141" extrusionOk="0">
                  <a:moveTo>
                    <a:pt x="71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110"/>
                    <a:pt x="32" y="141"/>
                    <a:pt x="71" y="141"/>
                  </a:cubicBezTo>
                  <a:cubicBezTo>
                    <a:pt x="109" y="141"/>
                    <a:pt x="141" y="110"/>
                    <a:pt x="141" y="71"/>
                  </a:cubicBezTo>
                  <a:cubicBezTo>
                    <a:pt x="141" y="32"/>
                    <a:pt x="109" y="0"/>
                    <a:pt x="71" y="0"/>
                  </a:cubicBezTo>
                  <a:close/>
                  <a:moveTo>
                    <a:pt x="71" y="96"/>
                  </a:moveTo>
                  <a:cubicBezTo>
                    <a:pt x="57" y="96"/>
                    <a:pt x="45" y="85"/>
                    <a:pt x="45" y="71"/>
                  </a:cubicBezTo>
                  <a:cubicBezTo>
                    <a:pt x="45" y="57"/>
                    <a:pt x="57" y="45"/>
                    <a:pt x="71" y="45"/>
                  </a:cubicBezTo>
                  <a:cubicBezTo>
                    <a:pt x="85" y="45"/>
                    <a:pt x="96" y="57"/>
                    <a:pt x="96" y="71"/>
                  </a:cubicBezTo>
                  <a:cubicBezTo>
                    <a:pt x="96" y="85"/>
                    <a:pt x="85" y="96"/>
                    <a:pt x="71" y="96"/>
                  </a:cubicBezTo>
                  <a:close/>
                  <a:moveTo>
                    <a:pt x="71" y="96"/>
                  </a:moveTo>
                  <a:cubicBezTo>
                    <a:pt x="71" y="96"/>
                    <a:pt x="71" y="96"/>
                    <a:pt x="71" y="9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30"/>
            <p:cNvSpPr/>
            <p:nvPr/>
          </p:nvSpPr>
          <p:spPr>
            <a:xfrm>
              <a:off x="1990647" y="3334124"/>
              <a:ext cx="50264" cy="49908"/>
            </a:xfrm>
            <a:custGeom>
              <a:avLst/>
              <a:gdLst/>
              <a:ahLst/>
              <a:cxnLst/>
              <a:rect l="l" t="t" r="r" b="b"/>
              <a:pathLst>
                <a:path w="141" h="140" extrusionOk="0">
                  <a:moveTo>
                    <a:pt x="71" y="0"/>
                  </a:moveTo>
                  <a:cubicBezTo>
                    <a:pt x="32" y="0"/>
                    <a:pt x="0" y="31"/>
                    <a:pt x="0" y="70"/>
                  </a:cubicBezTo>
                  <a:cubicBezTo>
                    <a:pt x="0" y="109"/>
                    <a:pt x="32" y="140"/>
                    <a:pt x="71" y="140"/>
                  </a:cubicBezTo>
                  <a:cubicBezTo>
                    <a:pt x="109" y="140"/>
                    <a:pt x="141" y="109"/>
                    <a:pt x="141" y="70"/>
                  </a:cubicBezTo>
                  <a:cubicBezTo>
                    <a:pt x="141" y="31"/>
                    <a:pt x="109" y="0"/>
                    <a:pt x="71" y="0"/>
                  </a:cubicBezTo>
                  <a:close/>
                  <a:moveTo>
                    <a:pt x="71" y="96"/>
                  </a:moveTo>
                  <a:cubicBezTo>
                    <a:pt x="57" y="96"/>
                    <a:pt x="45" y="84"/>
                    <a:pt x="45" y="70"/>
                  </a:cubicBezTo>
                  <a:cubicBezTo>
                    <a:pt x="45" y="56"/>
                    <a:pt x="57" y="45"/>
                    <a:pt x="71" y="45"/>
                  </a:cubicBezTo>
                  <a:cubicBezTo>
                    <a:pt x="85" y="45"/>
                    <a:pt x="96" y="56"/>
                    <a:pt x="96" y="70"/>
                  </a:cubicBezTo>
                  <a:cubicBezTo>
                    <a:pt x="96" y="84"/>
                    <a:pt x="85" y="96"/>
                    <a:pt x="71" y="96"/>
                  </a:cubicBezTo>
                  <a:close/>
                  <a:moveTo>
                    <a:pt x="71" y="96"/>
                  </a:moveTo>
                  <a:cubicBezTo>
                    <a:pt x="71" y="96"/>
                    <a:pt x="71" y="96"/>
                    <a:pt x="71" y="9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30"/>
            <p:cNvSpPr/>
            <p:nvPr/>
          </p:nvSpPr>
          <p:spPr>
            <a:xfrm>
              <a:off x="1963911" y="3454616"/>
              <a:ext cx="16042" cy="33153"/>
            </a:xfrm>
            <a:custGeom>
              <a:avLst/>
              <a:gdLst/>
              <a:ahLst/>
              <a:cxnLst/>
              <a:rect l="l" t="t" r="r" b="b"/>
              <a:pathLst>
                <a:path w="45" h="93" extrusionOk="0">
                  <a:moveTo>
                    <a:pt x="23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83"/>
                    <a:pt x="10" y="93"/>
                    <a:pt x="23" y="93"/>
                  </a:cubicBezTo>
                  <a:cubicBezTo>
                    <a:pt x="35" y="93"/>
                    <a:pt x="45" y="83"/>
                    <a:pt x="45" y="71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10"/>
                    <a:pt x="35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30"/>
            <p:cNvSpPr/>
            <p:nvPr/>
          </p:nvSpPr>
          <p:spPr>
            <a:xfrm>
              <a:off x="1988508" y="3454616"/>
              <a:ext cx="16042" cy="33153"/>
            </a:xfrm>
            <a:custGeom>
              <a:avLst/>
              <a:gdLst/>
              <a:ahLst/>
              <a:cxnLst/>
              <a:rect l="l" t="t" r="r" b="b"/>
              <a:pathLst>
                <a:path w="45" h="93" extrusionOk="0">
                  <a:moveTo>
                    <a:pt x="23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83"/>
                    <a:pt x="10" y="93"/>
                    <a:pt x="23" y="93"/>
                  </a:cubicBezTo>
                  <a:cubicBezTo>
                    <a:pt x="35" y="93"/>
                    <a:pt x="45" y="83"/>
                    <a:pt x="45" y="71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10"/>
                    <a:pt x="35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2013106" y="3454616"/>
              <a:ext cx="16042" cy="33153"/>
            </a:xfrm>
            <a:custGeom>
              <a:avLst/>
              <a:gdLst/>
              <a:ahLst/>
              <a:cxnLst/>
              <a:rect l="l" t="t" r="r" b="b"/>
              <a:pathLst>
                <a:path w="45" h="93" extrusionOk="0">
                  <a:moveTo>
                    <a:pt x="23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83"/>
                    <a:pt x="10" y="93"/>
                    <a:pt x="23" y="93"/>
                  </a:cubicBezTo>
                  <a:cubicBezTo>
                    <a:pt x="35" y="93"/>
                    <a:pt x="45" y="83"/>
                    <a:pt x="45" y="71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10"/>
                    <a:pt x="35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029F8A6-60ED-24D7-C4E1-EAD63D28F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92EBAA7-1189-4880-F854-17F606B5E290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1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919" name="Google Shape;919;p31"/>
          <p:cNvGrpSpPr/>
          <p:nvPr/>
        </p:nvGrpSpPr>
        <p:grpSpPr>
          <a:xfrm>
            <a:off x="713625" y="2463054"/>
            <a:ext cx="1848025" cy="907444"/>
            <a:chOff x="713625" y="2463054"/>
            <a:chExt cx="1848025" cy="907444"/>
          </a:xfrm>
        </p:grpSpPr>
        <p:sp>
          <p:nvSpPr>
            <p:cNvPr id="920" name="Google Shape;920;p31"/>
            <p:cNvSpPr txBox="1"/>
            <p:nvPr/>
          </p:nvSpPr>
          <p:spPr>
            <a:xfrm>
              <a:off x="713625" y="24630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1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921" name="Google Shape;921;p31"/>
            <p:cNvSpPr txBox="1"/>
            <p:nvPr/>
          </p:nvSpPr>
          <p:spPr>
            <a:xfrm>
              <a:off x="713650" y="26777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smallest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922" name="Google Shape;922;p31"/>
          <p:cNvGrpSpPr/>
          <p:nvPr/>
        </p:nvGrpSpPr>
        <p:grpSpPr>
          <a:xfrm>
            <a:off x="6583450" y="1323554"/>
            <a:ext cx="1848028" cy="907444"/>
            <a:chOff x="6583450" y="1323554"/>
            <a:chExt cx="1848028" cy="907444"/>
          </a:xfrm>
        </p:grpSpPr>
        <p:sp>
          <p:nvSpPr>
            <p:cNvPr id="923" name="Google Shape;923;p31"/>
            <p:cNvSpPr txBox="1"/>
            <p:nvPr/>
          </p:nvSpPr>
          <p:spPr>
            <a:xfrm>
              <a:off x="6583478" y="13235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3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924" name="Google Shape;924;p31"/>
            <p:cNvSpPr txBox="1"/>
            <p:nvPr/>
          </p:nvSpPr>
          <p:spPr>
            <a:xfrm>
              <a:off x="6583450" y="15382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Saturn is the ringed gas giant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925" name="Google Shape;925;p31"/>
          <p:cNvGrpSpPr/>
          <p:nvPr/>
        </p:nvGrpSpPr>
        <p:grpSpPr>
          <a:xfrm>
            <a:off x="3647988" y="2463054"/>
            <a:ext cx="1848008" cy="907444"/>
            <a:chOff x="3647988" y="2463054"/>
            <a:chExt cx="1848008" cy="907444"/>
          </a:xfrm>
        </p:grpSpPr>
        <p:sp>
          <p:nvSpPr>
            <p:cNvPr id="926" name="Google Shape;926;p31"/>
            <p:cNvSpPr txBox="1"/>
            <p:nvPr/>
          </p:nvSpPr>
          <p:spPr>
            <a:xfrm>
              <a:off x="3647988" y="24630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2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927" name="Google Shape;927;p31"/>
            <p:cNvSpPr txBox="1"/>
            <p:nvPr/>
          </p:nvSpPr>
          <p:spPr>
            <a:xfrm>
              <a:off x="3647996" y="26777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Despite being red, Mars is cold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928" name="Google Shape;928;p31"/>
          <p:cNvGrpSpPr/>
          <p:nvPr/>
        </p:nvGrpSpPr>
        <p:grpSpPr>
          <a:xfrm>
            <a:off x="6582350" y="3602554"/>
            <a:ext cx="1848003" cy="907444"/>
            <a:chOff x="6582350" y="3602554"/>
            <a:chExt cx="1848003" cy="907444"/>
          </a:xfrm>
        </p:grpSpPr>
        <p:sp>
          <p:nvSpPr>
            <p:cNvPr id="929" name="Google Shape;929;p31"/>
            <p:cNvSpPr txBox="1"/>
            <p:nvPr/>
          </p:nvSpPr>
          <p:spPr>
            <a:xfrm>
              <a:off x="6582353" y="36025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Final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930" name="Google Shape;930;p31"/>
            <p:cNvSpPr txBox="1"/>
            <p:nvPr/>
          </p:nvSpPr>
          <p:spPr>
            <a:xfrm>
              <a:off x="6582350" y="38172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the biggest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cxnSp>
        <p:nvCxnSpPr>
          <p:cNvPr id="931" name="Google Shape;931;p31"/>
          <p:cNvCxnSpPr>
            <a:stCxn id="927" idx="2"/>
            <a:endCxn id="921" idx="2"/>
          </p:cNvCxnSpPr>
          <p:nvPr/>
        </p:nvCxnSpPr>
        <p:spPr>
          <a:xfrm rot="5400000">
            <a:off x="3104546" y="1903647"/>
            <a:ext cx="600" cy="2934300"/>
          </a:xfrm>
          <a:prstGeom prst="bentConnector3">
            <a:avLst>
              <a:gd name="adj1" fmla="val 154892098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32" name="Google Shape;932;p31"/>
          <p:cNvCxnSpPr>
            <a:stCxn id="926" idx="0"/>
            <a:endCxn id="923" idx="1"/>
          </p:cNvCxnSpPr>
          <p:nvPr/>
        </p:nvCxnSpPr>
        <p:spPr>
          <a:xfrm rot="-5400000">
            <a:off x="5106738" y="986304"/>
            <a:ext cx="942000" cy="20115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3" name="Google Shape;933;p31"/>
          <p:cNvCxnSpPr>
            <a:stCxn id="924" idx="2"/>
            <a:endCxn id="929" idx="1"/>
          </p:cNvCxnSpPr>
          <p:nvPr/>
        </p:nvCxnSpPr>
        <p:spPr>
          <a:xfrm rot="5400000">
            <a:off x="6260350" y="2552897"/>
            <a:ext cx="1569000" cy="925200"/>
          </a:xfrm>
          <a:prstGeom prst="bentConnector4">
            <a:avLst>
              <a:gd name="adj1" fmla="val 43708"/>
              <a:gd name="adj2" fmla="val 174616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4" name="Google Shape;934;p31"/>
          <p:cNvSpPr/>
          <p:nvPr/>
        </p:nvSpPr>
        <p:spPr>
          <a:xfrm>
            <a:off x="830975" y="1336897"/>
            <a:ext cx="871800" cy="871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5" name="Google Shape;935;p31"/>
          <p:cNvGrpSpPr/>
          <p:nvPr/>
        </p:nvGrpSpPr>
        <p:grpSpPr>
          <a:xfrm>
            <a:off x="1144052" y="1568063"/>
            <a:ext cx="245642" cy="409432"/>
            <a:chOff x="1447239" y="4176598"/>
            <a:chExt cx="308209" cy="520905"/>
          </a:xfrm>
        </p:grpSpPr>
        <p:sp>
          <p:nvSpPr>
            <p:cNvPr id="936" name="Google Shape;936;p31"/>
            <p:cNvSpPr/>
            <p:nvPr/>
          </p:nvSpPr>
          <p:spPr>
            <a:xfrm>
              <a:off x="1507871" y="4290217"/>
              <a:ext cx="73668" cy="126169"/>
            </a:xfrm>
            <a:custGeom>
              <a:avLst/>
              <a:gdLst/>
              <a:ahLst/>
              <a:cxnLst/>
              <a:rect l="l" t="t" r="r" b="b"/>
              <a:pathLst>
                <a:path w="4462" h="7642" extrusionOk="0">
                  <a:moveTo>
                    <a:pt x="1" y="1"/>
                  </a:moveTo>
                  <a:lnTo>
                    <a:pt x="1" y="7641"/>
                  </a:lnTo>
                  <a:lnTo>
                    <a:pt x="1563" y="7641"/>
                  </a:lnTo>
                  <a:cubicBezTo>
                    <a:pt x="3165" y="7641"/>
                    <a:pt x="4462" y="6350"/>
                    <a:pt x="4462" y="4748"/>
                  </a:cubicBezTo>
                  <a:lnTo>
                    <a:pt x="4462" y="2899"/>
                  </a:lnTo>
                  <a:cubicBezTo>
                    <a:pt x="4462" y="2096"/>
                    <a:pt x="4132" y="1376"/>
                    <a:pt x="3619" y="844"/>
                  </a:cubicBezTo>
                  <a:cubicBezTo>
                    <a:pt x="3082" y="331"/>
                    <a:pt x="2367" y="1"/>
                    <a:pt x="156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1"/>
            <p:cNvSpPr/>
            <p:nvPr/>
          </p:nvSpPr>
          <p:spPr>
            <a:xfrm>
              <a:off x="1668304" y="4184408"/>
              <a:ext cx="73585" cy="126169"/>
            </a:xfrm>
            <a:custGeom>
              <a:avLst/>
              <a:gdLst/>
              <a:ahLst/>
              <a:cxnLst/>
              <a:rect l="l" t="t" r="r" b="b"/>
              <a:pathLst>
                <a:path w="4457" h="7642" extrusionOk="0">
                  <a:moveTo>
                    <a:pt x="0" y="1"/>
                  </a:moveTo>
                  <a:lnTo>
                    <a:pt x="0" y="7641"/>
                  </a:lnTo>
                  <a:lnTo>
                    <a:pt x="1563" y="7641"/>
                  </a:lnTo>
                  <a:cubicBezTo>
                    <a:pt x="3165" y="7641"/>
                    <a:pt x="4457" y="6350"/>
                    <a:pt x="4457" y="4748"/>
                  </a:cubicBezTo>
                  <a:lnTo>
                    <a:pt x="4457" y="2899"/>
                  </a:lnTo>
                  <a:cubicBezTo>
                    <a:pt x="4457" y="2096"/>
                    <a:pt x="4151" y="1376"/>
                    <a:pt x="3619" y="844"/>
                  </a:cubicBezTo>
                  <a:cubicBezTo>
                    <a:pt x="3101" y="331"/>
                    <a:pt x="2362" y="1"/>
                    <a:pt x="156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1"/>
            <p:cNvSpPr/>
            <p:nvPr/>
          </p:nvSpPr>
          <p:spPr>
            <a:xfrm>
              <a:off x="1620848" y="4184408"/>
              <a:ext cx="95642" cy="126169"/>
            </a:xfrm>
            <a:custGeom>
              <a:avLst/>
              <a:gdLst/>
              <a:ahLst/>
              <a:cxnLst/>
              <a:rect l="l" t="t" r="r" b="b"/>
              <a:pathLst>
                <a:path w="5793" h="7642" extrusionOk="0">
                  <a:moveTo>
                    <a:pt x="2894" y="1"/>
                  </a:moveTo>
                  <a:cubicBezTo>
                    <a:pt x="1292" y="1"/>
                    <a:pt x="1" y="1297"/>
                    <a:pt x="1" y="2899"/>
                  </a:cubicBezTo>
                  <a:lnTo>
                    <a:pt x="1" y="4748"/>
                  </a:lnTo>
                  <a:cubicBezTo>
                    <a:pt x="1" y="6350"/>
                    <a:pt x="1292" y="7641"/>
                    <a:pt x="2894" y="7641"/>
                  </a:cubicBezTo>
                  <a:cubicBezTo>
                    <a:pt x="4477" y="7641"/>
                    <a:pt x="5793" y="6350"/>
                    <a:pt x="5793" y="4748"/>
                  </a:cubicBezTo>
                  <a:lnTo>
                    <a:pt x="5793" y="2899"/>
                  </a:lnTo>
                  <a:cubicBezTo>
                    <a:pt x="5793" y="2096"/>
                    <a:pt x="5462" y="1376"/>
                    <a:pt x="4930" y="844"/>
                  </a:cubicBezTo>
                  <a:cubicBezTo>
                    <a:pt x="4417" y="331"/>
                    <a:pt x="3698" y="1"/>
                    <a:pt x="289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1"/>
            <p:cNvSpPr/>
            <p:nvPr/>
          </p:nvSpPr>
          <p:spPr>
            <a:xfrm>
              <a:off x="1460102" y="4290217"/>
              <a:ext cx="95642" cy="126169"/>
            </a:xfrm>
            <a:custGeom>
              <a:avLst/>
              <a:gdLst/>
              <a:ahLst/>
              <a:cxnLst/>
              <a:rect l="l" t="t" r="r" b="b"/>
              <a:pathLst>
                <a:path w="5793" h="7642" extrusionOk="0">
                  <a:moveTo>
                    <a:pt x="2894" y="1"/>
                  </a:moveTo>
                  <a:cubicBezTo>
                    <a:pt x="1292" y="1"/>
                    <a:pt x="0" y="1297"/>
                    <a:pt x="0" y="2899"/>
                  </a:cubicBezTo>
                  <a:lnTo>
                    <a:pt x="0" y="4748"/>
                  </a:lnTo>
                  <a:cubicBezTo>
                    <a:pt x="0" y="6350"/>
                    <a:pt x="1292" y="7641"/>
                    <a:pt x="2894" y="7641"/>
                  </a:cubicBezTo>
                  <a:cubicBezTo>
                    <a:pt x="4476" y="7641"/>
                    <a:pt x="5792" y="6350"/>
                    <a:pt x="5792" y="4748"/>
                  </a:cubicBezTo>
                  <a:lnTo>
                    <a:pt x="5792" y="2899"/>
                  </a:lnTo>
                  <a:cubicBezTo>
                    <a:pt x="5792" y="2096"/>
                    <a:pt x="5462" y="1376"/>
                    <a:pt x="4930" y="844"/>
                  </a:cubicBezTo>
                  <a:cubicBezTo>
                    <a:pt x="4417" y="331"/>
                    <a:pt x="3697" y="1"/>
                    <a:pt x="289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1"/>
            <p:cNvSpPr/>
            <p:nvPr/>
          </p:nvSpPr>
          <p:spPr>
            <a:xfrm>
              <a:off x="1454966" y="4440807"/>
              <a:ext cx="293003" cy="249284"/>
            </a:xfrm>
            <a:custGeom>
              <a:avLst/>
              <a:gdLst/>
              <a:ahLst/>
              <a:cxnLst/>
              <a:rect l="l" t="t" r="r" b="b"/>
              <a:pathLst>
                <a:path w="17747" h="15099" extrusionOk="0">
                  <a:moveTo>
                    <a:pt x="1110" y="0"/>
                  </a:moveTo>
                  <a:cubicBezTo>
                    <a:pt x="494" y="0"/>
                    <a:pt x="1" y="493"/>
                    <a:pt x="1" y="1129"/>
                  </a:cubicBezTo>
                  <a:lnTo>
                    <a:pt x="1" y="13965"/>
                  </a:lnTo>
                  <a:cubicBezTo>
                    <a:pt x="1" y="14581"/>
                    <a:pt x="494" y="15099"/>
                    <a:pt x="1110" y="15099"/>
                  </a:cubicBezTo>
                  <a:lnTo>
                    <a:pt x="16617" y="15099"/>
                  </a:lnTo>
                  <a:cubicBezTo>
                    <a:pt x="17234" y="15099"/>
                    <a:pt x="17746" y="14581"/>
                    <a:pt x="17746" y="13965"/>
                  </a:cubicBezTo>
                  <a:lnTo>
                    <a:pt x="17746" y="1129"/>
                  </a:lnTo>
                  <a:cubicBezTo>
                    <a:pt x="17746" y="493"/>
                    <a:pt x="17234" y="0"/>
                    <a:pt x="16617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1"/>
            <p:cNvSpPr/>
            <p:nvPr/>
          </p:nvSpPr>
          <p:spPr>
            <a:xfrm>
              <a:off x="1485497" y="4471321"/>
              <a:ext cx="231949" cy="188264"/>
            </a:xfrm>
            <a:custGeom>
              <a:avLst/>
              <a:gdLst/>
              <a:ahLst/>
              <a:cxnLst/>
              <a:rect l="l" t="t" r="r" b="b"/>
              <a:pathLst>
                <a:path w="14049" h="11403" extrusionOk="0">
                  <a:moveTo>
                    <a:pt x="370" y="1"/>
                  </a:moveTo>
                  <a:cubicBezTo>
                    <a:pt x="168" y="1"/>
                    <a:pt x="0" y="163"/>
                    <a:pt x="0" y="370"/>
                  </a:cubicBezTo>
                  <a:lnTo>
                    <a:pt x="0" y="11033"/>
                  </a:lnTo>
                  <a:cubicBezTo>
                    <a:pt x="0" y="11235"/>
                    <a:pt x="168" y="11402"/>
                    <a:pt x="370" y="11402"/>
                  </a:cubicBezTo>
                  <a:lnTo>
                    <a:pt x="13679" y="11402"/>
                  </a:lnTo>
                  <a:cubicBezTo>
                    <a:pt x="13886" y="11402"/>
                    <a:pt x="14049" y="11235"/>
                    <a:pt x="14049" y="11033"/>
                  </a:cubicBezTo>
                  <a:lnTo>
                    <a:pt x="14049" y="370"/>
                  </a:lnTo>
                  <a:cubicBezTo>
                    <a:pt x="14049" y="163"/>
                    <a:pt x="13886" y="1"/>
                    <a:pt x="1367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1"/>
            <p:cNvSpPr/>
            <p:nvPr/>
          </p:nvSpPr>
          <p:spPr>
            <a:xfrm>
              <a:off x="1553049" y="4496799"/>
              <a:ext cx="103782" cy="98977"/>
            </a:xfrm>
            <a:custGeom>
              <a:avLst/>
              <a:gdLst/>
              <a:ahLst/>
              <a:cxnLst/>
              <a:rect l="l" t="t" r="r" b="b"/>
              <a:pathLst>
                <a:path w="6286" h="5995" extrusionOk="0">
                  <a:moveTo>
                    <a:pt x="715" y="1"/>
                  </a:moveTo>
                  <a:cubicBezTo>
                    <a:pt x="326" y="1"/>
                    <a:pt x="1" y="326"/>
                    <a:pt x="1" y="715"/>
                  </a:cubicBezTo>
                  <a:lnTo>
                    <a:pt x="1" y="2524"/>
                  </a:lnTo>
                  <a:cubicBezTo>
                    <a:pt x="1" y="2628"/>
                    <a:pt x="79" y="2712"/>
                    <a:pt x="183" y="2712"/>
                  </a:cubicBezTo>
                  <a:lnTo>
                    <a:pt x="1253" y="2712"/>
                  </a:lnTo>
                  <a:cubicBezTo>
                    <a:pt x="1356" y="2712"/>
                    <a:pt x="1435" y="2628"/>
                    <a:pt x="1435" y="2524"/>
                  </a:cubicBezTo>
                  <a:lnTo>
                    <a:pt x="1435" y="1435"/>
                  </a:lnTo>
                  <a:lnTo>
                    <a:pt x="4846" y="1435"/>
                  </a:lnTo>
                  <a:lnTo>
                    <a:pt x="4846" y="3160"/>
                  </a:lnTo>
                  <a:lnTo>
                    <a:pt x="2648" y="4333"/>
                  </a:lnTo>
                  <a:cubicBezTo>
                    <a:pt x="2401" y="4457"/>
                    <a:pt x="2258" y="4703"/>
                    <a:pt x="2258" y="4969"/>
                  </a:cubicBezTo>
                  <a:lnTo>
                    <a:pt x="2258" y="5793"/>
                  </a:lnTo>
                  <a:cubicBezTo>
                    <a:pt x="2258" y="5891"/>
                    <a:pt x="2342" y="5995"/>
                    <a:pt x="2441" y="5995"/>
                  </a:cubicBezTo>
                  <a:lnTo>
                    <a:pt x="3510" y="5995"/>
                  </a:lnTo>
                  <a:cubicBezTo>
                    <a:pt x="3614" y="5995"/>
                    <a:pt x="3698" y="5891"/>
                    <a:pt x="3698" y="5793"/>
                  </a:cubicBezTo>
                  <a:lnTo>
                    <a:pt x="3698" y="5398"/>
                  </a:lnTo>
                  <a:lnTo>
                    <a:pt x="5916" y="4230"/>
                  </a:lnTo>
                  <a:cubicBezTo>
                    <a:pt x="6138" y="4107"/>
                    <a:pt x="6285" y="3860"/>
                    <a:pt x="6285" y="3594"/>
                  </a:cubicBezTo>
                  <a:lnTo>
                    <a:pt x="6285" y="715"/>
                  </a:lnTo>
                  <a:cubicBezTo>
                    <a:pt x="6285" y="326"/>
                    <a:pt x="5955" y="1"/>
                    <a:pt x="5566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1"/>
            <p:cNvSpPr/>
            <p:nvPr/>
          </p:nvSpPr>
          <p:spPr>
            <a:xfrm>
              <a:off x="1590333" y="4616131"/>
              <a:ext cx="23774" cy="24418"/>
            </a:xfrm>
            <a:custGeom>
              <a:avLst/>
              <a:gdLst/>
              <a:ahLst/>
              <a:cxnLst/>
              <a:rect l="l" t="t" r="r" b="b"/>
              <a:pathLst>
                <a:path w="1440" h="1479" extrusionOk="0">
                  <a:moveTo>
                    <a:pt x="266" y="0"/>
                  </a:moveTo>
                  <a:cubicBezTo>
                    <a:pt x="123" y="0"/>
                    <a:pt x="0" y="123"/>
                    <a:pt x="0" y="266"/>
                  </a:cubicBezTo>
                  <a:lnTo>
                    <a:pt x="0" y="1213"/>
                  </a:lnTo>
                  <a:cubicBezTo>
                    <a:pt x="0" y="1375"/>
                    <a:pt x="123" y="1479"/>
                    <a:pt x="266" y="1479"/>
                  </a:cubicBezTo>
                  <a:lnTo>
                    <a:pt x="1168" y="1479"/>
                  </a:lnTo>
                  <a:cubicBezTo>
                    <a:pt x="1316" y="1479"/>
                    <a:pt x="1440" y="1375"/>
                    <a:pt x="1440" y="1213"/>
                  </a:cubicBezTo>
                  <a:lnTo>
                    <a:pt x="1440" y="266"/>
                  </a:lnTo>
                  <a:cubicBezTo>
                    <a:pt x="1440" y="123"/>
                    <a:pt x="1316" y="0"/>
                    <a:pt x="116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1"/>
            <p:cNvSpPr/>
            <p:nvPr/>
          </p:nvSpPr>
          <p:spPr>
            <a:xfrm>
              <a:off x="1493638" y="4322135"/>
              <a:ext cx="28496" cy="64059"/>
            </a:xfrm>
            <a:custGeom>
              <a:avLst/>
              <a:gdLst/>
              <a:ahLst/>
              <a:cxnLst/>
              <a:rect l="l" t="t" r="r" b="b"/>
              <a:pathLst>
                <a:path w="1726" h="3880" extrusionOk="0">
                  <a:moveTo>
                    <a:pt x="863" y="0"/>
                  </a:moveTo>
                  <a:cubicBezTo>
                    <a:pt x="370" y="0"/>
                    <a:pt x="0" y="390"/>
                    <a:pt x="0" y="863"/>
                  </a:cubicBezTo>
                  <a:lnTo>
                    <a:pt x="0" y="3017"/>
                  </a:lnTo>
                  <a:cubicBezTo>
                    <a:pt x="0" y="3510"/>
                    <a:pt x="370" y="3880"/>
                    <a:pt x="863" y="3880"/>
                  </a:cubicBezTo>
                  <a:cubicBezTo>
                    <a:pt x="1336" y="3880"/>
                    <a:pt x="1725" y="3510"/>
                    <a:pt x="1725" y="3017"/>
                  </a:cubicBezTo>
                  <a:lnTo>
                    <a:pt x="1725" y="863"/>
                  </a:lnTo>
                  <a:cubicBezTo>
                    <a:pt x="1725" y="636"/>
                    <a:pt x="1627" y="409"/>
                    <a:pt x="1459" y="266"/>
                  </a:cubicBezTo>
                  <a:cubicBezTo>
                    <a:pt x="1316" y="104"/>
                    <a:pt x="1089" y="0"/>
                    <a:pt x="863" y="0"/>
                  </a:cubicBezTo>
                  <a:close/>
                </a:path>
              </a:pathLst>
            </a:custGeom>
            <a:solidFill>
              <a:srgbClr val="EE8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1"/>
            <p:cNvSpPr/>
            <p:nvPr/>
          </p:nvSpPr>
          <p:spPr>
            <a:xfrm>
              <a:off x="1654384" y="4216326"/>
              <a:ext cx="28496" cy="64059"/>
            </a:xfrm>
            <a:custGeom>
              <a:avLst/>
              <a:gdLst/>
              <a:ahLst/>
              <a:cxnLst/>
              <a:rect l="l" t="t" r="r" b="b"/>
              <a:pathLst>
                <a:path w="1726" h="3880" extrusionOk="0">
                  <a:moveTo>
                    <a:pt x="863" y="0"/>
                  </a:moveTo>
                  <a:cubicBezTo>
                    <a:pt x="370" y="0"/>
                    <a:pt x="1" y="390"/>
                    <a:pt x="1" y="863"/>
                  </a:cubicBezTo>
                  <a:lnTo>
                    <a:pt x="1" y="3017"/>
                  </a:lnTo>
                  <a:cubicBezTo>
                    <a:pt x="1" y="3510"/>
                    <a:pt x="370" y="3879"/>
                    <a:pt x="863" y="3879"/>
                  </a:cubicBezTo>
                  <a:cubicBezTo>
                    <a:pt x="1336" y="3879"/>
                    <a:pt x="1726" y="3510"/>
                    <a:pt x="1726" y="3017"/>
                  </a:cubicBezTo>
                  <a:lnTo>
                    <a:pt x="1726" y="863"/>
                  </a:lnTo>
                  <a:cubicBezTo>
                    <a:pt x="1726" y="636"/>
                    <a:pt x="1627" y="409"/>
                    <a:pt x="1460" y="266"/>
                  </a:cubicBezTo>
                  <a:cubicBezTo>
                    <a:pt x="1317" y="104"/>
                    <a:pt x="1090" y="0"/>
                    <a:pt x="863" y="0"/>
                  </a:cubicBezTo>
                  <a:close/>
                </a:path>
              </a:pathLst>
            </a:custGeom>
            <a:solidFill>
              <a:srgbClr val="EE8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1"/>
            <p:cNvSpPr/>
            <p:nvPr/>
          </p:nvSpPr>
          <p:spPr>
            <a:xfrm>
              <a:off x="1480445" y="4202109"/>
              <a:ext cx="54945" cy="53261"/>
            </a:xfrm>
            <a:custGeom>
              <a:avLst/>
              <a:gdLst/>
              <a:ahLst/>
              <a:cxnLst/>
              <a:rect l="l" t="t" r="r" b="b"/>
              <a:pathLst>
                <a:path w="3328" h="3226" extrusionOk="0">
                  <a:moveTo>
                    <a:pt x="1694" y="0"/>
                  </a:moveTo>
                  <a:cubicBezTo>
                    <a:pt x="1632" y="0"/>
                    <a:pt x="1569" y="31"/>
                    <a:pt x="1538" y="102"/>
                  </a:cubicBezTo>
                  <a:cubicBezTo>
                    <a:pt x="1233" y="738"/>
                    <a:pt x="760" y="1211"/>
                    <a:pt x="124" y="1517"/>
                  </a:cubicBezTo>
                  <a:cubicBezTo>
                    <a:pt x="1" y="1581"/>
                    <a:pt x="1" y="1763"/>
                    <a:pt x="143" y="1827"/>
                  </a:cubicBezTo>
                  <a:cubicBezTo>
                    <a:pt x="824" y="2074"/>
                    <a:pt x="1292" y="2483"/>
                    <a:pt x="1538" y="3119"/>
                  </a:cubicBezTo>
                  <a:cubicBezTo>
                    <a:pt x="1571" y="3190"/>
                    <a:pt x="1638" y="3226"/>
                    <a:pt x="1705" y="3226"/>
                  </a:cubicBezTo>
                  <a:cubicBezTo>
                    <a:pt x="1773" y="3226"/>
                    <a:pt x="1839" y="3190"/>
                    <a:pt x="1869" y="3119"/>
                  </a:cubicBezTo>
                  <a:cubicBezTo>
                    <a:pt x="2115" y="2419"/>
                    <a:pt x="2549" y="1990"/>
                    <a:pt x="3165" y="1783"/>
                  </a:cubicBezTo>
                  <a:cubicBezTo>
                    <a:pt x="3308" y="1743"/>
                    <a:pt x="3328" y="1536"/>
                    <a:pt x="3205" y="1477"/>
                  </a:cubicBezTo>
                  <a:cubicBezTo>
                    <a:pt x="2569" y="1167"/>
                    <a:pt x="2115" y="718"/>
                    <a:pt x="1849" y="102"/>
                  </a:cubicBezTo>
                  <a:cubicBezTo>
                    <a:pt x="1828" y="38"/>
                    <a:pt x="1762" y="0"/>
                    <a:pt x="1694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1"/>
            <p:cNvSpPr/>
            <p:nvPr/>
          </p:nvSpPr>
          <p:spPr>
            <a:xfrm>
              <a:off x="1485894" y="4314639"/>
              <a:ext cx="43718" cy="79364"/>
            </a:xfrm>
            <a:custGeom>
              <a:avLst/>
              <a:gdLst/>
              <a:ahLst/>
              <a:cxnLst/>
              <a:rect l="l" t="t" r="r" b="b"/>
              <a:pathLst>
                <a:path w="2648" h="4807" extrusionOk="0">
                  <a:moveTo>
                    <a:pt x="1332" y="927"/>
                  </a:moveTo>
                  <a:cubicBezTo>
                    <a:pt x="1539" y="927"/>
                    <a:pt x="1726" y="1110"/>
                    <a:pt x="1726" y="1317"/>
                  </a:cubicBezTo>
                  <a:lnTo>
                    <a:pt x="1726" y="3471"/>
                  </a:lnTo>
                  <a:cubicBezTo>
                    <a:pt x="1726" y="3698"/>
                    <a:pt x="1539" y="3885"/>
                    <a:pt x="1332" y="3885"/>
                  </a:cubicBezTo>
                  <a:cubicBezTo>
                    <a:pt x="1110" y="3885"/>
                    <a:pt x="923" y="3698"/>
                    <a:pt x="923" y="3471"/>
                  </a:cubicBezTo>
                  <a:lnTo>
                    <a:pt x="923" y="1317"/>
                  </a:lnTo>
                  <a:cubicBezTo>
                    <a:pt x="923" y="1110"/>
                    <a:pt x="1110" y="927"/>
                    <a:pt x="1332" y="927"/>
                  </a:cubicBezTo>
                  <a:close/>
                  <a:moveTo>
                    <a:pt x="1332" y="1"/>
                  </a:moveTo>
                  <a:cubicBezTo>
                    <a:pt x="592" y="1"/>
                    <a:pt x="1" y="597"/>
                    <a:pt x="1" y="1317"/>
                  </a:cubicBezTo>
                  <a:lnTo>
                    <a:pt x="1" y="3471"/>
                  </a:lnTo>
                  <a:cubicBezTo>
                    <a:pt x="1" y="4210"/>
                    <a:pt x="592" y="4807"/>
                    <a:pt x="1332" y="4807"/>
                  </a:cubicBezTo>
                  <a:cubicBezTo>
                    <a:pt x="2051" y="4807"/>
                    <a:pt x="2648" y="4210"/>
                    <a:pt x="2648" y="3471"/>
                  </a:cubicBezTo>
                  <a:lnTo>
                    <a:pt x="2648" y="1317"/>
                  </a:lnTo>
                  <a:cubicBezTo>
                    <a:pt x="2648" y="597"/>
                    <a:pt x="2051" y="1"/>
                    <a:pt x="13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1"/>
            <p:cNvSpPr/>
            <p:nvPr/>
          </p:nvSpPr>
          <p:spPr>
            <a:xfrm>
              <a:off x="1646657" y="4208830"/>
              <a:ext cx="43718" cy="79364"/>
            </a:xfrm>
            <a:custGeom>
              <a:avLst/>
              <a:gdLst/>
              <a:ahLst/>
              <a:cxnLst/>
              <a:rect l="l" t="t" r="r" b="b"/>
              <a:pathLst>
                <a:path w="2648" h="4807" extrusionOk="0">
                  <a:moveTo>
                    <a:pt x="1331" y="927"/>
                  </a:moveTo>
                  <a:cubicBezTo>
                    <a:pt x="1538" y="927"/>
                    <a:pt x="1726" y="1110"/>
                    <a:pt x="1726" y="1317"/>
                  </a:cubicBezTo>
                  <a:lnTo>
                    <a:pt x="1726" y="3471"/>
                  </a:lnTo>
                  <a:cubicBezTo>
                    <a:pt x="1726" y="3698"/>
                    <a:pt x="1538" y="3885"/>
                    <a:pt x="1331" y="3885"/>
                  </a:cubicBezTo>
                  <a:cubicBezTo>
                    <a:pt x="1109" y="3885"/>
                    <a:pt x="922" y="3698"/>
                    <a:pt x="922" y="3471"/>
                  </a:cubicBezTo>
                  <a:lnTo>
                    <a:pt x="922" y="1317"/>
                  </a:lnTo>
                  <a:cubicBezTo>
                    <a:pt x="922" y="1110"/>
                    <a:pt x="1109" y="927"/>
                    <a:pt x="1331" y="927"/>
                  </a:cubicBezTo>
                  <a:close/>
                  <a:moveTo>
                    <a:pt x="1331" y="1"/>
                  </a:moveTo>
                  <a:cubicBezTo>
                    <a:pt x="592" y="1"/>
                    <a:pt x="0" y="597"/>
                    <a:pt x="0" y="1317"/>
                  </a:cubicBezTo>
                  <a:lnTo>
                    <a:pt x="0" y="3471"/>
                  </a:lnTo>
                  <a:cubicBezTo>
                    <a:pt x="0" y="4210"/>
                    <a:pt x="592" y="4807"/>
                    <a:pt x="1331" y="4807"/>
                  </a:cubicBezTo>
                  <a:cubicBezTo>
                    <a:pt x="2051" y="4807"/>
                    <a:pt x="2647" y="4210"/>
                    <a:pt x="2647" y="3471"/>
                  </a:cubicBezTo>
                  <a:lnTo>
                    <a:pt x="2647" y="1317"/>
                  </a:lnTo>
                  <a:cubicBezTo>
                    <a:pt x="2647" y="597"/>
                    <a:pt x="2051" y="1"/>
                    <a:pt x="133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1"/>
            <p:cNvSpPr/>
            <p:nvPr/>
          </p:nvSpPr>
          <p:spPr>
            <a:xfrm>
              <a:off x="1447239" y="4432980"/>
              <a:ext cx="308209" cy="264523"/>
            </a:xfrm>
            <a:custGeom>
              <a:avLst/>
              <a:gdLst/>
              <a:ahLst/>
              <a:cxnLst/>
              <a:rect l="l" t="t" r="r" b="b"/>
              <a:pathLst>
                <a:path w="18668" h="16022" extrusionOk="0">
                  <a:moveTo>
                    <a:pt x="17085" y="928"/>
                  </a:moveTo>
                  <a:cubicBezTo>
                    <a:pt x="17455" y="928"/>
                    <a:pt x="17746" y="1233"/>
                    <a:pt x="17746" y="1603"/>
                  </a:cubicBezTo>
                  <a:lnTo>
                    <a:pt x="17746" y="14439"/>
                  </a:lnTo>
                  <a:cubicBezTo>
                    <a:pt x="17746" y="14809"/>
                    <a:pt x="17455" y="15100"/>
                    <a:pt x="17085" y="15100"/>
                  </a:cubicBezTo>
                  <a:lnTo>
                    <a:pt x="1578" y="15100"/>
                  </a:lnTo>
                  <a:cubicBezTo>
                    <a:pt x="1208" y="15100"/>
                    <a:pt x="922" y="14809"/>
                    <a:pt x="922" y="14439"/>
                  </a:cubicBezTo>
                  <a:lnTo>
                    <a:pt x="922" y="1603"/>
                  </a:lnTo>
                  <a:cubicBezTo>
                    <a:pt x="922" y="1233"/>
                    <a:pt x="1208" y="928"/>
                    <a:pt x="1578" y="928"/>
                  </a:cubicBezTo>
                  <a:close/>
                  <a:moveTo>
                    <a:pt x="1578" y="1"/>
                  </a:moveTo>
                  <a:cubicBezTo>
                    <a:pt x="715" y="1"/>
                    <a:pt x="0" y="721"/>
                    <a:pt x="0" y="1603"/>
                  </a:cubicBezTo>
                  <a:lnTo>
                    <a:pt x="0" y="14439"/>
                  </a:lnTo>
                  <a:cubicBezTo>
                    <a:pt x="0" y="15326"/>
                    <a:pt x="715" y="16021"/>
                    <a:pt x="1578" y="16021"/>
                  </a:cubicBezTo>
                  <a:lnTo>
                    <a:pt x="17085" y="16021"/>
                  </a:lnTo>
                  <a:cubicBezTo>
                    <a:pt x="17948" y="16021"/>
                    <a:pt x="18668" y="15326"/>
                    <a:pt x="18668" y="14439"/>
                  </a:cubicBezTo>
                  <a:lnTo>
                    <a:pt x="18668" y="1603"/>
                  </a:lnTo>
                  <a:cubicBezTo>
                    <a:pt x="18668" y="721"/>
                    <a:pt x="17948" y="1"/>
                    <a:pt x="17085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1"/>
            <p:cNvSpPr/>
            <p:nvPr/>
          </p:nvSpPr>
          <p:spPr>
            <a:xfrm>
              <a:off x="1477753" y="4463511"/>
              <a:ext cx="247188" cy="203469"/>
            </a:xfrm>
            <a:custGeom>
              <a:avLst/>
              <a:gdLst/>
              <a:ahLst/>
              <a:cxnLst/>
              <a:rect l="l" t="t" r="r" b="b"/>
              <a:pathLst>
                <a:path w="14972" h="12324" extrusionOk="0">
                  <a:moveTo>
                    <a:pt x="469" y="1"/>
                  </a:moveTo>
                  <a:cubicBezTo>
                    <a:pt x="203" y="1"/>
                    <a:pt x="1" y="208"/>
                    <a:pt x="1" y="474"/>
                  </a:cubicBezTo>
                  <a:lnTo>
                    <a:pt x="1" y="7621"/>
                  </a:lnTo>
                  <a:cubicBezTo>
                    <a:pt x="1" y="7868"/>
                    <a:pt x="203" y="8075"/>
                    <a:pt x="469" y="8075"/>
                  </a:cubicBezTo>
                  <a:cubicBezTo>
                    <a:pt x="716" y="8075"/>
                    <a:pt x="923" y="7868"/>
                    <a:pt x="923" y="7621"/>
                  </a:cubicBezTo>
                  <a:lnTo>
                    <a:pt x="923" y="927"/>
                  </a:lnTo>
                  <a:lnTo>
                    <a:pt x="14050" y="927"/>
                  </a:lnTo>
                  <a:lnTo>
                    <a:pt x="14050" y="11402"/>
                  </a:lnTo>
                  <a:lnTo>
                    <a:pt x="923" y="11402"/>
                  </a:lnTo>
                  <a:lnTo>
                    <a:pt x="923" y="9470"/>
                  </a:lnTo>
                  <a:cubicBezTo>
                    <a:pt x="923" y="9204"/>
                    <a:pt x="716" y="8997"/>
                    <a:pt x="469" y="8997"/>
                  </a:cubicBezTo>
                  <a:cubicBezTo>
                    <a:pt x="203" y="8997"/>
                    <a:pt x="1" y="9204"/>
                    <a:pt x="1" y="9470"/>
                  </a:cubicBezTo>
                  <a:lnTo>
                    <a:pt x="1" y="11875"/>
                  </a:lnTo>
                  <a:cubicBezTo>
                    <a:pt x="1" y="12122"/>
                    <a:pt x="203" y="12324"/>
                    <a:pt x="469" y="12324"/>
                  </a:cubicBezTo>
                  <a:lnTo>
                    <a:pt x="14518" y="12324"/>
                  </a:lnTo>
                  <a:cubicBezTo>
                    <a:pt x="14764" y="12324"/>
                    <a:pt x="14971" y="12122"/>
                    <a:pt x="14971" y="11875"/>
                  </a:cubicBezTo>
                  <a:lnTo>
                    <a:pt x="14971" y="474"/>
                  </a:lnTo>
                  <a:cubicBezTo>
                    <a:pt x="14971" y="208"/>
                    <a:pt x="14764" y="1"/>
                    <a:pt x="1451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1"/>
            <p:cNvSpPr/>
            <p:nvPr/>
          </p:nvSpPr>
          <p:spPr>
            <a:xfrm>
              <a:off x="1685312" y="4485901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3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3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1"/>
            <p:cNvSpPr/>
            <p:nvPr/>
          </p:nvSpPr>
          <p:spPr>
            <a:xfrm>
              <a:off x="1501118" y="4485901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8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8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1"/>
            <p:cNvSpPr/>
            <p:nvPr/>
          </p:nvSpPr>
          <p:spPr>
            <a:xfrm>
              <a:off x="1685312" y="4626303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3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3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1"/>
            <p:cNvSpPr/>
            <p:nvPr/>
          </p:nvSpPr>
          <p:spPr>
            <a:xfrm>
              <a:off x="1501118" y="4626303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8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8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1"/>
            <p:cNvSpPr/>
            <p:nvPr/>
          </p:nvSpPr>
          <p:spPr>
            <a:xfrm>
              <a:off x="1545569" y="4489319"/>
              <a:ext cx="118988" cy="113952"/>
            </a:xfrm>
            <a:custGeom>
              <a:avLst/>
              <a:gdLst/>
              <a:ahLst/>
              <a:cxnLst/>
              <a:rect l="l" t="t" r="r" b="b"/>
              <a:pathLst>
                <a:path w="7207" h="6902" extrusionOk="0">
                  <a:moveTo>
                    <a:pt x="6019" y="922"/>
                  </a:moveTo>
                  <a:cubicBezTo>
                    <a:pt x="6162" y="922"/>
                    <a:pt x="6285" y="1025"/>
                    <a:pt x="6285" y="1168"/>
                  </a:cubicBezTo>
                  <a:lnTo>
                    <a:pt x="6285" y="4047"/>
                  </a:lnTo>
                  <a:cubicBezTo>
                    <a:pt x="6285" y="4126"/>
                    <a:pt x="6221" y="4229"/>
                    <a:pt x="6142" y="4274"/>
                  </a:cubicBezTo>
                  <a:lnTo>
                    <a:pt x="3924" y="5442"/>
                  </a:lnTo>
                  <a:cubicBezTo>
                    <a:pt x="3781" y="5526"/>
                    <a:pt x="3677" y="5689"/>
                    <a:pt x="3677" y="5851"/>
                  </a:cubicBezTo>
                  <a:lnTo>
                    <a:pt x="3677" y="5974"/>
                  </a:lnTo>
                  <a:lnTo>
                    <a:pt x="3184" y="5974"/>
                  </a:lnTo>
                  <a:lnTo>
                    <a:pt x="3184" y="5422"/>
                  </a:lnTo>
                  <a:cubicBezTo>
                    <a:pt x="3184" y="5319"/>
                    <a:pt x="3224" y="5235"/>
                    <a:pt x="3308" y="5196"/>
                  </a:cubicBezTo>
                  <a:lnTo>
                    <a:pt x="5526" y="4027"/>
                  </a:lnTo>
                  <a:cubicBezTo>
                    <a:pt x="5669" y="3944"/>
                    <a:pt x="5772" y="3781"/>
                    <a:pt x="5772" y="3613"/>
                  </a:cubicBezTo>
                  <a:lnTo>
                    <a:pt x="5772" y="1888"/>
                  </a:lnTo>
                  <a:cubicBezTo>
                    <a:pt x="5772" y="1642"/>
                    <a:pt x="5565" y="1439"/>
                    <a:pt x="5299" y="1439"/>
                  </a:cubicBezTo>
                  <a:lnTo>
                    <a:pt x="1888" y="1439"/>
                  </a:lnTo>
                  <a:cubicBezTo>
                    <a:pt x="1622" y="1439"/>
                    <a:pt x="1415" y="1642"/>
                    <a:pt x="1415" y="1888"/>
                  </a:cubicBezTo>
                  <a:lnTo>
                    <a:pt x="1415" y="2692"/>
                  </a:lnTo>
                  <a:lnTo>
                    <a:pt x="922" y="2692"/>
                  </a:lnTo>
                  <a:lnTo>
                    <a:pt x="922" y="1168"/>
                  </a:lnTo>
                  <a:cubicBezTo>
                    <a:pt x="922" y="1025"/>
                    <a:pt x="1025" y="922"/>
                    <a:pt x="1168" y="922"/>
                  </a:cubicBezTo>
                  <a:close/>
                  <a:moveTo>
                    <a:pt x="1168" y="0"/>
                  </a:moveTo>
                  <a:cubicBezTo>
                    <a:pt x="513" y="0"/>
                    <a:pt x="0" y="532"/>
                    <a:pt x="0" y="1168"/>
                  </a:cubicBezTo>
                  <a:lnTo>
                    <a:pt x="0" y="2977"/>
                  </a:lnTo>
                  <a:cubicBezTo>
                    <a:pt x="0" y="3327"/>
                    <a:pt x="286" y="3613"/>
                    <a:pt x="636" y="3613"/>
                  </a:cubicBezTo>
                  <a:lnTo>
                    <a:pt x="1706" y="3613"/>
                  </a:lnTo>
                  <a:cubicBezTo>
                    <a:pt x="2056" y="3613"/>
                    <a:pt x="2341" y="3327"/>
                    <a:pt x="2341" y="2977"/>
                  </a:cubicBezTo>
                  <a:lnTo>
                    <a:pt x="2341" y="2361"/>
                  </a:lnTo>
                  <a:lnTo>
                    <a:pt x="4846" y="2361"/>
                  </a:lnTo>
                  <a:lnTo>
                    <a:pt x="4846" y="3327"/>
                  </a:lnTo>
                  <a:lnTo>
                    <a:pt x="2874" y="4372"/>
                  </a:lnTo>
                  <a:cubicBezTo>
                    <a:pt x="2484" y="4579"/>
                    <a:pt x="2258" y="4989"/>
                    <a:pt x="2258" y="5422"/>
                  </a:cubicBezTo>
                  <a:lnTo>
                    <a:pt x="2258" y="6246"/>
                  </a:lnTo>
                  <a:cubicBezTo>
                    <a:pt x="2258" y="6615"/>
                    <a:pt x="2548" y="6901"/>
                    <a:pt x="2894" y="6901"/>
                  </a:cubicBezTo>
                  <a:lnTo>
                    <a:pt x="3963" y="6901"/>
                  </a:lnTo>
                  <a:cubicBezTo>
                    <a:pt x="4313" y="6901"/>
                    <a:pt x="4599" y="6615"/>
                    <a:pt x="4599" y="6246"/>
                  </a:cubicBezTo>
                  <a:lnTo>
                    <a:pt x="4599" y="6122"/>
                  </a:lnTo>
                  <a:lnTo>
                    <a:pt x="6571" y="5072"/>
                  </a:lnTo>
                  <a:cubicBezTo>
                    <a:pt x="6960" y="4865"/>
                    <a:pt x="7207" y="4476"/>
                    <a:pt x="7207" y="4047"/>
                  </a:cubicBezTo>
                  <a:lnTo>
                    <a:pt x="7207" y="1168"/>
                  </a:lnTo>
                  <a:cubicBezTo>
                    <a:pt x="7207" y="532"/>
                    <a:pt x="6674" y="0"/>
                    <a:pt x="601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1"/>
            <p:cNvSpPr/>
            <p:nvPr/>
          </p:nvSpPr>
          <p:spPr>
            <a:xfrm>
              <a:off x="1582837" y="4608718"/>
              <a:ext cx="38683" cy="39657"/>
            </a:xfrm>
            <a:custGeom>
              <a:avLst/>
              <a:gdLst/>
              <a:ahLst/>
              <a:cxnLst/>
              <a:rect l="l" t="t" r="r" b="b"/>
              <a:pathLst>
                <a:path w="2343" h="2402" extrusionOk="0">
                  <a:moveTo>
                    <a:pt x="1420" y="922"/>
                  </a:moveTo>
                  <a:lnTo>
                    <a:pt x="1420" y="1479"/>
                  </a:lnTo>
                  <a:lnTo>
                    <a:pt x="927" y="1479"/>
                  </a:lnTo>
                  <a:lnTo>
                    <a:pt x="927" y="922"/>
                  </a:lnTo>
                  <a:close/>
                  <a:moveTo>
                    <a:pt x="720" y="0"/>
                  </a:moveTo>
                  <a:cubicBezTo>
                    <a:pt x="331" y="0"/>
                    <a:pt x="1" y="326"/>
                    <a:pt x="1" y="715"/>
                  </a:cubicBezTo>
                  <a:lnTo>
                    <a:pt x="1" y="1662"/>
                  </a:lnTo>
                  <a:cubicBezTo>
                    <a:pt x="1" y="2071"/>
                    <a:pt x="331" y="2401"/>
                    <a:pt x="720" y="2401"/>
                  </a:cubicBezTo>
                  <a:lnTo>
                    <a:pt x="1622" y="2401"/>
                  </a:lnTo>
                  <a:cubicBezTo>
                    <a:pt x="2017" y="2401"/>
                    <a:pt x="2342" y="2071"/>
                    <a:pt x="2342" y="1662"/>
                  </a:cubicBezTo>
                  <a:lnTo>
                    <a:pt x="2342" y="715"/>
                  </a:lnTo>
                  <a:cubicBezTo>
                    <a:pt x="2342" y="326"/>
                    <a:pt x="2017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1"/>
            <p:cNvSpPr/>
            <p:nvPr/>
          </p:nvSpPr>
          <p:spPr>
            <a:xfrm>
              <a:off x="1452275" y="4282407"/>
              <a:ext cx="136340" cy="141458"/>
            </a:xfrm>
            <a:custGeom>
              <a:avLst/>
              <a:gdLst/>
              <a:ahLst/>
              <a:cxnLst/>
              <a:rect l="l" t="t" r="r" b="b"/>
              <a:pathLst>
                <a:path w="8258" h="8568" extrusionOk="0">
                  <a:moveTo>
                    <a:pt x="5857" y="1130"/>
                  </a:moveTo>
                  <a:lnTo>
                    <a:pt x="5857" y="1130"/>
                  </a:lnTo>
                  <a:cubicBezTo>
                    <a:pt x="6739" y="1499"/>
                    <a:pt x="7336" y="2362"/>
                    <a:pt x="7336" y="3372"/>
                  </a:cubicBezTo>
                  <a:lnTo>
                    <a:pt x="7336" y="5221"/>
                  </a:lnTo>
                  <a:cubicBezTo>
                    <a:pt x="7336" y="6226"/>
                    <a:pt x="6739" y="7089"/>
                    <a:pt x="5857" y="7459"/>
                  </a:cubicBezTo>
                  <a:cubicBezTo>
                    <a:pt x="6389" y="6862"/>
                    <a:pt x="6720" y="6084"/>
                    <a:pt x="6720" y="5221"/>
                  </a:cubicBezTo>
                  <a:lnTo>
                    <a:pt x="6720" y="3372"/>
                  </a:lnTo>
                  <a:cubicBezTo>
                    <a:pt x="6720" y="2510"/>
                    <a:pt x="6389" y="1726"/>
                    <a:pt x="5857" y="1130"/>
                  </a:cubicBezTo>
                  <a:close/>
                  <a:moveTo>
                    <a:pt x="3368" y="927"/>
                  </a:moveTo>
                  <a:cubicBezTo>
                    <a:pt x="4704" y="927"/>
                    <a:pt x="5793" y="2037"/>
                    <a:pt x="5793" y="3372"/>
                  </a:cubicBezTo>
                  <a:lnTo>
                    <a:pt x="5793" y="5221"/>
                  </a:lnTo>
                  <a:cubicBezTo>
                    <a:pt x="5793" y="6552"/>
                    <a:pt x="4704" y="7641"/>
                    <a:pt x="3368" y="7641"/>
                  </a:cubicBezTo>
                  <a:cubicBezTo>
                    <a:pt x="2012" y="7641"/>
                    <a:pt x="928" y="6552"/>
                    <a:pt x="928" y="5221"/>
                  </a:cubicBezTo>
                  <a:lnTo>
                    <a:pt x="928" y="3372"/>
                  </a:lnTo>
                  <a:cubicBezTo>
                    <a:pt x="928" y="2037"/>
                    <a:pt x="2012" y="927"/>
                    <a:pt x="3368" y="927"/>
                  </a:cubicBezTo>
                  <a:close/>
                  <a:moveTo>
                    <a:pt x="3368" y="1"/>
                  </a:moveTo>
                  <a:cubicBezTo>
                    <a:pt x="1499" y="1"/>
                    <a:pt x="1" y="1524"/>
                    <a:pt x="1" y="3372"/>
                  </a:cubicBezTo>
                  <a:lnTo>
                    <a:pt x="1" y="5221"/>
                  </a:lnTo>
                  <a:cubicBezTo>
                    <a:pt x="1" y="7069"/>
                    <a:pt x="1499" y="8568"/>
                    <a:pt x="3368" y="8568"/>
                  </a:cubicBezTo>
                  <a:lnTo>
                    <a:pt x="4911" y="8568"/>
                  </a:lnTo>
                  <a:cubicBezTo>
                    <a:pt x="6759" y="8568"/>
                    <a:pt x="8258" y="7069"/>
                    <a:pt x="8258" y="5221"/>
                  </a:cubicBezTo>
                  <a:lnTo>
                    <a:pt x="8258" y="3372"/>
                  </a:lnTo>
                  <a:cubicBezTo>
                    <a:pt x="8258" y="1524"/>
                    <a:pt x="6759" y="1"/>
                    <a:pt x="491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1"/>
            <p:cNvSpPr/>
            <p:nvPr/>
          </p:nvSpPr>
          <p:spPr>
            <a:xfrm>
              <a:off x="1613038" y="4176598"/>
              <a:ext cx="136340" cy="141458"/>
            </a:xfrm>
            <a:custGeom>
              <a:avLst/>
              <a:gdLst/>
              <a:ahLst/>
              <a:cxnLst/>
              <a:rect l="l" t="t" r="r" b="b"/>
              <a:pathLst>
                <a:path w="8258" h="8568" extrusionOk="0">
                  <a:moveTo>
                    <a:pt x="3367" y="927"/>
                  </a:moveTo>
                  <a:cubicBezTo>
                    <a:pt x="4560" y="927"/>
                    <a:pt x="5585" y="1829"/>
                    <a:pt x="5773" y="3003"/>
                  </a:cubicBezTo>
                  <a:cubicBezTo>
                    <a:pt x="5808" y="3242"/>
                    <a:pt x="5995" y="3398"/>
                    <a:pt x="6212" y="3398"/>
                  </a:cubicBezTo>
                  <a:cubicBezTo>
                    <a:pt x="6236" y="3398"/>
                    <a:pt x="6261" y="3396"/>
                    <a:pt x="6285" y="3392"/>
                  </a:cubicBezTo>
                  <a:cubicBezTo>
                    <a:pt x="6552" y="3348"/>
                    <a:pt x="6719" y="3126"/>
                    <a:pt x="6675" y="2879"/>
                  </a:cubicBezTo>
                  <a:cubicBezTo>
                    <a:pt x="6571" y="2199"/>
                    <a:pt x="6285" y="1603"/>
                    <a:pt x="5857" y="1129"/>
                  </a:cubicBezTo>
                  <a:lnTo>
                    <a:pt x="5857" y="1129"/>
                  </a:lnTo>
                  <a:cubicBezTo>
                    <a:pt x="6719" y="1499"/>
                    <a:pt x="7335" y="2362"/>
                    <a:pt x="7335" y="3372"/>
                  </a:cubicBezTo>
                  <a:lnTo>
                    <a:pt x="7335" y="5221"/>
                  </a:lnTo>
                  <a:cubicBezTo>
                    <a:pt x="7335" y="6226"/>
                    <a:pt x="6739" y="7089"/>
                    <a:pt x="5857" y="7459"/>
                  </a:cubicBezTo>
                  <a:cubicBezTo>
                    <a:pt x="6389" y="6862"/>
                    <a:pt x="6719" y="6083"/>
                    <a:pt x="6719" y="5221"/>
                  </a:cubicBezTo>
                  <a:lnTo>
                    <a:pt x="6719" y="4787"/>
                  </a:lnTo>
                  <a:cubicBezTo>
                    <a:pt x="6719" y="4521"/>
                    <a:pt x="6512" y="4314"/>
                    <a:pt x="6266" y="4314"/>
                  </a:cubicBezTo>
                  <a:cubicBezTo>
                    <a:pt x="5999" y="4314"/>
                    <a:pt x="5792" y="4521"/>
                    <a:pt x="5792" y="4787"/>
                  </a:cubicBezTo>
                  <a:lnTo>
                    <a:pt x="5792" y="5221"/>
                  </a:lnTo>
                  <a:cubicBezTo>
                    <a:pt x="5792" y="6552"/>
                    <a:pt x="4703" y="7641"/>
                    <a:pt x="3367" y="7641"/>
                  </a:cubicBezTo>
                  <a:cubicBezTo>
                    <a:pt x="2012" y="7641"/>
                    <a:pt x="927" y="6552"/>
                    <a:pt x="927" y="5221"/>
                  </a:cubicBezTo>
                  <a:lnTo>
                    <a:pt x="927" y="3372"/>
                  </a:lnTo>
                  <a:cubicBezTo>
                    <a:pt x="927" y="2036"/>
                    <a:pt x="2012" y="927"/>
                    <a:pt x="3367" y="927"/>
                  </a:cubicBezTo>
                  <a:close/>
                  <a:moveTo>
                    <a:pt x="3367" y="1"/>
                  </a:moveTo>
                  <a:cubicBezTo>
                    <a:pt x="1499" y="1"/>
                    <a:pt x="0" y="1524"/>
                    <a:pt x="0" y="3372"/>
                  </a:cubicBezTo>
                  <a:lnTo>
                    <a:pt x="0" y="5221"/>
                  </a:lnTo>
                  <a:cubicBezTo>
                    <a:pt x="0" y="7069"/>
                    <a:pt x="1499" y="8568"/>
                    <a:pt x="3367" y="8568"/>
                  </a:cubicBezTo>
                  <a:lnTo>
                    <a:pt x="4910" y="8568"/>
                  </a:lnTo>
                  <a:cubicBezTo>
                    <a:pt x="6759" y="8568"/>
                    <a:pt x="8257" y="7069"/>
                    <a:pt x="8257" y="5221"/>
                  </a:cubicBezTo>
                  <a:lnTo>
                    <a:pt x="8257" y="3372"/>
                  </a:lnTo>
                  <a:cubicBezTo>
                    <a:pt x="8257" y="1524"/>
                    <a:pt x="6759" y="1"/>
                    <a:pt x="491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1"/>
            <p:cNvSpPr/>
            <p:nvPr/>
          </p:nvSpPr>
          <p:spPr>
            <a:xfrm>
              <a:off x="1472965" y="4194563"/>
              <a:ext cx="69507" cy="68566"/>
            </a:xfrm>
            <a:custGeom>
              <a:avLst/>
              <a:gdLst/>
              <a:ahLst/>
              <a:cxnLst/>
              <a:rect l="l" t="t" r="r" b="b"/>
              <a:pathLst>
                <a:path w="4210" h="4153" extrusionOk="0">
                  <a:moveTo>
                    <a:pt x="2139" y="1234"/>
                  </a:moveTo>
                  <a:cubicBezTo>
                    <a:pt x="2341" y="1545"/>
                    <a:pt x="2608" y="1811"/>
                    <a:pt x="2938" y="2057"/>
                  </a:cubicBezTo>
                  <a:cubicBezTo>
                    <a:pt x="2608" y="2240"/>
                    <a:pt x="2341" y="2506"/>
                    <a:pt x="2139" y="2856"/>
                  </a:cubicBezTo>
                  <a:cubicBezTo>
                    <a:pt x="1913" y="2550"/>
                    <a:pt x="1622" y="2284"/>
                    <a:pt x="1277" y="2097"/>
                  </a:cubicBezTo>
                  <a:cubicBezTo>
                    <a:pt x="1622" y="1850"/>
                    <a:pt x="1913" y="1565"/>
                    <a:pt x="2139" y="1234"/>
                  </a:cubicBezTo>
                  <a:close/>
                  <a:moveTo>
                    <a:pt x="2114" y="0"/>
                  </a:moveTo>
                  <a:cubicBezTo>
                    <a:pt x="1885" y="0"/>
                    <a:pt x="1679" y="139"/>
                    <a:pt x="1582" y="352"/>
                  </a:cubicBezTo>
                  <a:cubicBezTo>
                    <a:pt x="1316" y="884"/>
                    <a:pt x="927" y="1274"/>
                    <a:pt x="370" y="1545"/>
                  </a:cubicBezTo>
                  <a:cubicBezTo>
                    <a:pt x="143" y="1668"/>
                    <a:pt x="0" y="1890"/>
                    <a:pt x="20" y="2161"/>
                  </a:cubicBezTo>
                  <a:cubicBezTo>
                    <a:pt x="44" y="2407"/>
                    <a:pt x="207" y="2629"/>
                    <a:pt x="454" y="2713"/>
                  </a:cubicBezTo>
                  <a:cubicBezTo>
                    <a:pt x="1006" y="2920"/>
                    <a:pt x="1375" y="3245"/>
                    <a:pt x="1582" y="3763"/>
                  </a:cubicBezTo>
                  <a:cubicBezTo>
                    <a:pt x="1666" y="3985"/>
                    <a:pt x="1893" y="4152"/>
                    <a:pt x="2159" y="4152"/>
                  </a:cubicBezTo>
                  <a:lnTo>
                    <a:pt x="2179" y="4152"/>
                  </a:lnTo>
                  <a:cubicBezTo>
                    <a:pt x="2445" y="4152"/>
                    <a:pt x="2672" y="3985"/>
                    <a:pt x="2756" y="3719"/>
                  </a:cubicBezTo>
                  <a:cubicBezTo>
                    <a:pt x="2958" y="3167"/>
                    <a:pt x="3268" y="2836"/>
                    <a:pt x="3761" y="2693"/>
                  </a:cubicBezTo>
                  <a:cubicBezTo>
                    <a:pt x="4008" y="2610"/>
                    <a:pt x="4170" y="2407"/>
                    <a:pt x="4190" y="2136"/>
                  </a:cubicBezTo>
                  <a:cubicBezTo>
                    <a:pt x="4210" y="1870"/>
                    <a:pt x="4086" y="1624"/>
                    <a:pt x="3840" y="1520"/>
                  </a:cubicBezTo>
                  <a:cubicBezTo>
                    <a:pt x="3308" y="1254"/>
                    <a:pt x="2938" y="884"/>
                    <a:pt x="2731" y="391"/>
                  </a:cubicBezTo>
                  <a:cubicBezTo>
                    <a:pt x="2632" y="145"/>
                    <a:pt x="2406" y="2"/>
                    <a:pt x="2159" y="2"/>
                  </a:cubicBezTo>
                  <a:cubicBezTo>
                    <a:pt x="2144" y="1"/>
                    <a:pt x="2129" y="0"/>
                    <a:pt x="211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F72C073-0CA8-A152-494D-009070748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9E99DDC-3E7A-1DA7-05A3-39FF77DA0E92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32"/>
          <p:cNvGrpSpPr/>
          <p:nvPr/>
        </p:nvGrpSpPr>
        <p:grpSpPr>
          <a:xfrm>
            <a:off x="5643852" y="2115336"/>
            <a:ext cx="2779744" cy="3028313"/>
            <a:chOff x="3186200" y="4007200"/>
            <a:chExt cx="1344300" cy="1458725"/>
          </a:xfrm>
        </p:grpSpPr>
        <p:sp>
          <p:nvSpPr>
            <p:cNvPr id="965" name="Google Shape;965;p32"/>
            <p:cNvSpPr/>
            <p:nvPr/>
          </p:nvSpPr>
          <p:spPr>
            <a:xfrm>
              <a:off x="378097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61" y="1"/>
                  </a:moveTo>
                  <a:lnTo>
                    <a:pt x="594" y="388"/>
                  </a:lnTo>
                  <a:cubicBezTo>
                    <a:pt x="542" y="439"/>
                    <a:pt x="490" y="491"/>
                    <a:pt x="387" y="491"/>
                  </a:cubicBezTo>
                  <a:lnTo>
                    <a:pt x="0" y="543"/>
                  </a:lnTo>
                  <a:lnTo>
                    <a:pt x="271" y="865"/>
                  </a:lnTo>
                  <a:cubicBezTo>
                    <a:pt x="323" y="865"/>
                    <a:pt x="387" y="968"/>
                    <a:pt x="387" y="1033"/>
                  </a:cubicBezTo>
                  <a:lnTo>
                    <a:pt x="271" y="1458"/>
                  </a:lnTo>
                  <a:lnTo>
                    <a:pt x="645" y="1239"/>
                  </a:lnTo>
                  <a:lnTo>
                    <a:pt x="864" y="1239"/>
                  </a:lnTo>
                  <a:lnTo>
                    <a:pt x="1238" y="1458"/>
                  </a:lnTo>
                  <a:lnTo>
                    <a:pt x="1135" y="1033"/>
                  </a:lnTo>
                  <a:cubicBezTo>
                    <a:pt x="1135" y="968"/>
                    <a:pt x="1187" y="865"/>
                    <a:pt x="1238" y="865"/>
                  </a:cubicBezTo>
                  <a:lnTo>
                    <a:pt x="1509" y="543"/>
                  </a:lnTo>
                  <a:lnTo>
                    <a:pt x="1084" y="491"/>
                  </a:lnTo>
                  <a:cubicBezTo>
                    <a:pt x="1032" y="491"/>
                    <a:pt x="968" y="439"/>
                    <a:pt x="916" y="388"/>
                  </a:cubicBezTo>
                  <a:lnTo>
                    <a:pt x="76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2"/>
            <p:cNvSpPr/>
            <p:nvPr/>
          </p:nvSpPr>
          <p:spPr>
            <a:xfrm>
              <a:off x="364267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61" y="1"/>
                  </a:moveTo>
                  <a:lnTo>
                    <a:pt x="594" y="388"/>
                  </a:lnTo>
                  <a:cubicBezTo>
                    <a:pt x="542" y="439"/>
                    <a:pt x="491" y="491"/>
                    <a:pt x="439" y="491"/>
                  </a:cubicBezTo>
                  <a:lnTo>
                    <a:pt x="1" y="543"/>
                  </a:lnTo>
                  <a:lnTo>
                    <a:pt x="323" y="865"/>
                  </a:lnTo>
                  <a:cubicBezTo>
                    <a:pt x="375" y="865"/>
                    <a:pt x="375" y="968"/>
                    <a:pt x="375" y="1033"/>
                  </a:cubicBezTo>
                  <a:lnTo>
                    <a:pt x="323" y="1458"/>
                  </a:lnTo>
                  <a:lnTo>
                    <a:pt x="645" y="1239"/>
                  </a:lnTo>
                  <a:lnTo>
                    <a:pt x="865" y="1239"/>
                  </a:lnTo>
                  <a:lnTo>
                    <a:pt x="1239" y="1458"/>
                  </a:lnTo>
                  <a:lnTo>
                    <a:pt x="1187" y="1033"/>
                  </a:lnTo>
                  <a:cubicBezTo>
                    <a:pt x="1187" y="968"/>
                    <a:pt x="1187" y="865"/>
                    <a:pt x="1239" y="865"/>
                  </a:cubicBezTo>
                  <a:lnTo>
                    <a:pt x="1509" y="543"/>
                  </a:lnTo>
                  <a:lnTo>
                    <a:pt x="1135" y="491"/>
                  </a:lnTo>
                  <a:cubicBezTo>
                    <a:pt x="1084" y="491"/>
                    <a:pt x="968" y="439"/>
                    <a:pt x="968" y="388"/>
                  </a:cubicBezTo>
                  <a:lnTo>
                    <a:pt x="76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2"/>
            <p:cNvSpPr/>
            <p:nvPr/>
          </p:nvSpPr>
          <p:spPr>
            <a:xfrm>
              <a:off x="3574350" y="4125175"/>
              <a:ext cx="37400" cy="36475"/>
            </a:xfrm>
            <a:custGeom>
              <a:avLst/>
              <a:gdLst/>
              <a:ahLst/>
              <a:cxnLst/>
              <a:rect l="l" t="t" r="r" b="b"/>
              <a:pathLst>
                <a:path w="1496" h="1459" extrusionOk="0">
                  <a:moveTo>
                    <a:pt x="748" y="1"/>
                  </a:moveTo>
                  <a:lnTo>
                    <a:pt x="593" y="388"/>
                  </a:lnTo>
                  <a:cubicBezTo>
                    <a:pt x="529" y="439"/>
                    <a:pt x="477" y="491"/>
                    <a:pt x="426" y="491"/>
                  </a:cubicBezTo>
                  <a:lnTo>
                    <a:pt x="0" y="543"/>
                  </a:lnTo>
                  <a:lnTo>
                    <a:pt x="322" y="865"/>
                  </a:lnTo>
                  <a:cubicBezTo>
                    <a:pt x="322" y="865"/>
                    <a:pt x="374" y="968"/>
                    <a:pt x="374" y="1033"/>
                  </a:cubicBezTo>
                  <a:lnTo>
                    <a:pt x="271" y="1458"/>
                  </a:lnTo>
                  <a:lnTo>
                    <a:pt x="645" y="1239"/>
                  </a:lnTo>
                  <a:lnTo>
                    <a:pt x="851" y="1239"/>
                  </a:lnTo>
                  <a:lnTo>
                    <a:pt x="1238" y="1458"/>
                  </a:lnTo>
                  <a:lnTo>
                    <a:pt x="1173" y="1033"/>
                  </a:lnTo>
                  <a:lnTo>
                    <a:pt x="1122" y="1033"/>
                  </a:lnTo>
                  <a:cubicBezTo>
                    <a:pt x="1122" y="968"/>
                    <a:pt x="1173" y="865"/>
                    <a:pt x="1238" y="865"/>
                  </a:cubicBezTo>
                  <a:lnTo>
                    <a:pt x="1496" y="543"/>
                  </a:lnTo>
                  <a:lnTo>
                    <a:pt x="1122" y="491"/>
                  </a:lnTo>
                  <a:cubicBezTo>
                    <a:pt x="1019" y="491"/>
                    <a:pt x="967" y="439"/>
                    <a:pt x="916" y="388"/>
                  </a:cubicBezTo>
                  <a:lnTo>
                    <a:pt x="74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2"/>
            <p:cNvSpPr/>
            <p:nvPr/>
          </p:nvSpPr>
          <p:spPr>
            <a:xfrm>
              <a:off x="371262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49" y="1"/>
                  </a:moveTo>
                  <a:lnTo>
                    <a:pt x="542" y="388"/>
                  </a:lnTo>
                  <a:cubicBezTo>
                    <a:pt x="542" y="439"/>
                    <a:pt x="478" y="491"/>
                    <a:pt x="375" y="491"/>
                  </a:cubicBezTo>
                  <a:lnTo>
                    <a:pt x="1" y="543"/>
                  </a:lnTo>
                  <a:lnTo>
                    <a:pt x="272" y="865"/>
                  </a:lnTo>
                  <a:cubicBezTo>
                    <a:pt x="323" y="865"/>
                    <a:pt x="323" y="968"/>
                    <a:pt x="323" y="1033"/>
                  </a:cubicBezTo>
                  <a:lnTo>
                    <a:pt x="272" y="1458"/>
                  </a:lnTo>
                  <a:lnTo>
                    <a:pt x="646" y="1239"/>
                  </a:lnTo>
                  <a:lnTo>
                    <a:pt x="865" y="1239"/>
                  </a:lnTo>
                  <a:lnTo>
                    <a:pt x="1187" y="1458"/>
                  </a:lnTo>
                  <a:lnTo>
                    <a:pt x="1123" y="1033"/>
                  </a:lnTo>
                  <a:cubicBezTo>
                    <a:pt x="1123" y="968"/>
                    <a:pt x="1123" y="865"/>
                    <a:pt x="1187" y="865"/>
                  </a:cubicBezTo>
                  <a:lnTo>
                    <a:pt x="1510" y="543"/>
                  </a:lnTo>
                  <a:lnTo>
                    <a:pt x="1071" y="491"/>
                  </a:lnTo>
                  <a:cubicBezTo>
                    <a:pt x="1020" y="491"/>
                    <a:pt x="968" y="439"/>
                    <a:pt x="916" y="388"/>
                  </a:cubicBezTo>
                  <a:lnTo>
                    <a:pt x="749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2"/>
            <p:cNvSpPr/>
            <p:nvPr/>
          </p:nvSpPr>
          <p:spPr>
            <a:xfrm>
              <a:off x="3536625" y="4098425"/>
              <a:ext cx="321100" cy="95450"/>
            </a:xfrm>
            <a:custGeom>
              <a:avLst/>
              <a:gdLst/>
              <a:ahLst/>
              <a:cxnLst/>
              <a:rect l="l" t="t" r="r" b="b"/>
              <a:pathLst>
                <a:path w="12844" h="3818" extrusionOk="0">
                  <a:moveTo>
                    <a:pt x="2257" y="813"/>
                  </a:moveTo>
                  <a:cubicBezTo>
                    <a:pt x="2309" y="813"/>
                    <a:pt x="2360" y="813"/>
                    <a:pt x="2360" y="865"/>
                  </a:cubicBezTo>
                  <a:cubicBezTo>
                    <a:pt x="2425" y="865"/>
                    <a:pt x="2476" y="916"/>
                    <a:pt x="2476" y="968"/>
                  </a:cubicBezTo>
                  <a:lnTo>
                    <a:pt x="2682" y="1342"/>
                  </a:lnTo>
                  <a:lnTo>
                    <a:pt x="3069" y="1393"/>
                  </a:lnTo>
                  <a:cubicBezTo>
                    <a:pt x="3172" y="1393"/>
                    <a:pt x="3224" y="1458"/>
                    <a:pt x="3224" y="1458"/>
                  </a:cubicBezTo>
                  <a:cubicBezTo>
                    <a:pt x="3276" y="1509"/>
                    <a:pt x="3276" y="1561"/>
                    <a:pt x="3276" y="1613"/>
                  </a:cubicBezTo>
                  <a:cubicBezTo>
                    <a:pt x="3276" y="1664"/>
                    <a:pt x="3276" y="1716"/>
                    <a:pt x="3224" y="1780"/>
                  </a:cubicBezTo>
                  <a:lnTo>
                    <a:pt x="2902" y="2103"/>
                  </a:lnTo>
                  <a:lnTo>
                    <a:pt x="2953" y="2528"/>
                  </a:lnTo>
                  <a:cubicBezTo>
                    <a:pt x="2953" y="2631"/>
                    <a:pt x="2953" y="2683"/>
                    <a:pt x="2902" y="2683"/>
                  </a:cubicBezTo>
                  <a:cubicBezTo>
                    <a:pt x="2850" y="2747"/>
                    <a:pt x="2799" y="2799"/>
                    <a:pt x="2747" y="2799"/>
                  </a:cubicBezTo>
                  <a:cubicBezTo>
                    <a:pt x="2747" y="2799"/>
                    <a:pt x="2682" y="2799"/>
                    <a:pt x="2631" y="2747"/>
                  </a:cubicBezTo>
                  <a:lnTo>
                    <a:pt x="2257" y="2528"/>
                  </a:lnTo>
                  <a:lnTo>
                    <a:pt x="1883" y="2747"/>
                  </a:lnTo>
                  <a:cubicBezTo>
                    <a:pt x="1831" y="2799"/>
                    <a:pt x="1831" y="2799"/>
                    <a:pt x="1780" y="2799"/>
                  </a:cubicBezTo>
                  <a:cubicBezTo>
                    <a:pt x="1715" y="2799"/>
                    <a:pt x="1664" y="2747"/>
                    <a:pt x="1612" y="2683"/>
                  </a:cubicBezTo>
                  <a:cubicBezTo>
                    <a:pt x="1561" y="2683"/>
                    <a:pt x="1561" y="2631"/>
                    <a:pt x="1561" y="2528"/>
                  </a:cubicBezTo>
                  <a:lnTo>
                    <a:pt x="1612" y="2103"/>
                  </a:lnTo>
                  <a:lnTo>
                    <a:pt x="1290" y="1780"/>
                  </a:lnTo>
                  <a:cubicBezTo>
                    <a:pt x="1290" y="1716"/>
                    <a:pt x="1238" y="1664"/>
                    <a:pt x="1238" y="1613"/>
                  </a:cubicBezTo>
                  <a:cubicBezTo>
                    <a:pt x="1238" y="1561"/>
                    <a:pt x="1238" y="1509"/>
                    <a:pt x="1290" y="1458"/>
                  </a:cubicBezTo>
                  <a:cubicBezTo>
                    <a:pt x="1341" y="1458"/>
                    <a:pt x="1393" y="1393"/>
                    <a:pt x="1457" y="1393"/>
                  </a:cubicBezTo>
                  <a:lnTo>
                    <a:pt x="1883" y="1342"/>
                  </a:lnTo>
                  <a:lnTo>
                    <a:pt x="2038" y="968"/>
                  </a:lnTo>
                  <a:cubicBezTo>
                    <a:pt x="2102" y="916"/>
                    <a:pt x="2102" y="865"/>
                    <a:pt x="2154" y="865"/>
                  </a:cubicBezTo>
                  <a:cubicBezTo>
                    <a:pt x="2205" y="813"/>
                    <a:pt x="2205" y="813"/>
                    <a:pt x="2257" y="813"/>
                  </a:cubicBezTo>
                  <a:close/>
                  <a:moveTo>
                    <a:pt x="5003" y="813"/>
                  </a:moveTo>
                  <a:cubicBezTo>
                    <a:pt x="5055" y="813"/>
                    <a:pt x="5107" y="813"/>
                    <a:pt x="5158" y="865"/>
                  </a:cubicBezTo>
                  <a:cubicBezTo>
                    <a:pt x="5158" y="865"/>
                    <a:pt x="5210" y="916"/>
                    <a:pt x="5210" y="968"/>
                  </a:cubicBezTo>
                  <a:lnTo>
                    <a:pt x="5429" y="1342"/>
                  </a:lnTo>
                  <a:lnTo>
                    <a:pt x="5855" y="1393"/>
                  </a:lnTo>
                  <a:cubicBezTo>
                    <a:pt x="5906" y="1393"/>
                    <a:pt x="5971" y="1458"/>
                    <a:pt x="5971" y="1458"/>
                  </a:cubicBezTo>
                  <a:cubicBezTo>
                    <a:pt x="6022" y="1509"/>
                    <a:pt x="6022" y="1561"/>
                    <a:pt x="6022" y="1613"/>
                  </a:cubicBezTo>
                  <a:cubicBezTo>
                    <a:pt x="6022" y="1664"/>
                    <a:pt x="6022" y="1716"/>
                    <a:pt x="5971" y="1780"/>
                  </a:cubicBezTo>
                  <a:lnTo>
                    <a:pt x="5648" y="2103"/>
                  </a:lnTo>
                  <a:lnTo>
                    <a:pt x="5751" y="2528"/>
                  </a:lnTo>
                  <a:cubicBezTo>
                    <a:pt x="5751" y="2631"/>
                    <a:pt x="5700" y="2683"/>
                    <a:pt x="5648" y="2683"/>
                  </a:cubicBezTo>
                  <a:cubicBezTo>
                    <a:pt x="5648" y="2747"/>
                    <a:pt x="5584" y="2799"/>
                    <a:pt x="5532" y="2799"/>
                  </a:cubicBezTo>
                  <a:cubicBezTo>
                    <a:pt x="5481" y="2799"/>
                    <a:pt x="5429" y="2799"/>
                    <a:pt x="5429" y="2747"/>
                  </a:cubicBezTo>
                  <a:lnTo>
                    <a:pt x="5003" y="2528"/>
                  </a:lnTo>
                  <a:lnTo>
                    <a:pt x="4617" y="2747"/>
                  </a:lnTo>
                  <a:cubicBezTo>
                    <a:pt x="4617" y="2799"/>
                    <a:pt x="4565" y="2799"/>
                    <a:pt x="4514" y="2799"/>
                  </a:cubicBezTo>
                  <a:cubicBezTo>
                    <a:pt x="4462" y="2799"/>
                    <a:pt x="4410" y="2747"/>
                    <a:pt x="4359" y="2683"/>
                  </a:cubicBezTo>
                  <a:cubicBezTo>
                    <a:pt x="4359" y="2683"/>
                    <a:pt x="4294" y="2631"/>
                    <a:pt x="4294" y="2528"/>
                  </a:cubicBezTo>
                  <a:lnTo>
                    <a:pt x="4359" y="2103"/>
                  </a:lnTo>
                  <a:lnTo>
                    <a:pt x="4088" y="1780"/>
                  </a:lnTo>
                  <a:cubicBezTo>
                    <a:pt x="4036" y="1716"/>
                    <a:pt x="3972" y="1664"/>
                    <a:pt x="3972" y="1613"/>
                  </a:cubicBezTo>
                  <a:cubicBezTo>
                    <a:pt x="3972" y="1561"/>
                    <a:pt x="4036" y="1509"/>
                    <a:pt x="4036" y="1458"/>
                  </a:cubicBezTo>
                  <a:cubicBezTo>
                    <a:pt x="4088" y="1458"/>
                    <a:pt x="4140" y="1393"/>
                    <a:pt x="4191" y="1393"/>
                  </a:cubicBezTo>
                  <a:lnTo>
                    <a:pt x="4617" y="1342"/>
                  </a:lnTo>
                  <a:lnTo>
                    <a:pt x="4836" y="968"/>
                  </a:lnTo>
                  <a:cubicBezTo>
                    <a:pt x="4836" y="916"/>
                    <a:pt x="4887" y="865"/>
                    <a:pt x="4887" y="865"/>
                  </a:cubicBezTo>
                  <a:cubicBezTo>
                    <a:pt x="4939" y="813"/>
                    <a:pt x="5003" y="813"/>
                    <a:pt x="5003" y="813"/>
                  </a:cubicBezTo>
                  <a:close/>
                  <a:moveTo>
                    <a:pt x="7789" y="813"/>
                  </a:moveTo>
                  <a:cubicBezTo>
                    <a:pt x="7789" y="813"/>
                    <a:pt x="7840" y="813"/>
                    <a:pt x="7905" y="865"/>
                  </a:cubicBezTo>
                  <a:cubicBezTo>
                    <a:pt x="7956" y="865"/>
                    <a:pt x="7956" y="916"/>
                    <a:pt x="7956" y="968"/>
                  </a:cubicBezTo>
                  <a:lnTo>
                    <a:pt x="8163" y="1342"/>
                  </a:lnTo>
                  <a:lnTo>
                    <a:pt x="8601" y="1393"/>
                  </a:lnTo>
                  <a:cubicBezTo>
                    <a:pt x="8653" y="1393"/>
                    <a:pt x="8704" y="1458"/>
                    <a:pt x="8756" y="1458"/>
                  </a:cubicBezTo>
                  <a:cubicBezTo>
                    <a:pt x="8756" y="1509"/>
                    <a:pt x="8807" y="1561"/>
                    <a:pt x="8807" y="1613"/>
                  </a:cubicBezTo>
                  <a:cubicBezTo>
                    <a:pt x="8807" y="1664"/>
                    <a:pt x="8756" y="1716"/>
                    <a:pt x="8704" y="1780"/>
                  </a:cubicBezTo>
                  <a:lnTo>
                    <a:pt x="8433" y="2103"/>
                  </a:lnTo>
                  <a:lnTo>
                    <a:pt x="8485" y="2528"/>
                  </a:lnTo>
                  <a:cubicBezTo>
                    <a:pt x="8485" y="2631"/>
                    <a:pt x="8485" y="2683"/>
                    <a:pt x="8433" y="2683"/>
                  </a:cubicBezTo>
                  <a:cubicBezTo>
                    <a:pt x="8382" y="2747"/>
                    <a:pt x="8330" y="2799"/>
                    <a:pt x="8279" y="2799"/>
                  </a:cubicBezTo>
                  <a:cubicBezTo>
                    <a:pt x="8227" y="2799"/>
                    <a:pt x="8163" y="2799"/>
                    <a:pt x="8163" y="2747"/>
                  </a:cubicBezTo>
                  <a:lnTo>
                    <a:pt x="7789" y="2528"/>
                  </a:lnTo>
                  <a:lnTo>
                    <a:pt x="7415" y="2747"/>
                  </a:lnTo>
                  <a:cubicBezTo>
                    <a:pt x="7363" y="2799"/>
                    <a:pt x="7312" y="2799"/>
                    <a:pt x="7312" y="2799"/>
                  </a:cubicBezTo>
                  <a:cubicBezTo>
                    <a:pt x="7196" y="2799"/>
                    <a:pt x="7144" y="2747"/>
                    <a:pt x="7144" y="2683"/>
                  </a:cubicBezTo>
                  <a:cubicBezTo>
                    <a:pt x="7092" y="2683"/>
                    <a:pt x="7041" y="2631"/>
                    <a:pt x="7041" y="2528"/>
                  </a:cubicBezTo>
                  <a:lnTo>
                    <a:pt x="7144" y="2103"/>
                  </a:lnTo>
                  <a:lnTo>
                    <a:pt x="6822" y="1780"/>
                  </a:lnTo>
                  <a:cubicBezTo>
                    <a:pt x="6770" y="1716"/>
                    <a:pt x="6770" y="1664"/>
                    <a:pt x="6770" y="1613"/>
                  </a:cubicBezTo>
                  <a:cubicBezTo>
                    <a:pt x="6770" y="1561"/>
                    <a:pt x="6770" y="1509"/>
                    <a:pt x="6822" y="1458"/>
                  </a:cubicBezTo>
                  <a:cubicBezTo>
                    <a:pt x="6822" y="1458"/>
                    <a:pt x="6873" y="1393"/>
                    <a:pt x="6938" y="1393"/>
                  </a:cubicBezTo>
                  <a:lnTo>
                    <a:pt x="7363" y="1342"/>
                  </a:lnTo>
                  <a:lnTo>
                    <a:pt x="7582" y="968"/>
                  </a:lnTo>
                  <a:cubicBezTo>
                    <a:pt x="7582" y="916"/>
                    <a:pt x="7634" y="865"/>
                    <a:pt x="7686" y="865"/>
                  </a:cubicBezTo>
                  <a:cubicBezTo>
                    <a:pt x="7686" y="813"/>
                    <a:pt x="7737" y="813"/>
                    <a:pt x="7789" y="813"/>
                  </a:cubicBezTo>
                  <a:close/>
                  <a:moveTo>
                    <a:pt x="10535" y="813"/>
                  </a:moveTo>
                  <a:cubicBezTo>
                    <a:pt x="10587" y="813"/>
                    <a:pt x="10587" y="813"/>
                    <a:pt x="10638" y="865"/>
                  </a:cubicBezTo>
                  <a:cubicBezTo>
                    <a:pt x="10690" y="865"/>
                    <a:pt x="10690" y="916"/>
                    <a:pt x="10742" y="968"/>
                  </a:cubicBezTo>
                  <a:lnTo>
                    <a:pt x="10909" y="1342"/>
                  </a:lnTo>
                  <a:lnTo>
                    <a:pt x="11335" y="1393"/>
                  </a:lnTo>
                  <a:cubicBezTo>
                    <a:pt x="11386" y="1393"/>
                    <a:pt x="11451" y="1458"/>
                    <a:pt x="11502" y="1458"/>
                  </a:cubicBezTo>
                  <a:cubicBezTo>
                    <a:pt x="11554" y="1509"/>
                    <a:pt x="11554" y="1561"/>
                    <a:pt x="11554" y="1613"/>
                  </a:cubicBezTo>
                  <a:cubicBezTo>
                    <a:pt x="11554" y="1664"/>
                    <a:pt x="11554" y="1716"/>
                    <a:pt x="11502" y="1780"/>
                  </a:cubicBezTo>
                  <a:lnTo>
                    <a:pt x="11180" y="2103"/>
                  </a:lnTo>
                  <a:lnTo>
                    <a:pt x="11232" y="2528"/>
                  </a:lnTo>
                  <a:cubicBezTo>
                    <a:pt x="11232" y="2631"/>
                    <a:pt x="11232" y="2683"/>
                    <a:pt x="11180" y="2683"/>
                  </a:cubicBezTo>
                  <a:cubicBezTo>
                    <a:pt x="11128" y="2747"/>
                    <a:pt x="11064" y="2799"/>
                    <a:pt x="11012" y="2799"/>
                  </a:cubicBezTo>
                  <a:cubicBezTo>
                    <a:pt x="10961" y="2799"/>
                    <a:pt x="10961" y="2799"/>
                    <a:pt x="10909" y="2747"/>
                  </a:cubicBezTo>
                  <a:lnTo>
                    <a:pt x="10535" y="2528"/>
                  </a:lnTo>
                  <a:lnTo>
                    <a:pt x="10161" y="2747"/>
                  </a:lnTo>
                  <a:cubicBezTo>
                    <a:pt x="10097" y="2799"/>
                    <a:pt x="10045" y="2799"/>
                    <a:pt x="10045" y="2799"/>
                  </a:cubicBezTo>
                  <a:cubicBezTo>
                    <a:pt x="9994" y="2799"/>
                    <a:pt x="9942" y="2747"/>
                    <a:pt x="9891" y="2683"/>
                  </a:cubicBezTo>
                  <a:cubicBezTo>
                    <a:pt x="9839" y="2683"/>
                    <a:pt x="9839" y="2631"/>
                    <a:pt x="9839" y="2528"/>
                  </a:cubicBezTo>
                  <a:lnTo>
                    <a:pt x="9891" y="2103"/>
                  </a:lnTo>
                  <a:lnTo>
                    <a:pt x="9568" y="1780"/>
                  </a:lnTo>
                  <a:cubicBezTo>
                    <a:pt x="9517" y="1716"/>
                    <a:pt x="9517" y="1664"/>
                    <a:pt x="9517" y="1613"/>
                  </a:cubicBezTo>
                  <a:cubicBezTo>
                    <a:pt x="9517" y="1561"/>
                    <a:pt x="9517" y="1509"/>
                    <a:pt x="9568" y="1458"/>
                  </a:cubicBezTo>
                  <a:cubicBezTo>
                    <a:pt x="9620" y="1458"/>
                    <a:pt x="9620" y="1393"/>
                    <a:pt x="9723" y="1393"/>
                  </a:cubicBezTo>
                  <a:lnTo>
                    <a:pt x="10161" y="1342"/>
                  </a:lnTo>
                  <a:lnTo>
                    <a:pt x="10316" y="968"/>
                  </a:lnTo>
                  <a:cubicBezTo>
                    <a:pt x="10368" y="916"/>
                    <a:pt x="10368" y="865"/>
                    <a:pt x="10419" y="865"/>
                  </a:cubicBezTo>
                  <a:cubicBezTo>
                    <a:pt x="10419" y="813"/>
                    <a:pt x="10484" y="813"/>
                    <a:pt x="10535" y="813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3495"/>
                  </a:lnTo>
                  <a:cubicBezTo>
                    <a:pt x="0" y="3650"/>
                    <a:pt x="168" y="3818"/>
                    <a:pt x="323" y="3818"/>
                  </a:cubicBezTo>
                  <a:lnTo>
                    <a:pt x="12521" y="3818"/>
                  </a:lnTo>
                  <a:cubicBezTo>
                    <a:pt x="12676" y="3818"/>
                    <a:pt x="12843" y="3650"/>
                    <a:pt x="12843" y="3495"/>
                  </a:cubicBezTo>
                  <a:lnTo>
                    <a:pt x="12843" y="323"/>
                  </a:lnTo>
                  <a:cubicBezTo>
                    <a:pt x="12843" y="168"/>
                    <a:pt x="12676" y="1"/>
                    <a:pt x="125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2"/>
            <p:cNvSpPr/>
            <p:nvPr/>
          </p:nvSpPr>
          <p:spPr>
            <a:xfrm>
              <a:off x="3529850" y="4092950"/>
              <a:ext cx="334650" cy="107700"/>
            </a:xfrm>
            <a:custGeom>
              <a:avLst/>
              <a:gdLst/>
              <a:ahLst/>
              <a:cxnLst/>
              <a:rect l="l" t="t" r="r" b="b"/>
              <a:pathLst>
                <a:path w="13386" h="4308" extrusionOk="0">
                  <a:moveTo>
                    <a:pt x="12792" y="220"/>
                  </a:moveTo>
                  <a:cubicBezTo>
                    <a:pt x="12947" y="220"/>
                    <a:pt x="13114" y="387"/>
                    <a:pt x="13114" y="542"/>
                  </a:cubicBezTo>
                  <a:lnTo>
                    <a:pt x="13114" y="3714"/>
                  </a:lnTo>
                  <a:cubicBezTo>
                    <a:pt x="13114" y="3869"/>
                    <a:pt x="12947" y="4037"/>
                    <a:pt x="12792" y="4037"/>
                  </a:cubicBezTo>
                  <a:lnTo>
                    <a:pt x="594" y="4037"/>
                  </a:lnTo>
                  <a:cubicBezTo>
                    <a:pt x="439" y="4037"/>
                    <a:pt x="271" y="3869"/>
                    <a:pt x="271" y="3714"/>
                  </a:cubicBezTo>
                  <a:lnTo>
                    <a:pt x="271" y="542"/>
                  </a:lnTo>
                  <a:cubicBezTo>
                    <a:pt x="271" y="387"/>
                    <a:pt x="439" y="220"/>
                    <a:pt x="594" y="220"/>
                  </a:cubicBezTo>
                  <a:close/>
                  <a:moveTo>
                    <a:pt x="594" y="1"/>
                  </a:moveTo>
                  <a:cubicBezTo>
                    <a:pt x="271" y="1"/>
                    <a:pt x="1" y="220"/>
                    <a:pt x="1" y="542"/>
                  </a:cubicBezTo>
                  <a:lnTo>
                    <a:pt x="1" y="3714"/>
                  </a:lnTo>
                  <a:cubicBezTo>
                    <a:pt x="1" y="4037"/>
                    <a:pt x="271" y="4307"/>
                    <a:pt x="594" y="4307"/>
                  </a:cubicBezTo>
                  <a:lnTo>
                    <a:pt x="12792" y="4307"/>
                  </a:lnTo>
                  <a:cubicBezTo>
                    <a:pt x="13114" y="4307"/>
                    <a:pt x="13385" y="4037"/>
                    <a:pt x="13385" y="3714"/>
                  </a:cubicBezTo>
                  <a:lnTo>
                    <a:pt x="13385" y="542"/>
                  </a:lnTo>
                  <a:cubicBezTo>
                    <a:pt x="13385" y="220"/>
                    <a:pt x="13114" y="1"/>
                    <a:pt x="1279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2"/>
            <p:cNvSpPr/>
            <p:nvPr/>
          </p:nvSpPr>
          <p:spPr>
            <a:xfrm>
              <a:off x="356757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87" y="645"/>
                  </a:lnTo>
                  <a:cubicBezTo>
                    <a:pt x="1238" y="696"/>
                    <a:pt x="1290" y="748"/>
                    <a:pt x="1393" y="748"/>
                  </a:cubicBezTo>
                  <a:lnTo>
                    <a:pt x="1767" y="800"/>
                  </a:lnTo>
                  <a:lnTo>
                    <a:pt x="1509" y="1122"/>
                  </a:lnTo>
                  <a:cubicBezTo>
                    <a:pt x="1444" y="1122"/>
                    <a:pt x="1393" y="1225"/>
                    <a:pt x="1393" y="1290"/>
                  </a:cubicBezTo>
                  <a:lnTo>
                    <a:pt x="1444" y="1290"/>
                  </a:lnTo>
                  <a:lnTo>
                    <a:pt x="1509" y="1715"/>
                  </a:lnTo>
                  <a:lnTo>
                    <a:pt x="1122" y="1496"/>
                  </a:lnTo>
                  <a:lnTo>
                    <a:pt x="916" y="1496"/>
                  </a:lnTo>
                  <a:lnTo>
                    <a:pt x="542" y="1715"/>
                  </a:lnTo>
                  <a:lnTo>
                    <a:pt x="645" y="1290"/>
                  </a:lnTo>
                  <a:cubicBezTo>
                    <a:pt x="645" y="1225"/>
                    <a:pt x="593" y="1122"/>
                    <a:pt x="593" y="1122"/>
                  </a:cubicBezTo>
                  <a:lnTo>
                    <a:pt x="271" y="800"/>
                  </a:lnTo>
                  <a:lnTo>
                    <a:pt x="697" y="748"/>
                  </a:lnTo>
                  <a:cubicBezTo>
                    <a:pt x="748" y="748"/>
                    <a:pt x="800" y="696"/>
                    <a:pt x="864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7" y="0"/>
                    <a:pt x="967" y="0"/>
                    <a:pt x="916" y="52"/>
                  </a:cubicBezTo>
                  <a:cubicBezTo>
                    <a:pt x="864" y="52"/>
                    <a:pt x="864" y="103"/>
                    <a:pt x="800" y="155"/>
                  </a:cubicBezTo>
                  <a:lnTo>
                    <a:pt x="645" y="529"/>
                  </a:lnTo>
                  <a:lnTo>
                    <a:pt x="219" y="580"/>
                  </a:lnTo>
                  <a:cubicBezTo>
                    <a:pt x="155" y="580"/>
                    <a:pt x="103" y="645"/>
                    <a:pt x="52" y="645"/>
                  </a:cubicBezTo>
                  <a:cubicBezTo>
                    <a:pt x="0" y="696"/>
                    <a:pt x="0" y="748"/>
                    <a:pt x="0" y="800"/>
                  </a:cubicBezTo>
                  <a:cubicBezTo>
                    <a:pt x="0" y="851"/>
                    <a:pt x="52" y="903"/>
                    <a:pt x="52" y="967"/>
                  </a:cubicBezTo>
                  <a:lnTo>
                    <a:pt x="374" y="1290"/>
                  </a:lnTo>
                  <a:lnTo>
                    <a:pt x="323" y="1715"/>
                  </a:lnTo>
                  <a:cubicBezTo>
                    <a:pt x="323" y="1818"/>
                    <a:pt x="323" y="1870"/>
                    <a:pt x="374" y="1870"/>
                  </a:cubicBezTo>
                  <a:cubicBezTo>
                    <a:pt x="426" y="1934"/>
                    <a:pt x="477" y="1986"/>
                    <a:pt x="542" y="1986"/>
                  </a:cubicBezTo>
                  <a:cubicBezTo>
                    <a:pt x="593" y="1986"/>
                    <a:pt x="593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444" y="1986"/>
                    <a:pt x="1509" y="1986"/>
                    <a:pt x="1509" y="1986"/>
                  </a:cubicBezTo>
                  <a:cubicBezTo>
                    <a:pt x="1561" y="1986"/>
                    <a:pt x="1612" y="1934"/>
                    <a:pt x="1664" y="1870"/>
                  </a:cubicBezTo>
                  <a:cubicBezTo>
                    <a:pt x="1715" y="1870"/>
                    <a:pt x="1715" y="1818"/>
                    <a:pt x="1715" y="1715"/>
                  </a:cubicBezTo>
                  <a:lnTo>
                    <a:pt x="1664" y="1290"/>
                  </a:lnTo>
                  <a:lnTo>
                    <a:pt x="1986" y="967"/>
                  </a:lnTo>
                  <a:cubicBezTo>
                    <a:pt x="2038" y="903"/>
                    <a:pt x="2038" y="851"/>
                    <a:pt x="2038" y="800"/>
                  </a:cubicBezTo>
                  <a:cubicBezTo>
                    <a:pt x="2038" y="748"/>
                    <a:pt x="2038" y="696"/>
                    <a:pt x="1986" y="645"/>
                  </a:cubicBezTo>
                  <a:cubicBezTo>
                    <a:pt x="1986" y="645"/>
                    <a:pt x="1934" y="580"/>
                    <a:pt x="1831" y="580"/>
                  </a:cubicBezTo>
                  <a:lnTo>
                    <a:pt x="1444" y="529"/>
                  </a:lnTo>
                  <a:lnTo>
                    <a:pt x="1238" y="155"/>
                  </a:lnTo>
                  <a:cubicBezTo>
                    <a:pt x="1238" y="103"/>
                    <a:pt x="1187" y="52"/>
                    <a:pt x="1122" y="52"/>
                  </a:cubicBezTo>
                  <a:cubicBezTo>
                    <a:pt x="1122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2"/>
            <p:cNvSpPr/>
            <p:nvPr/>
          </p:nvSpPr>
          <p:spPr>
            <a:xfrm>
              <a:off x="360527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2"/>
            <p:cNvSpPr/>
            <p:nvPr/>
          </p:nvSpPr>
          <p:spPr>
            <a:xfrm>
              <a:off x="3635900" y="4118750"/>
              <a:ext cx="51300" cy="49650"/>
            </a:xfrm>
            <a:custGeom>
              <a:avLst/>
              <a:gdLst/>
              <a:ahLst/>
              <a:cxnLst/>
              <a:rect l="l" t="t" r="r" b="b"/>
              <a:pathLst>
                <a:path w="2052" h="1986" extrusionOk="0">
                  <a:moveTo>
                    <a:pt x="1032" y="258"/>
                  </a:moveTo>
                  <a:lnTo>
                    <a:pt x="1239" y="645"/>
                  </a:lnTo>
                  <a:cubicBezTo>
                    <a:pt x="1239" y="696"/>
                    <a:pt x="1355" y="748"/>
                    <a:pt x="1406" y="748"/>
                  </a:cubicBezTo>
                  <a:lnTo>
                    <a:pt x="1780" y="800"/>
                  </a:lnTo>
                  <a:lnTo>
                    <a:pt x="1510" y="1122"/>
                  </a:lnTo>
                  <a:cubicBezTo>
                    <a:pt x="1458" y="1122"/>
                    <a:pt x="1458" y="1225"/>
                    <a:pt x="1458" y="1290"/>
                  </a:cubicBezTo>
                  <a:lnTo>
                    <a:pt x="1510" y="1715"/>
                  </a:lnTo>
                  <a:lnTo>
                    <a:pt x="1136" y="1496"/>
                  </a:lnTo>
                  <a:lnTo>
                    <a:pt x="916" y="1496"/>
                  </a:lnTo>
                  <a:lnTo>
                    <a:pt x="594" y="1715"/>
                  </a:lnTo>
                  <a:lnTo>
                    <a:pt x="646" y="1290"/>
                  </a:lnTo>
                  <a:cubicBezTo>
                    <a:pt x="646" y="1225"/>
                    <a:pt x="646" y="1122"/>
                    <a:pt x="594" y="1122"/>
                  </a:cubicBezTo>
                  <a:lnTo>
                    <a:pt x="272" y="800"/>
                  </a:lnTo>
                  <a:lnTo>
                    <a:pt x="710" y="748"/>
                  </a:lnTo>
                  <a:cubicBezTo>
                    <a:pt x="762" y="748"/>
                    <a:pt x="813" y="696"/>
                    <a:pt x="865" y="645"/>
                  </a:cubicBezTo>
                  <a:lnTo>
                    <a:pt x="1032" y="258"/>
                  </a:lnTo>
                  <a:close/>
                  <a:moveTo>
                    <a:pt x="1032" y="0"/>
                  </a:moveTo>
                  <a:cubicBezTo>
                    <a:pt x="1032" y="0"/>
                    <a:pt x="968" y="0"/>
                    <a:pt x="916" y="52"/>
                  </a:cubicBezTo>
                  <a:cubicBezTo>
                    <a:pt x="916" y="52"/>
                    <a:pt x="865" y="103"/>
                    <a:pt x="865" y="155"/>
                  </a:cubicBezTo>
                  <a:lnTo>
                    <a:pt x="646" y="529"/>
                  </a:lnTo>
                  <a:lnTo>
                    <a:pt x="220" y="580"/>
                  </a:lnTo>
                  <a:cubicBezTo>
                    <a:pt x="169" y="580"/>
                    <a:pt x="117" y="645"/>
                    <a:pt x="65" y="645"/>
                  </a:cubicBezTo>
                  <a:cubicBezTo>
                    <a:pt x="65" y="696"/>
                    <a:pt x="1" y="748"/>
                    <a:pt x="1" y="800"/>
                  </a:cubicBezTo>
                  <a:cubicBezTo>
                    <a:pt x="1" y="851"/>
                    <a:pt x="65" y="903"/>
                    <a:pt x="117" y="967"/>
                  </a:cubicBezTo>
                  <a:lnTo>
                    <a:pt x="388" y="1290"/>
                  </a:lnTo>
                  <a:lnTo>
                    <a:pt x="323" y="1715"/>
                  </a:lnTo>
                  <a:cubicBezTo>
                    <a:pt x="323" y="1818"/>
                    <a:pt x="388" y="1870"/>
                    <a:pt x="388" y="1870"/>
                  </a:cubicBezTo>
                  <a:cubicBezTo>
                    <a:pt x="439" y="1934"/>
                    <a:pt x="491" y="1986"/>
                    <a:pt x="543" y="1986"/>
                  </a:cubicBezTo>
                  <a:cubicBezTo>
                    <a:pt x="594" y="1986"/>
                    <a:pt x="646" y="1986"/>
                    <a:pt x="646" y="1934"/>
                  </a:cubicBezTo>
                  <a:lnTo>
                    <a:pt x="1032" y="1715"/>
                  </a:lnTo>
                  <a:lnTo>
                    <a:pt x="1458" y="1934"/>
                  </a:lnTo>
                  <a:cubicBezTo>
                    <a:pt x="1458" y="1986"/>
                    <a:pt x="1510" y="1986"/>
                    <a:pt x="1561" y="1986"/>
                  </a:cubicBezTo>
                  <a:cubicBezTo>
                    <a:pt x="1613" y="1986"/>
                    <a:pt x="1677" y="1934"/>
                    <a:pt x="1677" y="1870"/>
                  </a:cubicBezTo>
                  <a:cubicBezTo>
                    <a:pt x="1729" y="1870"/>
                    <a:pt x="1780" y="1818"/>
                    <a:pt x="1780" y="1715"/>
                  </a:cubicBezTo>
                  <a:lnTo>
                    <a:pt x="1677" y="1290"/>
                  </a:lnTo>
                  <a:lnTo>
                    <a:pt x="2000" y="967"/>
                  </a:lnTo>
                  <a:cubicBezTo>
                    <a:pt x="2051" y="903"/>
                    <a:pt x="2051" y="851"/>
                    <a:pt x="2051" y="800"/>
                  </a:cubicBezTo>
                  <a:cubicBezTo>
                    <a:pt x="2051" y="748"/>
                    <a:pt x="2051" y="696"/>
                    <a:pt x="2000" y="645"/>
                  </a:cubicBezTo>
                  <a:cubicBezTo>
                    <a:pt x="2000" y="645"/>
                    <a:pt x="1935" y="580"/>
                    <a:pt x="1884" y="580"/>
                  </a:cubicBezTo>
                  <a:lnTo>
                    <a:pt x="1458" y="529"/>
                  </a:lnTo>
                  <a:lnTo>
                    <a:pt x="1239" y="155"/>
                  </a:lnTo>
                  <a:cubicBezTo>
                    <a:pt x="1239" y="103"/>
                    <a:pt x="1187" y="52"/>
                    <a:pt x="1187" y="52"/>
                  </a:cubicBezTo>
                  <a:cubicBezTo>
                    <a:pt x="1136" y="0"/>
                    <a:pt x="1084" y="0"/>
                    <a:pt x="1032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2"/>
            <p:cNvSpPr/>
            <p:nvPr/>
          </p:nvSpPr>
          <p:spPr>
            <a:xfrm>
              <a:off x="367362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2"/>
            <p:cNvSpPr/>
            <p:nvPr/>
          </p:nvSpPr>
          <p:spPr>
            <a:xfrm>
              <a:off x="370587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86" y="645"/>
                  </a:lnTo>
                  <a:cubicBezTo>
                    <a:pt x="1238" y="696"/>
                    <a:pt x="1290" y="748"/>
                    <a:pt x="1341" y="748"/>
                  </a:cubicBezTo>
                  <a:lnTo>
                    <a:pt x="1780" y="800"/>
                  </a:lnTo>
                  <a:lnTo>
                    <a:pt x="1457" y="1122"/>
                  </a:lnTo>
                  <a:cubicBezTo>
                    <a:pt x="1393" y="1122"/>
                    <a:pt x="1393" y="1225"/>
                    <a:pt x="1393" y="1290"/>
                  </a:cubicBezTo>
                  <a:lnTo>
                    <a:pt x="1457" y="1715"/>
                  </a:lnTo>
                  <a:lnTo>
                    <a:pt x="1135" y="1496"/>
                  </a:lnTo>
                  <a:lnTo>
                    <a:pt x="916" y="1496"/>
                  </a:lnTo>
                  <a:lnTo>
                    <a:pt x="542" y="1715"/>
                  </a:lnTo>
                  <a:lnTo>
                    <a:pt x="593" y="1290"/>
                  </a:lnTo>
                  <a:cubicBezTo>
                    <a:pt x="593" y="1225"/>
                    <a:pt x="593" y="1122"/>
                    <a:pt x="542" y="1122"/>
                  </a:cubicBezTo>
                  <a:lnTo>
                    <a:pt x="271" y="800"/>
                  </a:lnTo>
                  <a:lnTo>
                    <a:pt x="645" y="748"/>
                  </a:lnTo>
                  <a:cubicBezTo>
                    <a:pt x="748" y="748"/>
                    <a:pt x="812" y="696"/>
                    <a:pt x="812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7" y="0"/>
                    <a:pt x="916" y="0"/>
                    <a:pt x="916" y="52"/>
                  </a:cubicBezTo>
                  <a:cubicBezTo>
                    <a:pt x="864" y="52"/>
                    <a:pt x="812" y="103"/>
                    <a:pt x="812" y="155"/>
                  </a:cubicBezTo>
                  <a:lnTo>
                    <a:pt x="593" y="529"/>
                  </a:lnTo>
                  <a:lnTo>
                    <a:pt x="168" y="580"/>
                  </a:lnTo>
                  <a:cubicBezTo>
                    <a:pt x="103" y="580"/>
                    <a:pt x="52" y="645"/>
                    <a:pt x="52" y="645"/>
                  </a:cubicBezTo>
                  <a:cubicBezTo>
                    <a:pt x="0" y="696"/>
                    <a:pt x="0" y="748"/>
                    <a:pt x="0" y="800"/>
                  </a:cubicBezTo>
                  <a:cubicBezTo>
                    <a:pt x="0" y="851"/>
                    <a:pt x="0" y="903"/>
                    <a:pt x="52" y="967"/>
                  </a:cubicBezTo>
                  <a:lnTo>
                    <a:pt x="374" y="1290"/>
                  </a:lnTo>
                  <a:lnTo>
                    <a:pt x="271" y="1715"/>
                  </a:lnTo>
                  <a:cubicBezTo>
                    <a:pt x="271" y="1818"/>
                    <a:pt x="322" y="1870"/>
                    <a:pt x="374" y="1870"/>
                  </a:cubicBezTo>
                  <a:cubicBezTo>
                    <a:pt x="374" y="1934"/>
                    <a:pt x="426" y="1986"/>
                    <a:pt x="542" y="1986"/>
                  </a:cubicBezTo>
                  <a:cubicBezTo>
                    <a:pt x="542" y="1986"/>
                    <a:pt x="593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393" y="1986"/>
                    <a:pt x="1457" y="1986"/>
                    <a:pt x="1509" y="1986"/>
                  </a:cubicBezTo>
                  <a:cubicBezTo>
                    <a:pt x="1560" y="1986"/>
                    <a:pt x="1612" y="1934"/>
                    <a:pt x="1663" y="1870"/>
                  </a:cubicBezTo>
                  <a:cubicBezTo>
                    <a:pt x="1715" y="1870"/>
                    <a:pt x="1715" y="1818"/>
                    <a:pt x="1715" y="1715"/>
                  </a:cubicBezTo>
                  <a:lnTo>
                    <a:pt x="1663" y="1290"/>
                  </a:lnTo>
                  <a:lnTo>
                    <a:pt x="1934" y="967"/>
                  </a:lnTo>
                  <a:cubicBezTo>
                    <a:pt x="1986" y="903"/>
                    <a:pt x="2037" y="851"/>
                    <a:pt x="2037" y="800"/>
                  </a:cubicBezTo>
                  <a:cubicBezTo>
                    <a:pt x="2037" y="748"/>
                    <a:pt x="1986" y="696"/>
                    <a:pt x="1986" y="645"/>
                  </a:cubicBezTo>
                  <a:cubicBezTo>
                    <a:pt x="1934" y="645"/>
                    <a:pt x="1883" y="580"/>
                    <a:pt x="1831" y="580"/>
                  </a:cubicBezTo>
                  <a:lnTo>
                    <a:pt x="1393" y="529"/>
                  </a:lnTo>
                  <a:lnTo>
                    <a:pt x="1186" y="155"/>
                  </a:lnTo>
                  <a:cubicBezTo>
                    <a:pt x="1186" y="103"/>
                    <a:pt x="1186" y="52"/>
                    <a:pt x="1135" y="52"/>
                  </a:cubicBezTo>
                  <a:cubicBezTo>
                    <a:pt x="1070" y="0"/>
                    <a:pt x="1019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2"/>
            <p:cNvSpPr/>
            <p:nvPr/>
          </p:nvSpPr>
          <p:spPr>
            <a:xfrm>
              <a:off x="3742300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2"/>
            <p:cNvSpPr/>
            <p:nvPr/>
          </p:nvSpPr>
          <p:spPr>
            <a:xfrm>
              <a:off x="377452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74" y="645"/>
                  </a:lnTo>
                  <a:cubicBezTo>
                    <a:pt x="1226" y="696"/>
                    <a:pt x="1290" y="748"/>
                    <a:pt x="1342" y="748"/>
                  </a:cubicBezTo>
                  <a:lnTo>
                    <a:pt x="1767" y="800"/>
                  </a:lnTo>
                  <a:lnTo>
                    <a:pt x="1496" y="1122"/>
                  </a:lnTo>
                  <a:cubicBezTo>
                    <a:pt x="1445" y="1122"/>
                    <a:pt x="1393" y="1225"/>
                    <a:pt x="1393" y="1290"/>
                  </a:cubicBezTo>
                  <a:lnTo>
                    <a:pt x="1496" y="1715"/>
                  </a:lnTo>
                  <a:lnTo>
                    <a:pt x="1122" y="1496"/>
                  </a:lnTo>
                  <a:lnTo>
                    <a:pt x="903" y="1496"/>
                  </a:lnTo>
                  <a:lnTo>
                    <a:pt x="529" y="1715"/>
                  </a:lnTo>
                  <a:lnTo>
                    <a:pt x="645" y="1290"/>
                  </a:lnTo>
                  <a:cubicBezTo>
                    <a:pt x="645" y="1225"/>
                    <a:pt x="581" y="1122"/>
                    <a:pt x="529" y="1122"/>
                  </a:cubicBezTo>
                  <a:lnTo>
                    <a:pt x="258" y="800"/>
                  </a:lnTo>
                  <a:lnTo>
                    <a:pt x="645" y="748"/>
                  </a:lnTo>
                  <a:cubicBezTo>
                    <a:pt x="748" y="748"/>
                    <a:pt x="800" y="696"/>
                    <a:pt x="852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8" y="0"/>
                    <a:pt x="903" y="0"/>
                    <a:pt x="903" y="52"/>
                  </a:cubicBezTo>
                  <a:cubicBezTo>
                    <a:pt x="852" y="52"/>
                    <a:pt x="852" y="103"/>
                    <a:pt x="800" y="155"/>
                  </a:cubicBezTo>
                  <a:lnTo>
                    <a:pt x="645" y="529"/>
                  </a:lnTo>
                  <a:lnTo>
                    <a:pt x="207" y="580"/>
                  </a:lnTo>
                  <a:cubicBezTo>
                    <a:pt x="104" y="580"/>
                    <a:pt x="104" y="645"/>
                    <a:pt x="52" y="645"/>
                  </a:cubicBezTo>
                  <a:cubicBezTo>
                    <a:pt x="1" y="696"/>
                    <a:pt x="1" y="748"/>
                    <a:pt x="1" y="800"/>
                  </a:cubicBezTo>
                  <a:cubicBezTo>
                    <a:pt x="1" y="851"/>
                    <a:pt x="1" y="903"/>
                    <a:pt x="52" y="967"/>
                  </a:cubicBezTo>
                  <a:lnTo>
                    <a:pt x="375" y="1290"/>
                  </a:lnTo>
                  <a:lnTo>
                    <a:pt x="323" y="1715"/>
                  </a:lnTo>
                  <a:cubicBezTo>
                    <a:pt x="323" y="1818"/>
                    <a:pt x="323" y="1870"/>
                    <a:pt x="375" y="1870"/>
                  </a:cubicBezTo>
                  <a:cubicBezTo>
                    <a:pt x="426" y="1934"/>
                    <a:pt x="478" y="1986"/>
                    <a:pt x="529" y="1986"/>
                  </a:cubicBezTo>
                  <a:cubicBezTo>
                    <a:pt x="529" y="1986"/>
                    <a:pt x="581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445" y="1986"/>
                    <a:pt x="1445" y="1986"/>
                    <a:pt x="1496" y="1986"/>
                  </a:cubicBezTo>
                  <a:cubicBezTo>
                    <a:pt x="1548" y="1986"/>
                    <a:pt x="1612" y="1934"/>
                    <a:pt x="1664" y="1870"/>
                  </a:cubicBezTo>
                  <a:cubicBezTo>
                    <a:pt x="1716" y="1870"/>
                    <a:pt x="1716" y="1818"/>
                    <a:pt x="1716" y="1715"/>
                  </a:cubicBezTo>
                  <a:lnTo>
                    <a:pt x="1664" y="1290"/>
                  </a:lnTo>
                  <a:lnTo>
                    <a:pt x="1986" y="967"/>
                  </a:lnTo>
                  <a:cubicBezTo>
                    <a:pt x="2038" y="903"/>
                    <a:pt x="2038" y="851"/>
                    <a:pt x="2038" y="800"/>
                  </a:cubicBezTo>
                  <a:cubicBezTo>
                    <a:pt x="2038" y="748"/>
                    <a:pt x="2038" y="696"/>
                    <a:pt x="1986" y="645"/>
                  </a:cubicBezTo>
                  <a:cubicBezTo>
                    <a:pt x="1935" y="645"/>
                    <a:pt x="1870" y="580"/>
                    <a:pt x="1819" y="580"/>
                  </a:cubicBezTo>
                  <a:lnTo>
                    <a:pt x="1393" y="529"/>
                  </a:lnTo>
                  <a:lnTo>
                    <a:pt x="1226" y="155"/>
                  </a:lnTo>
                  <a:cubicBezTo>
                    <a:pt x="1174" y="103"/>
                    <a:pt x="1174" y="52"/>
                    <a:pt x="1122" y="52"/>
                  </a:cubicBezTo>
                  <a:cubicBezTo>
                    <a:pt x="1071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2"/>
            <p:cNvSpPr/>
            <p:nvPr/>
          </p:nvSpPr>
          <p:spPr>
            <a:xfrm>
              <a:off x="381192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2"/>
            <p:cNvSpPr/>
            <p:nvPr/>
          </p:nvSpPr>
          <p:spPr>
            <a:xfrm>
              <a:off x="3431850" y="4122600"/>
              <a:ext cx="28400" cy="29700"/>
            </a:xfrm>
            <a:custGeom>
              <a:avLst/>
              <a:gdLst/>
              <a:ahLst/>
              <a:cxnLst/>
              <a:rect l="l" t="t" r="r" b="b"/>
              <a:pathLst>
                <a:path w="1136" h="1188" extrusionOk="0">
                  <a:moveTo>
                    <a:pt x="542" y="1"/>
                  </a:moveTo>
                  <a:cubicBezTo>
                    <a:pt x="375" y="1"/>
                    <a:pt x="271" y="52"/>
                    <a:pt x="168" y="168"/>
                  </a:cubicBezTo>
                  <a:cubicBezTo>
                    <a:pt x="52" y="272"/>
                    <a:pt x="1" y="426"/>
                    <a:pt x="1" y="594"/>
                  </a:cubicBezTo>
                  <a:cubicBezTo>
                    <a:pt x="1" y="749"/>
                    <a:pt x="52" y="916"/>
                    <a:pt x="168" y="1020"/>
                  </a:cubicBezTo>
                  <a:cubicBezTo>
                    <a:pt x="271" y="1136"/>
                    <a:pt x="375" y="1187"/>
                    <a:pt x="542" y="1187"/>
                  </a:cubicBezTo>
                  <a:cubicBezTo>
                    <a:pt x="697" y="1187"/>
                    <a:pt x="865" y="1136"/>
                    <a:pt x="968" y="1020"/>
                  </a:cubicBezTo>
                  <a:cubicBezTo>
                    <a:pt x="1071" y="916"/>
                    <a:pt x="1135" y="749"/>
                    <a:pt x="1135" y="594"/>
                  </a:cubicBezTo>
                  <a:cubicBezTo>
                    <a:pt x="1135" y="426"/>
                    <a:pt x="1071" y="272"/>
                    <a:pt x="968" y="168"/>
                  </a:cubicBezTo>
                  <a:cubicBezTo>
                    <a:pt x="865" y="52"/>
                    <a:pt x="697" y="1"/>
                    <a:pt x="542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2"/>
            <p:cNvSpPr/>
            <p:nvPr/>
          </p:nvSpPr>
          <p:spPr>
            <a:xfrm>
              <a:off x="3413150" y="4159025"/>
              <a:ext cx="65800" cy="37425"/>
            </a:xfrm>
            <a:custGeom>
              <a:avLst/>
              <a:gdLst/>
              <a:ahLst/>
              <a:cxnLst/>
              <a:rect l="l" t="t" r="r" b="b"/>
              <a:pathLst>
                <a:path w="2632" h="1497" extrusionOk="0">
                  <a:moveTo>
                    <a:pt x="1290" y="1"/>
                  </a:moveTo>
                  <a:cubicBezTo>
                    <a:pt x="697" y="1"/>
                    <a:pt x="156" y="426"/>
                    <a:pt x="1" y="1020"/>
                  </a:cubicBezTo>
                  <a:cubicBezTo>
                    <a:pt x="375" y="1342"/>
                    <a:pt x="800" y="1497"/>
                    <a:pt x="1290" y="1497"/>
                  </a:cubicBezTo>
                  <a:cubicBezTo>
                    <a:pt x="1819" y="1497"/>
                    <a:pt x="2257" y="1342"/>
                    <a:pt x="2631" y="1020"/>
                  </a:cubicBezTo>
                  <a:cubicBezTo>
                    <a:pt x="2464" y="426"/>
                    <a:pt x="1935" y="1"/>
                    <a:pt x="1290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2"/>
            <p:cNvSpPr/>
            <p:nvPr/>
          </p:nvSpPr>
          <p:spPr>
            <a:xfrm>
              <a:off x="3398325" y="4102625"/>
              <a:ext cx="95450" cy="76425"/>
            </a:xfrm>
            <a:custGeom>
              <a:avLst/>
              <a:gdLst/>
              <a:ahLst/>
              <a:cxnLst/>
              <a:rect l="l" t="t" r="r" b="b"/>
              <a:pathLst>
                <a:path w="3818" h="3057" extrusionOk="0">
                  <a:moveTo>
                    <a:pt x="1883" y="0"/>
                  </a:moveTo>
                  <a:cubicBezTo>
                    <a:pt x="1393" y="0"/>
                    <a:pt x="916" y="207"/>
                    <a:pt x="594" y="529"/>
                  </a:cubicBezTo>
                  <a:cubicBezTo>
                    <a:pt x="220" y="903"/>
                    <a:pt x="1" y="1341"/>
                    <a:pt x="1" y="1870"/>
                  </a:cubicBezTo>
                  <a:cubicBezTo>
                    <a:pt x="1" y="2308"/>
                    <a:pt x="155" y="2734"/>
                    <a:pt x="426" y="3056"/>
                  </a:cubicBezTo>
                  <a:cubicBezTo>
                    <a:pt x="594" y="2579"/>
                    <a:pt x="968" y="2192"/>
                    <a:pt x="1393" y="2038"/>
                  </a:cubicBezTo>
                  <a:cubicBezTo>
                    <a:pt x="1239" y="1935"/>
                    <a:pt x="1071" y="1664"/>
                    <a:pt x="1071" y="1393"/>
                  </a:cubicBezTo>
                  <a:cubicBezTo>
                    <a:pt x="1071" y="967"/>
                    <a:pt x="1445" y="581"/>
                    <a:pt x="1883" y="581"/>
                  </a:cubicBezTo>
                  <a:cubicBezTo>
                    <a:pt x="2360" y="581"/>
                    <a:pt x="2734" y="967"/>
                    <a:pt x="2734" y="1393"/>
                  </a:cubicBezTo>
                  <a:cubicBezTo>
                    <a:pt x="2734" y="1664"/>
                    <a:pt x="2580" y="1935"/>
                    <a:pt x="2412" y="2038"/>
                  </a:cubicBezTo>
                  <a:cubicBezTo>
                    <a:pt x="2850" y="2192"/>
                    <a:pt x="3224" y="2579"/>
                    <a:pt x="3379" y="3056"/>
                  </a:cubicBezTo>
                  <a:cubicBezTo>
                    <a:pt x="3650" y="2734"/>
                    <a:pt x="3817" y="2308"/>
                    <a:pt x="3817" y="1870"/>
                  </a:cubicBezTo>
                  <a:cubicBezTo>
                    <a:pt x="3817" y="1341"/>
                    <a:pt x="3598" y="903"/>
                    <a:pt x="3224" y="529"/>
                  </a:cubicBezTo>
                  <a:cubicBezTo>
                    <a:pt x="2902" y="207"/>
                    <a:pt x="2412" y="0"/>
                    <a:pt x="1883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2"/>
            <p:cNvSpPr/>
            <p:nvPr/>
          </p:nvSpPr>
          <p:spPr>
            <a:xfrm>
              <a:off x="3392850" y="4095850"/>
              <a:ext cx="106075" cy="107375"/>
            </a:xfrm>
            <a:custGeom>
              <a:avLst/>
              <a:gdLst/>
              <a:ahLst/>
              <a:cxnLst/>
              <a:rect l="l" t="t" r="r" b="b"/>
              <a:pathLst>
                <a:path w="4243" h="4295" extrusionOk="0">
                  <a:moveTo>
                    <a:pt x="2102" y="1071"/>
                  </a:moveTo>
                  <a:cubicBezTo>
                    <a:pt x="2257" y="1071"/>
                    <a:pt x="2425" y="1122"/>
                    <a:pt x="2528" y="1238"/>
                  </a:cubicBezTo>
                  <a:cubicBezTo>
                    <a:pt x="2631" y="1342"/>
                    <a:pt x="2695" y="1496"/>
                    <a:pt x="2695" y="1664"/>
                  </a:cubicBezTo>
                  <a:cubicBezTo>
                    <a:pt x="2695" y="1819"/>
                    <a:pt x="2631" y="1986"/>
                    <a:pt x="2528" y="2090"/>
                  </a:cubicBezTo>
                  <a:cubicBezTo>
                    <a:pt x="2425" y="2206"/>
                    <a:pt x="2257" y="2257"/>
                    <a:pt x="2102" y="2257"/>
                  </a:cubicBezTo>
                  <a:cubicBezTo>
                    <a:pt x="1935" y="2257"/>
                    <a:pt x="1831" y="2206"/>
                    <a:pt x="1728" y="2090"/>
                  </a:cubicBezTo>
                  <a:cubicBezTo>
                    <a:pt x="1612" y="1986"/>
                    <a:pt x="1561" y="1819"/>
                    <a:pt x="1561" y="1664"/>
                  </a:cubicBezTo>
                  <a:cubicBezTo>
                    <a:pt x="1561" y="1496"/>
                    <a:pt x="1612" y="1342"/>
                    <a:pt x="1728" y="1238"/>
                  </a:cubicBezTo>
                  <a:cubicBezTo>
                    <a:pt x="1831" y="1122"/>
                    <a:pt x="1935" y="1071"/>
                    <a:pt x="2102" y="1071"/>
                  </a:cubicBezTo>
                  <a:close/>
                  <a:moveTo>
                    <a:pt x="2102" y="271"/>
                  </a:moveTo>
                  <a:cubicBezTo>
                    <a:pt x="2631" y="271"/>
                    <a:pt x="3121" y="478"/>
                    <a:pt x="3443" y="800"/>
                  </a:cubicBezTo>
                  <a:cubicBezTo>
                    <a:pt x="3817" y="1174"/>
                    <a:pt x="4036" y="1612"/>
                    <a:pt x="4036" y="2141"/>
                  </a:cubicBezTo>
                  <a:cubicBezTo>
                    <a:pt x="4036" y="2579"/>
                    <a:pt x="3869" y="3005"/>
                    <a:pt x="3598" y="3327"/>
                  </a:cubicBezTo>
                  <a:cubicBezTo>
                    <a:pt x="3443" y="2850"/>
                    <a:pt x="3069" y="2463"/>
                    <a:pt x="2631" y="2309"/>
                  </a:cubicBezTo>
                  <a:cubicBezTo>
                    <a:pt x="2799" y="2206"/>
                    <a:pt x="2953" y="1935"/>
                    <a:pt x="2953" y="1664"/>
                  </a:cubicBezTo>
                  <a:cubicBezTo>
                    <a:pt x="2953" y="1238"/>
                    <a:pt x="2579" y="852"/>
                    <a:pt x="2102" y="852"/>
                  </a:cubicBezTo>
                  <a:cubicBezTo>
                    <a:pt x="1664" y="852"/>
                    <a:pt x="1290" y="1238"/>
                    <a:pt x="1290" y="1664"/>
                  </a:cubicBezTo>
                  <a:cubicBezTo>
                    <a:pt x="1290" y="1935"/>
                    <a:pt x="1458" y="2206"/>
                    <a:pt x="1612" y="2309"/>
                  </a:cubicBezTo>
                  <a:cubicBezTo>
                    <a:pt x="1187" y="2463"/>
                    <a:pt x="813" y="2850"/>
                    <a:pt x="645" y="3327"/>
                  </a:cubicBezTo>
                  <a:cubicBezTo>
                    <a:pt x="374" y="3005"/>
                    <a:pt x="220" y="2579"/>
                    <a:pt x="220" y="2141"/>
                  </a:cubicBezTo>
                  <a:cubicBezTo>
                    <a:pt x="220" y="1612"/>
                    <a:pt x="439" y="1174"/>
                    <a:pt x="813" y="800"/>
                  </a:cubicBezTo>
                  <a:cubicBezTo>
                    <a:pt x="1135" y="478"/>
                    <a:pt x="1612" y="271"/>
                    <a:pt x="2102" y="271"/>
                  </a:cubicBezTo>
                  <a:close/>
                  <a:moveTo>
                    <a:pt x="2102" y="2528"/>
                  </a:moveTo>
                  <a:cubicBezTo>
                    <a:pt x="2747" y="2528"/>
                    <a:pt x="3276" y="2953"/>
                    <a:pt x="3443" y="3547"/>
                  </a:cubicBezTo>
                  <a:cubicBezTo>
                    <a:pt x="3069" y="3869"/>
                    <a:pt x="2631" y="4024"/>
                    <a:pt x="2102" y="4024"/>
                  </a:cubicBezTo>
                  <a:cubicBezTo>
                    <a:pt x="1612" y="4024"/>
                    <a:pt x="1187" y="3869"/>
                    <a:pt x="813" y="3547"/>
                  </a:cubicBezTo>
                  <a:cubicBezTo>
                    <a:pt x="968" y="2953"/>
                    <a:pt x="1509" y="2528"/>
                    <a:pt x="2102" y="2528"/>
                  </a:cubicBezTo>
                  <a:close/>
                  <a:moveTo>
                    <a:pt x="2102" y="1"/>
                  </a:moveTo>
                  <a:cubicBezTo>
                    <a:pt x="916" y="1"/>
                    <a:pt x="0" y="968"/>
                    <a:pt x="0" y="2141"/>
                  </a:cubicBezTo>
                  <a:cubicBezTo>
                    <a:pt x="0" y="2734"/>
                    <a:pt x="220" y="3224"/>
                    <a:pt x="542" y="3598"/>
                  </a:cubicBezTo>
                  <a:lnTo>
                    <a:pt x="594" y="3650"/>
                  </a:lnTo>
                  <a:lnTo>
                    <a:pt x="761" y="3817"/>
                  </a:lnTo>
                  <a:cubicBezTo>
                    <a:pt x="813" y="3869"/>
                    <a:pt x="864" y="3869"/>
                    <a:pt x="916" y="3921"/>
                  </a:cubicBezTo>
                  <a:cubicBezTo>
                    <a:pt x="968" y="3972"/>
                    <a:pt x="1019" y="3972"/>
                    <a:pt x="1084" y="4024"/>
                  </a:cubicBezTo>
                  <a:cubicBezTo>
                    <a:pt x="1135" y="4075"/>
                    <a:pt x="1238" y="4075"/>
                    <a:pt x="1290" y="4140"/>
                  </a:cubicBezTo>
                  <a:cubicBezTo>
                    <a:pt x="1341" y="4140"/>
                    <a:pt x="1406" y="4191"/>
                    <a:pt x="1458" y="4191"/>
                  </a:cubicBezTo>
                  <a:lnTo>
                    <a:pt x="1509" y="4191"/>
                  </a:lnTo>
                  <a:cubicBezTo>
                    <a:pt x="1561" y="4191"/>
                    <a:pt x="1612" y="4243"/>
                    <a:pt x="1664" y="4243"/>
                  </a:cubicBezTo>
                  <a:cubicBezTo>
                    <a:pt x="1728" y="4243"/>
                    <a:pt x="1780" y="4243"/>
                    <a:pt x="1831" y="4294"/>
                  </a:cubicBezTo>
                  <a:lnTo>
                    <a:pt x="2425" y="4294"/>
                  </a:lnTo>
                  <a:cubicBezTo>
                    <a:pt x="2476" y="4243"/>
                    <a:pt x="2528" y="4243"/>
                    <a:pt x="2579" y="4243"/>
                  </a:cubicBezTo>
                  <a:cubicBezTo>
                    <a:pt x="2631" y="4243"/>
                    <a:pt x="2695" y="4191"/>
                    <a:pt x="2747" y="4191"/>
                  </a:cubicBezTo>
                  <a:lnTo>
                    <a:pt x="2799" y="4191"/>
                  </a:lnTo>
                  <a:cubicBezTo>
                    <a:pt x="2850" y="4191"/>
                    <a:pt x="2902" y="4140"/>
                    <a:pt x="2953" y="4140"/>
                  </a:cubicBezTo>
                  <a:cubicBezTo>
                    <a:pt x="3018" y="4075"/>
                    <a:pt x="3121" y="4075"/>
                    <a:pt x="3172" y="4024"/>
                  </a:cubicBezTo>
                  <a:cubicBezTo>
                    <a:pt x="3224" y="3972"/>
                    <a:pt x="3276" y="3972"/>
                    <a:pt x="3340" y="3921"/>
                  </a:cubicBezTo>
                  <a:cubicBezTo>
                    <a:pt x="3392" y="3869"/>
                    <a:pt x="3443" y="3869"/>
                    <a:pt x="3495" y="3817"/>
                  </a:cubicBezTo>
                  <a:lnTo>
                    <a:pt x="3662" y="3650"/>
                  </a:lnTo>
                  <a:lnTo>
                    <a:pt x="3714" y="3598"/>
                  </a:lnTo>
                  <a:cubicBezTo>
                    <a:pt x="4036" y="3224"/>
                    <a:pt x="4243" y="2734"/>
                    <a:pt x="4243" y="2141"/>
                  </a:cubicBezTo>
                  <a:cubicBezTo>
                    <a:pt x="4243" y="968"/>
                    <a:pt x="3276" y="1"/>
                    <a:pt x="210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2"/>
            <p:cNvSpPr/>
            <p:nvPr/>
          </p:nvSpPr>
          <p:spPr>
            <a:xfrm>
              <a:off x="3324500" y="4263800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529" y="1"/>
                  </a:moveTo>
                  <a:lnTo>
                    <a:pt x="529" y="478"/>
                  </a:lnTo>
                  <a:cubicBezTo>
                    <a:pt x="529" y="581"/>
                    <a:pt x="478" y="645"/>
                    <a:pt x="426" y="645"/>
                  </a:cubicBezTo>
                  <a:lnTo>
                    <a:pt x="1" y="968"/>
                  </a:lnTo>
                  <a:lnTo>
                    <a:pt x="478" y="1122"/>
                  </a:lnTo>
                  <a:cubicBezTo>
                    <a:pt x="529" y="1122"/>
                    <a:pt x="594" y="1174"/>
                    <a:pt x="594" y="1226"/>
                  </a:cubicBezTo>
                  <a:lnTo>
                    <a:pt x="749" y="1716"/>
                  </a:lnTo>
                  <a:lnTo>
                    <a:pt x="1019" y="1342"/>
                  </a:lnTo>
                  <a:cubicBezTo>
                    <a:pt x="1071" y="1290"/>
                    <a:pt x="1123" y="1226"/>
                    <a:pt x="1174" y="1226"/>
                  </a:cubicBezTo>
                  <a:lnTo>
                    <a:pt x="1716" y="1226"/>
                  </a:lnTo>
                  <a:lnTo>
                    <a:pt x="1393" y="852"/>
                  </a:lnTo>
                  <a:lnTo>
                    <a:pt x="1393" y="749"/>
                  </a:lnTo>
                  <a:lnTo>
                    <a:pt x="1393" y="645"/>
                  </a:lnTo>
                  <a:lnTo>
                    <a:pt x="1561" y="207"/>
                  </a:lnTo>
                  <a:lnTo>
                    <a:pt x="1071" y="323"/>
                  </a:lnTo>
                  <a:cubicBezTo>
                    <a:pt x="1071" y="375"/>
                    <a:pt x="1071" y="375"/>
                    <a:pt x="1019" y="375"/>
                  </a:cubicBezTo>
                  <a:cubicBezTo>
                    <a:pt x="968" y="375"/>
                    <a:pt x="968" y="323"/>
                    <a:pt x="916" y="323"/>
                  </a:cubicBezTo>
                  <a:lnTo>
                    <a:pt x="529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2"/>
            <p:cNvSpPr/>
            <p:nvPr/>
          </p:nvSpPr>
          <p:spPr>
            <a:xfrm>
              <a:off x="3316450" y="4257025"/>
              <a:ext cx="57725" cy="57725"/>
            </a:xfrm>
            <a:custGeom>
              <a:avLst/>
              <a:gdLst/>
              <a:ahLst/>
              <a:cxnLst/>
              <a:rect l="l" t="t" r="r" b="b"/>
              <a:pathLst>
                <a:path w="2309" h="2309" extrusionOk="0">
                  <a:moveTo>
                    <a:pt x="851" y="272"/>
                  </a:moveTo>
                  <a:lnTo>
                    <a:pt x="1238" y="594"/>
                  </a:lnTo>
                  <a:cubicBezTo>
                    <a:pt x="1290" y="594"/>
                    <a:pt x="1290" y="646"/>
                    <a:pt x="1341" y="646"/>
                  </a:cubicBezTo>
                  <a:cubicBezTo>
                    <a:pt x="1393" y="646"/>
                    <a:pt x="1393" y="646"/>
                    <a:pt x="1393" y="594"/>
                  </a:cubicBezTo>
                  <a:lnTo>
                    <a:pt x="1883" y="478"/>
                  </a:lnTo>
                  <a:lnTo>
                    <a:pt x="1715" y="916"/>
                  </a:lnTo>
                  <a:lnTo>
                    <a:pt x="1715" y="1020"/>
                  </a:lnTo>
                  <a:lnTo>
                    <a:pt x="1715" y="1123"/>
                  </a:lnTo>
                  <a:lnTo>
                    <a:pt x="2038" y="1497"/>
                  </a:lnTo>
                  <a:lnTo>
                    <a:pt x="1496" y="1497"/>
                  </a:lnTo>
                  <a:cubicBezTo>
                    <a:pt x="1445" y="1497"/>
                    <a:pt x="1393" y="1561"/>
                    <a:pt x="1341" y="1613"/>
                  </a:cubicBezTo>
                  <a:lnTo>
                    <a:pt x="1071" y="1987"/>
                  </a:lnTo>
                  <a:lnTo>
                    <a:pt x="916" y="1497"/>
                  </a:lnTo>
                  <a:cubicBezTo>
                    <a:pt x="916" y="1445"/>
                    <a:pt x="851" y="1393"/>
                    <a:pt x="800" y="1393"/>
                  </a:cubicBezTo>
                  <a:lnTo>
                    <a:pt x="323" y="1239"/>
                  </a:lnTo>
                  <a:lnTo>
                    <a:pt x="748" y="916"/>
                  </a:lnTo>
                  <a:cubicBezTo>
                    <a:pt x="800" y="916"/>
                    <a:pt x="851" y="852"/>
                    <a:pt x="851" y="749"/>
                  </a:cubicBezTo>
                  <a:lnTo>
                    <a:pt x="851" y="272"/>
                  </a:lnTo>
                  <a:close/>
                  <a:moveTo>
                    <a:pt x="800" y="1"/>
                  </a:moveTo>
                  <a:cubicBezTo>
                    <a:pt x="748" y="1"/>
                    <a:pt x="697" y="1"/>
                    <a:pt x="645" y="52"/>
                  </a:cubicBezTo>
                  <a:cubicBezTo>
                    <a:pt x="645" y="52"/>
                    <a:pt x="594" y="104"/>
                    <a:pt x="594" y="156"/>
                  </a:cubicBezTo>
                  <a:lnTo>
                    <a:pt x="594" y="749"/>
                  </a:lnTo>
                  <a:lnTo>
                    <a:pt x="104" y="1071"/>
                  </a:lnTo>
                  <a:cubicBezTo>
                    <a:pt x="52" y="1123"/>
                    <a:pt x="0" y="1174"/>
                    <a:pt x="0" y="1239"/>
                  </a:cubicBezTo>
                  <a:cubicBezTo>
                    <a:pt x="0" y="1290"/>
                    <a:pt x="52" y="1290"/>
                    <a:pt x="52" y="1342"/>
                  </a:cubicBezTo>
                  <a:cubicBezTo>
                    <a:pt x="104" y="1393"/>
                    <a:pt x="104" y="1393"/>
                    <a:pt x="155" y="1393"/>
                  </a:cubicBezTo>
                  <a:lnTo>
                    <a:pt x="697" y="1613"/>
                  </a:lnTo>
                  <a:lnTo>
                    <a:pt x="851" y="2141"/>
                  </a:lnTo>
                  <a:cubicBezTo>
                    <a:pt x="851" y="2206"/>
                    <a:pt x="916" y="2257"/>
                    <a:pt x="916" y="2257"/>
                  </a:cubicBezTo>
                  <a:cubicBezTo>
                    <a:pt x="967" y="2309"/>
                    <a:pt x="1019" y="2309"/>
                    <a:pt x="1071" y="2309"/>
                  </a:cubicBezTo>
                  <a:cubicBezTo>
                    <a:pt x="1122" y="2309"/>
                    <a:pt x="1174" y="2257"/>
                    <a:pt x="1174" y="2206"/>
                  </a:cubicBezTo>
                  <a:lnTo>
                    <a:pt x="1561" y="1767"/>
                  </a:lnTo>
                  <a:lnTo>
                    <a:pt x="2141" y="1767"/>
                  </a:lnTo>
                  <a:cubicBezTo>
                    <a:pt x="2205" y="1767"/>
                    <a:pt x="2257" y="1767"/>
                    <a:pt x="2257" y="1716"/>
                  </a:cubicBezTo>
                  <a:cubicBezTo>
                    <a:pt x="2309" y="1664"/>
                    <a:pt x="2309" y="1613"/>
                    <a:pt x="2309" y="1561"/>
                  </a:cubicBezTo>
                  <a:lnTo>
                    <a:pt x="2309" y="1445"/>
                  </a:lnTo>
                  <a:lnTo>
                    <a:pt x="1986" y="1020"/>
                  </a:lnTo>
                  <a:lnTo>
                    <a:pt x="2141" y="478"/>
                  </a:lnTo>
                  <a:lnTo>
                    <a:pt x="2141" y="375"/>
                  </a:lnTo>
                  <a:cubicBezTo>
                    <a:pt x="2141" y="272"/>
                    <a:pt x="2089" y="207"/>
                    <a:pt x="1986" y="207"/>
                  </a:cubicBezTo>
                  <a:lnTo>
                    <a:pt x="1935" y="207"/>
                  </a:lnTo>
                  <a:lnTo>
                    <a:pt x="1341" y="375"/>
                  </a:lnTo>
                  <a:lnTo>
                    <a:pt x="916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2"/>
            <p:cNvSpPr/>
            <p:nvPr/>
          </p:nvSpPr>
          <p:spPr>
            <a:xfrm>
              <a:off x="3552750" y="4463675"/>
              <a:ext cx="41600" cy="43225"/>
            </a:xfrm>
            <a:custGeom>
              <a:avLst/>
              <a:gdLst/>
              <a:ahLst/>
              <a:cxnLst/>
              <a:rect l="l" t="t" r="r" b="b"/>
              <a:pathLst>
                <a:path w="1664" h="1729" extrusionOk="0">
                  <a:moveTo>
                    <a:pt x="490" y="0"/>
                  </a:moveTo>
                  <a:lnTo>
                    <a:pt x="490" y="490"/>
                  </a:lnTo>
                  <a:cubicBezTo>
                    <a:pt x="490" y="542"/>
                    <a:pt x="426" y="593"/>
                    <a:pt x="374" y="645"/>
                  </a:cubicBezTo>
                  <a:lnTo>
                    <a:pt x="0" y="916"/>
                  </a:lnTo>
                  <a:lnTo>
                    <a:pt x="490" y="1083"/>
                  </a:lnTo>
                  <a:cubicBezTo>
                    <a:pt x="542" y="1135"/>
                    <a:pt x="593" y="1187"/>
                    <a:pt x="593" y="1238"/>
                  </a:cubicBezTo>
                  <a:lnTo>
                    <a:pt x="696" y="1728"/>
                  </a:lnTo>
                  <a:lnTo>
                    <a:pt x="1019" y="1290"/>
                  </a:lnTo>
                  <a:cubicBezTo>
                    <a:pt x="1070" y="1238"/>
                    <a:pt x="1135" y="1238"/>
                    <a:pt x="1186" y="1238"/>
                  </a:cubicBezTo>
                  <a:lnTo>
                    <a:pt x="1664" y="1238"/>
                  </a:lnTo>
                  <a:lnTo>
                    <a:pt x="1393" y="864"/>
                  </a:lnTo>
                  <a:cubicBezTo>
                    <a:pt x="1393" y="813"/>
                    <a:pt x="1341" y="761"/>
                    <a:pt x="1341" y="710"/>
                  </a:cubicBezTo>
                  <a:lnTo>
                    <a:pt x="1393" y="645"/>
                  </a:lnTo>
                  <a:lnTo>
                    <a:pt x="1560" y="168"/>
                  </a:lnTo>
                  <a:lnTo>
                    <a:pt x="1070" y="323"/>
                  </a:lnTo>
                  <a:lnTo>
                    <a:pt x="916" y="323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2"/>
            <p:cNvSpPr/>
            <p:nvPr/>
          </p:nvSpPr>
          <p:spPr>
            <a:xfrm>
              <a:off x="3544675" y="4455600"/>
              <a:ext cx="57725" cy="58600"/>
            </a:xfrm>
            <a:custGeom>
              <a:avLst/>
              <a:gdLst/>
              <a:ahLst/>
              <a:cxnLst/>
              <a:rect l="l" t="t" r="r" b="b"/>
              <a:pathLst>
                <a:path w="2309" h="2344" extrusionOk="0">
                  <a:moveTo>
                    <a:pt x="813" y="323"/>
                  </a:moveTo>
                  <a:lnTo>
                    <a:pt x="1239" y="646"/>
                  </a:lnTo>
                  <a:lnTo>
                    <a:pt x="1393" y="646"/>
                  </a:lnTo>
                  <a:lnTo>
                    <a:pt x="1883" y="491"/>
                  </a:lnTo>
                  <a:lnTo>
                    <a:pt x="1716" y="968"/>
                  </a:lnTo>
                  <a:lnTo>
                    <a:pt x="1664" y="1033"/>
                  </a:lnTo>
                  <a:cubicBezTo>
                    <a:pt x="1664" y="1084"/>
                    <a:pt x="1716" y="1136"/>
                    <a:pt x="1716" y="1187"/>
                  </a:cubicBezTo>
                  <a:lnTo>
                    <a:pt x="1987" y="1561"/>
                  </a:lnTo>
                  <a:lnTo>
                    <a:pt x="1509" y="1561"/>
                  </a:lnTo>
                  <a:cubicBezTo>
                    <a:pt x="1458" y="1561"/>
                    <a:pt x="1393" y="1561"/>
                    <a:pt x="1342" y="1613"/>
                  </a:cubicBezTo>
                  <a:lnTo>
                    <a:pt x="1019" y="2051"/>
                  </a:lnTo>
                  <a:lnTo>
                    <a:pt x="916" y="1561"/>
                  </a:lnTo>
                  <a:cubicBezTo>
                    <a:pt x="916" y="1510"/>
                    <a:pt x="865" y="1458"/>
                    <a:pt x="813" y="1406"/>
                  </a:cubicBezTo>
                  <a:lnTo>
                    <a:pt x="323" y="1239"/>
                  </a:lnTo>
                  <a:lnTo>
                    <a:pt x="697" y="968"/>
                  </a:lnTo>
                  <a:cubicBezTo>
                    <a:pt x="749" y="916"/>
                    <a:pt x="813" y="865"/>
                    <a:pt x="813" y="813"/>
                  </a:cubicBezTo>
                  <a:lnTo>
                    <a:pt x="813" y="323"/>
                  </a:lnTo>
                  <a:close/>
                  <a:moveTo>
                    <a:pt x="749" y="1"/>
                  </a:moveTo>
                  <a:cubicBezTo>
                    <a:pt x="697" y="1"/>
                    <a:pt x="645" y="65"/>
                    <a:pt x="645" y="65"/>
                  </a:cubicBezTo>
                  <a:cubicBezTo>
                    <a:pt x="594" y="117"/>
                    <a:pt x="594" y="169"/>
                    <a:pt x="594" y="220"/>
                  </a:cubicBezTo>
                  <a:lnTo>
                    <a:pt x="542" y="813"/>
                  </a:lnTo>
                  <a:lnTo>
                    <a:pt x="104" y="1136"/>
                  </a:lnTo>
                  <a:cubicBezTo>
                    <a:pt x="1" y="1136"/>
                    <a:pt x="1" y="1187"/>
                    <a:pt x="1" y="1290"/>
                  </a:cubicBezTo>
                  <a:cubicBezTo>
                    <a:pt x="1" y="1290"/>
                    <a:pt x="1" y="1355"/>
                    <a:pt x="52" y="1406"/>
                  </a:cubicBezTo>
                  <a:lnTo>
                    <a:pt x="104" y="1458"/>
                  </a:lnTo>
                  <a:lnTo>
                    <a:pt x="697" y="1677"/>
                  </a:lnTo>
                  <a:lnTo>
                    <a:pt x="865" y="2206"/>
                  </a:lnTo>
                  <a:cubicBezTo>
                    <a:pt x="865" y="2257"/>
                    <a:pt x="865" y="2257"/>
                    <a:pt x="916" y="2322"/>
                  </a:cubicBezTo>
                  <a:lnTo>
                    <a:pt x="1019" y="2322"/>
                  </a:lnTo>
                  <a:cubicBezTo>
                    <a:pt x="1034" y="2337"/>
                    <a:pt x="1050" y="2343"/>
                    <a:pt x="1066" y="2343"/>
                  </a:cubicBezTo>
                  <a:cubicBezTo>
                    <a:pt x="1107" y="2343"/>
                    <a:pt x="1150" y="2304"/>
                    <a:pt x="1187" y="2257"/>
                  </a:cubicBezTo>
                  <a:lnTo>
                    <a:pt x="1509" y="1780"/>
                  </a:lnTo>
                  <a:lnTo>
                    <a:pt x="2103" y="1832"/>
                  </a:lnTo>
                  <a:cubicBezTo>
                    <a:pt x="2154" y="1832"/>
                    <a:pt x="2206" y="1780"/>
                    <a:pt x="2257" y="1780"/>
                  </a:cubicBezTo>
                  <a:cubicBezTo>
                    <a:pt x="2309" y="1729"/>
                    <a:pt x="2309" y="1677"/>
                    <a:pt x="2309" y="1613"/>
                  </a:cubicBezTo>
                  <a:cubicBezTo>
                    <a:pt x="2309" y="1561"/>
                    <a:pt x="2309" y="1561"/>
                    <a:pt x="2257" y="1510"/>
                  </a:cubicBezTo>
                  <a:lnTo>
                    <a:pt x="1935" y="1033"/>
                  </a:lnTo>
                  <a:lnTo>
                    <a:pt x="2154" y="491"/>
                  </a:lnTo>
                  <a:lnTo>
                    <a:pt x="2154" y="439"/>
                  </a:lnTo>
                  <a:cubicBezTo>
                    <a:pt x="2154" y="323"/>
                    <a:pt x="2038" y="220"/>
                    <a:pt x="1935" y="220"/>
                  </a:cubicBezTo>
                  <a:lnTo>
                    <a:pt x="1883" y="220"/>
                  </a:lnTo>
                  <a:lnTo>
                    <a:pt x="1342" y="439"/>
                  </a:lnTo>
                  <a:lnTo>
                    <a:pt x="916" y="65"/>
                  </a:lnTo>
                  <a:cubicBezTo>
                    <a:pt x="865" y="65"/>
                    <a:pt x="813" y="1"/>
                    <a:pt x="74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2"/>
            <p:cNvSpPr/>
            <p:nvPr/>
          </p:nvSpPr>
          <p:spPr>
            <a:xfrm>
              <a:off x="4146525" y="4092950"/>
              <a:ext cx="41625" cy="43225"/>
            </a:xfrm>
            <a:custGeom>
              <a:avLst/>
              <a:gdLst/>
              <a:ahLst/>
              <a:cxnLst/>
              <a:rect l="l" t="t" r="r" b="b"/>
              <a:pathLst>
                <a:path w="1665" h="1729" extrusionOk="0">
                  <a:moveTo>
                    <a:pt x="478" y="1"/>
                  </a:moveTo>
                  <a:lnTo>
                    <a:pt x="478" y="491"/>
                  </a:lnTo>
                  <a:cubicBezTo>
                    <a:pt x="478" y="594"/>
                    <a:pt x="426" y="645"/>
                    <a:pt x="426" y="645"/>
                  </a:cubicBezTo>
                  <a:lnTo>
                    <a:pt x="1" y="968"/>
                  </a:lnTo>
                  <a:lnTo>
                    <a:pt x="478" y="1135"/>
                  </a:lnTo>
                  <a:cubicBezTo>
                    <a:pt x="530" y="1135"/>
                    <a:pt x="594" y="1187"/>
                    <a:pt x="594" y="1238"/>
                  </a:cubicBezTo>
                  <a:lnTo>
                    <a:pt x="697" y="1728"/>
                  </a:lnTo>
                  <a:lnTo>
                    <a:pt x="1020" y="1290"/>
                  </a:lnTo>
                  <a:cubicBezTo>
                    <a:pt x="1071" y="1290"/>
                    <a:pt x="1123" y="1238"/>
                    <a:pt x="1174" y="1238"/>
                  </a:cubicBezTo>
                  <a:lnTo>
                    <a:pt x="1664" y="1238"/>
                  </a:lnTo>
                  <a:lnTo>
                    <a:pt x="1394" y="864"/>
                  </a:lnTo>
                  <a:cubicBezTo>
                    <a:pt x="1394" y="813"/>
                    <a:pt x="1342" y="761"/>
                    <a:pt x="1342" y="761"/>
                  </a:cubicBezTo>
                  <a:cubicBezTo>
                    <a:pt x="1342" y="710"/>
                    <a:pt x="1342" y="710"/>
                    <a:pt x="1394" y="645"/>
                  </a:cubicBezTo>
                  <a:lnTo>
                    <a:pt x="1561" y="220"/>
                  </a:lnTo>
                  <a:lnTo>
                    <a:pt x="1071" y="323"/>
                  </a:lnTo>
                  <a:lnTo>
                    <a:pt x="1020" y="387"/>
                  </a:lnTo>
                  <a:cubicBezTo>
                    <a:pt x="968" y="387"/>
                    <a:pt x="916" y="323"/>
                    <a:pt x="916" y="323"/>
                  </a:cubicBezTo>
                  <a:lnTo>
                    <a:pt x="47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2"/>
            <p:cNvSpPr/>
            <p:nvPr/>
          </p:nvSpPr>
          <p:spPr>
            <a:xfrm>
              <a:off x="4138475" y="4084900"/>
              <a:ext cx="57725" cy="59325"/>
            </a:xfrm>
            <a:custGeom>
              <a:avLst/>
              <a:gdLst/>
              <a:ahLst/>
              <a:cxnLst/>
              <a:rect l="l" t="t" r="r" b="b"/>
              <a:pathLst>
                <a:path w="2309" h="2373" extrusionOk="0">
                  <a:moveTo>
                    <a:pt x="800" y="323"/>
                  </a:moveTo>
                  <a:lnTo>
                    <a:pt x="1238" y="645"/>
                  </a:lnTo>
                  <a:cubicBezTo>
                    <a:pt x="1238" y="645"/>
                    <a:pt x="1290" y="709"/>
                    <a:pt x="1342" y="709"/>
                  </a:cubicBezTo>
                  <a:lnTo>
                    <a:pt x="1393" y="645"/>
                  </a:lnTo>
                  <a:lnTo>
                    <a:pt x="1883" y="542"/>
                  </a:lnTo>
                  <a:lnTo>
                    <a:pt x="1716" y="967"/>
                  </a:lnTo>
                  <a:cubicBezTo>
                    <a:pt x="1664" y="1032"/>
                    <a:pt x="1664" y="1032"/>
                    <a:pt x="1664" y="1083"/>
                  </a:cubicBezTo>
                  <a:cubicBezTo>
                    <a:pt x="1664" y="1083"/>
                    <a:pt x="1716" y="1135"/>
                    <a:pt x="1716" y="1186"/>
                  </a:cubicBezTo>
                  <a:lnTo>
                    <a:pt x="1986" y="1560"/>
                  </a:lnTo>
                  <a:lnTo>
                    <a:pt x="1496" y="1560"/>
                  </a:lnTo>
                  <a:cubicBezTo>
                    <a:pt x="1445" y="1560"/>
                    <a:pt x="1393" y="1612"/>
                    <a:pt x="1342" y="1612"/>
                  </a:cubicBezTo>
                  <a:lnTo>
                    <a:pt x="1019" y="2050"/>
                  </a:lnTo>
                  <a:lnTo>
                    <a:pt x="916" y="1560"/>
                  </a:lnTo>
                  <a:cubicBezTo>
                    <a:pt x="916" y="1509"/>
                    <a:pt x="852" y="1457"/>
                    <a:pt x="800" y="1457"/>
                  </a:cubicBezTo>
                  <a:lnTo>
                    <a:pt x="323" y="1290"/>
                  </a:lnTo>
                  <a:lnTo>
                    <a:pt x="748" y="967"/>
                  </a:lnTo>
                  <a:cubicBezTo>
                    <a:pt x="748" y="967"/>
                    <a:pt x="800" y="916"/>
                    <a:pt x="800" y="813"/>
                  </a:cubicBezTo>
                  <a:lnTo>
                    <a:pt x="800" y="323"/>
                  </a:lnTo>
                  <a:close/>
                  <a:moveTo>
                    <a:pt x="748" y="0"/>
                  </a:moveTo>
                  <a:cubicBezTo>
                    <a:pt x="697" y="0"/>
                    <a:pt x="697" y="65"/>
                    <a:pt x="645" y="65"/>
                  </a:cubicBezTo>
                  <a:cubicBezTo>
                    <a:pt x="594" y="116"/>
                    <a:pt x="594" y="168"/>
                    <a:pt x="594" y="219"/>
                  </a:cubicBezTo>
                  <a:lnTo>
                    <a:pt x="594" y="813"/>
                  </a:lnTo>
                  <a:lnTo>
                    <a:pt x="104" y="1135"/>
                  </a:lnTo>
                  <a:cubicBezTo>
                    <a:pt x="52" y="1135"/>
                    <a:pt x="1" y="1238"/>
                    <a:pt x="1" y="1290"/>
                  </a:cubicBezTo>
                  <a:cubicBezTo>
                    <a:pt x="1" y="1354"/>
                    <a:pt x="1" y="1354"/>
                    <a:pt x="52" y="1406"/>
                  </a:cubicBezTo>
                  <a:lnTo>
                    <a:pt x="104" y="1457"/>
                  </a:lnTo>
                  <a:lnTo>
                    <a:pt x="697" y="1676"/>
                  </a:lnTo>
                  <a:lnTo>
                    <a:pt x="852" y="2205"/>
                  </a:lnTo>
                  <a:cubicBezTo>
                    <a:pt x="852" y="2257"/>
                    <a:pt x="852" y="2321"/>
                    <a:pt x="916" y="2321"/>
                  </a:cubicBezTo>
                  <a:cubicBezTo>
                    <a:pt x="968" y="2321"/>
                    <a:pt x="968" y="2373"/>
                    <a:pt x="1019" y="2373"/>
                  </a:cubicBezTo>
                  <a:cubicBezTo>
                    <a:pt x="1071" y="2373"/>
                    <a:pt x="1122" y="2321"/>
                    <a:pt x="1174" y="2257"/>
                  </a:cubicBezTo>
                  <a:lnTo>
                    <a:pt x="1496" y="1831"/>
                  </a:lnTo>
                  <a:lnTo>
                    <a:pt x="2090" y="1831"/>
                  </a:lnTo>
                  <a:cubicBezTo>
                    <a:pt x="2141" y="1831"/>
                    <a:pt x="2206" y="1831"/>
                    <a:pt x="2257" y="1780"/>
                  </a:cubicBezTo>
                  <a:cubicBezTo>
                    <a:pt x="2309" y="1728"/>
                    <a:pt x="2309" y="1676"/>
                    <a:pt x="2309" y="1612"/>
                  </a:cubicBezTo>
                  <a:cubicBezTo>
                    <a:pt x="2309" y="1612"/>
                    <a:pt x="2309" y="1560"/>
                    <a:pt x="2257" y="1509"/>
                  </a:cubicBezTo>
                  <a:lnTo>
                    <a:pt x="1935" y="1032"/>
                  </a:lnTo>
                  <a:lnTo>
                    <a:pt x="2141" y="490"/>
                  </a:lnTo>
                  <a:lnTo>
                    <a:pt x="2141" y="439"/>
                  </a:lnTo>
                  <a:cubicBezTo>
                    <a:pt x="2141" y="323"/>
                    <a:pt x="2038" y="271"/>
                    <a:pt x="1935" y="271"/>
                  </a:cubicBezTo>
                  <a:lnTo>
                    <a:pt x="1883" y="271"/>
                  </a:lnTo>
                  <a:lnTo>
                    <a:pt x="1342" y="439"/>
                  </a:lnTo>
                  <a:lnTo>
                    <a:pt x="916" y="65"/>
                  </a:lnTo>
                  <a:cubicBezTo>
                    <a:pt x="852" y="65"/>
                    <a:pt x="800" y="0"/>
                    <a:pt x="74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2"/>
            <p:cNvSpPr/>
            <p:nvPr/>
          </p:nvSpPr>
          <p:spPr>
            <a:xfrm>
              <a:off x="4181350" y="4109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2"/>
            <p:cNvSpPr/>
            <p:nvPr/>
          </p:nvSpPr>
          <p:spPr>
            <a:xfrm>
              <a:off x="4172000" y="4125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2"/>
            <p:cNvSpPr/>
            <p:nvPr/>
          </p:nvSpPr>
          <p:spPr>
            <a:xfrm>
              <a:off x="3427975" y="4758000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530" y="0"/>
                  </a:moveTo>
                  <a:lnTo>
                    <a:pt x="530" y="477"/>
                  </a:lnTo>
                  <a:cubicBezTo>
                    <a:pt x="530" y="542"/>
                    <a:pt x="478" y="645"/>
                    <a:pt x="426" y="645"/>
                  </a:cubicBezTo>
                  <a:lnTo>
                    <a:pt x="1" y="916"/>
                  </a:lnTo>
                  <a:lnTo>
                    <a:pt x="478" y="1070"/>
                  </a:lnTo>
                  <a:cubicBezTo>
                    <a:pt x="530" y="1122"/>
                    <a:pt x="581" y="1186"/>
                    <a:pt x="581" y="1238"/>
                  </a:cubicBezTo>
                  <a:lnTo>
                    <a:pt x="749" y="1715"/>
                  </a:lnTo>
                  <a:lnTo>
                    <a:pt x="1071" y="1290"/>
                  </a:lnTo>
                  <a:cubicBezTo>
                    <a:pt x="1071" y="1238"/>
                    <a:pt x="1123" y="1238"/>
                    <a:pt x="1226" y="1238"/>
                  </a:cubicBezTo>
                  <a:lnTo>
                    <a:pt x="1716" y="1238"/>
                  </a:lnTo>
                  <a:lnTo>
                    <a:pt x="1445" y="864"/>
                  </a:lnTo>
                  <a:cubicBezTo>
                    <a:pt x="1394" y="800"/>
                    <a:pt x="1394" y="748"/>
                    <a:pt x="1394" y="748"/>
                  </a:cubicBezTo>
                  <a:lnTo>
                    <a:pt x="1394" y="645"/>
                  </a:lnTo>
                  <a:lnTo>
                    <a:pt x="1548" y="219"/>
                  </a:lnTo>
                  <a:lnTo>
                    <a:pt x="1548" y="219"/>
                  </a:lnTo>
                  <a:lnTo>
                    <a:pt x="1071" y="322"/>
                  </a:lnTo>
                  <a:lnTo>
                    <a:pt x="904" y="322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2"/>
            <p:cNvSpPr/>
            <p:nvPr/>
          </p:nvSpPr>
          <p:spPr>
            <a:xfrm>
              <a:off x="3421225" y="4749925"/>
              <a:ext cx="56425" cy="59025"/>
            </a:xfrm>
            <a:custGeom>
              <a:avLst/>
              <a:gdLst/>
              <a:ahLst/>
              <a:cxnLst/>
              <a:rect l="l" t="t" r="r" b="b"/>
              <a:pathLst>
                <a:path w="2257" h="2361" extrusionOk="0">
                  <a:moveTo>
                    <a:pt x="800" y="323"/>
                  </a:moveTo>
                  <a:lnTo>
                    <a:pt x="1174" y="645"/>
                  </a:lnTo>
                  <a:lnTo>
                    <a:pt x="1341" y="645"/>
                  </a:lnTo>
                  <a:lnTo>
                    <a:pt x="1818" y="542"/>
                  </a:lnTo>
                  <a:lnTo>
                    <a:pt x="1818" y="542"/>
                  </a:lnTo>
                  <a:lnTo>
                    <a:pt x="1664" y="968"/>
                  </a:lnTo>
                  <a:lnTo>
                    <a:pt x="1664" y="1071"/>
                  </a:lnTo>
                  <a:cubicBezTo>
                    <a:pt x="1664" y="1071"/>
                    <a:pt x="1664" y="1123"/>
                    <a:pt x="1715" y="1187"/>
                  </a:cubicBezTo>
                  <a:lnTo>
                    <a:pt x="1986" y="1561"/>
                  </a:lnTo>
                  <a:lnTo>
                    <a:pt x="1496" y="1561"/>
                  </a:lnTo>
                  <a:cubicBezTo>
                    <a:pt x="1393" y="1561"/>
                    <a:pt x="1341" y="1561"/>
                    <a:pt x="1341" y="1613"/>
                  </a:cubicBezTo>
                  <a:lnTo>
                    <a:pt x="1019" y="2038"/>
                  </a:lnTo>
                  <a:lnTo>
                    <a:pt x="851" y="1561"/>
                  </a:lnTo>
                  <a:cubicBezTo>
                    <a:pt x="851" y="1509"/>
                    <a:pt x="800" y="1445"/>
                    <a:pt x="748" y="1393"/>
                  </a:cubicBezTo>
                  <a:lnTo>
                    <a:pt x="271" y="1239"/>
                  </a:lnTo>
                  <a:lnTo>
                    <a:pt x="696" y="968"/>
                  </a:lnTo>
                  <a:cubicBezTo>
                    <a:pt x="748" y="968"/>
                    <a:pt x="800" y="865"/>
                    <a:pt x="800" y="800"/>
                  </a:cubicBezTo>
                  <a:lnTo>
                    <a:pt x="800" y="323"/>
                  </a:lnTo>
                  <a:close/>
                  <a:moveTo>
                    <a:pt x="748" y="1"/>
                  </a:moveTo>
                  <a:cubicBezTo>
                    <a:pt x="696" y="1"/>
                    <a:pt x="645" y="52"/>
                    <a:pt x="593" y="52"/>
                  </a:cubicBezTo>
                  <a:cubicBezTo>
                    <a:pt x="593" y="104"/>
                    <a:pt x="529" y="155"/>
                    <a:pt x="529" y="220"/>
                  </a:cubicBezTo>
                  <a:lnTo>
                    <a:pt x="529" y="800"/>
                  </a:lnTo>
                  <a:lnTo>
                    <a:pt x="52" y="1123"/>
                  </a:lnTo>
                  <a:cubicBezTo>
                    <a:pt x="0" y="1123"/>
                    <a:pt x="0" y="1239"/>
                    <a:pt x="0" y="1290"/>
                  </a:cubicBezTo>
                  <a:lnTo>
                    <a:pt x="0" y="1393"/>
                  </a:lnTo>
                  <a:cubicBezTo>
                    <a:pt x="52" y="1393"/>
                    <a:pt x="52" y="1445"/>
                    <a:pt x="103" y="1445"/>
                  </a:cubicBezTo>
                  <a:lnTo>
                    <a:pt x="645" y="1664"/>
                  </a:lnTo>
                  <a:lnTo>
                    <a:pt x="800" y="2206"/>
                  </a:lnTo>
                  <a:cubicBezTo>
                    <a:pt x="800" y="2257"/>
                    <a:pt x="851" y="2257"/>
                    <a:pt x="916" y="2309"/>
                  </a:cubicBezTo>
                  <a:cubicBezTo>
                    <a:pt x="916" y="2309"/>
                    <a:pt x="967" y="2360"/>
                    <a:pt x="1019" y="2360"/>
                  </a:cubicBezTo>
                  <a:cubicBezTo>
                    <a:pt x="1070" y="2360"/>
                    <a:pt x="1122" y="2309"/>
                    <a:pt x="1174" y="2257"/>
                  </a:cubicBezTo>
                  <a:lnTo>
                    <a:pt x="1496" y="1832"/>
                  </a:lnTo>
                  <a:lnTo>
                    <a:pt x="2089" y="1832"/>
                  </a:lnTo>
                  <a:cubicBezTo>
                    <a:pt x="2141" y="1832"/>
                    <a:pt x="2205" y="1832"/>
                    <a:pt x="2205" y="1767"/>
                  </a:cubicBezTo>
                  <a:cubicBezTo>
                    <a:pt x="2257" y="1716"/>
                    <a:pt x="2257" y="1664"/>
                    <a:pt x="2257" y="1613"/>
                  </a:cubicBezTo>
                  <a:lnTo>
                    <a:pt x="2257" y="1509"/>
                  </a:lnTo>
                  <a:lnTo>
                    <a:pt x="1934" y="1019"/>
                  </a:lnTo>
                  <a:lnTo>
                    <a:pt x="2089" y="478"/>
                  </a:lnTo>
                  <a:cubicBezTo>
                    <a:pt x="2089" y="478"/>
                    <a:pt x="2141" y="478"/>
                    <a:pt x="2141" y="426"/>
                  </a:cubicBezTo>
                  <a:cubicBezTo>
                    <a:pt x="2141" y="323"/>
                    <a:pt x="2037" y="220"/>
                    <a:pt x="1934" y="220"/>
                  </a:cubicBezTo>
                  <a:lnTo>
                    <a:pt x="1883" y="271"/>
                  </a:lnTo>
                  <a:lnTo>
                    <a:pt x="1341" y="426"/>
                  </a:lnTo>
                  <a:lnTo>
                    <a:pt x="851" y="52"/>
                  </a:lnTo>
                  <a:cubicBezTo>
                    <a:pt x="800" y="52"/>
                    <a:pt x="800" y="1"/>
                    <a:pt x="74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2"/>
            <p:cNvSpPr/>
            <p:nvPr/>
          </p:nvSpPr>
          <p:spPr>
            <a:xfrm>
              <a:off x="4252600" y="4700275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477" y="1"/>
                  </a:moveTo>
                  <a:lnTo>
                    <a:pt x="477" y="478"/>
                  </a:lnTo>
                  <a:cubicBezTo>
                    <a:pt x="477" y="530"/>
                    <a:pt x="477" y="646"/>
                    <a:pt x="426" y="646"/>
                  </a:cubicBezTo>
                  <a:lnTo>
                    <a:pt x="0" y="916"/>
                  </a:lnTo>
                  <a:lnTo>
                    <a:pt x="477" y="1071"/>
                  </a:lnTo>
                  <a:cubicBezTo>
                    <a:pt x="542" y="1123"/>
                    <a:pt x="593" y="1174"/>
                    <a:pt x="593" y="1239"/>
                  </a:cubicBezTo>
                  <a:lnTo>
                    <a:pt x="748" y="1716"/>
                  </a:lnTo>
                  <a:lnTo>
                    <a:pt x="1019" y="1290"/>
                  </a:lnTo>
                  <a:cubicBezTo>
                    <a:pt x="1071" y="1239"/>
                    <a:pt x="1122" y="1239"/>
                    <a:pt x="1187" y="1239"/>
                  </a:cubicBezTo>
                  <a:lnTo>
                    <a:pt x="1715" y="1239"/>
                  </a:lnTo>
                  <a:lnTo>
                    <a:pt x="1393" y="852"/>
                  </a:lnTo>
                  <a:lnTo>
                    <a:pt x="1393" y="749"/>
                  </a:lnTo>
                  <a:lnTo>
                    <a:pt x="1393" y="646"/>
                  </a:lnTo>
                  <a:lnTo>
                    <a:pt x="1561" y="207"/>
                  </a:lnTo>
                  <a:lnTo>
                    <a:pt x="1071" y="323"/>
                  </a:lnTo>
                  <a:lnTo>
                    <a:pt x="916" y="323"/>
                  </a:lnTo>
                  <a:lnTo>
                    <a:pt x="477" y="1"/>
                  </a:ln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2"/>
            <p:cNvSpPr/>
            <p:nvPr/>
          </p:nvSpPr>
          <p:spPr>
            <a:xfrm>
              <a:off x="4298375" y="4704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2"/>
            <p:cNvSpPr/>
            <p:nvPr/>
          </p:nvSpPr>
          <p:spPr>
            <a:xfrm>
              <a:off x="4244525" y="4692225"/>
              <a:ext cx="57750" cy="59025"/>
            </a:xfrm>
            <a:custGeom>
              <a:avLst/>
              <a:gdLst/>
              <a:ahLst/>
              <a:cxnLst/>
              <a:rect l="l" t="t" r="r" b="b"/>
              <a:pathLst>
                <a:path w="2310" h="2361" extrusionOk="0">
                  <a:moveTo>
                    <a:pt x="800" y="323"/>
                  </a:moveTo>
                  <a:lnTo>
                    <a:pt x="1239" y="645"/>
                  </a:lnTo>
                  <a:lnTo>
                    <a:pt x="1394" y="645"/>
                  </a:lnTo>
                  <a:lnTo>
                    <a:pt x="1884" y="529"/>
                  </a:lnTo>
                  <a:lnTo>
                    <a:pt x="1716" y="968"/>
                  </a:lnTo>
                  <a:lnTo>
                    <a:pt x="1716" y="1071"/>
                  </a:lnTo>
                  <a:lnTo>
                    <a:pt x="1716" y="1174"/>
                  </a:lnTo>
                  <a:lnTo>
                    <a:pt x="2038" y="1561"/>
                  </a:lnTo>
                  <a:lnTo>
                    <a:pt x="1510" y="1561"/>
                  </a:lnTo>
                  <a:cubicBezTo>
                    <a:pt x="1445" y="1561"/>
                    <a:pt x="1394" y="1561"/>
                    <a:pt x="1342" y="1612"/>
                  </a:cubicBezTo>
                  <a:lnTo>
                    <a:pt x="1071" y="2038"/>
                  </a:lnTo>
                  <a:lnTo>
                    <a:pt x="916" y="1561"/>
                  </a:lnTo>
                  <a:cubicBezTo>
                    <a:pt x="916" y="1496"/>
                    <a:pt x="865" y="1445"/>
                    <a:pt x="800" y="1393"/>
                  </a:cubicBezTo>
                  <a:lnTo>
                    <a:pt x="323" y="1238"/>
                  </a:lnTo>
                  <a:lnTo>
                    <a:pt x="749" y="968"/>
                  </a:lnTo>
                  <a:cubicBezTo>
                    <a:pt x="800" y="968"/>
                    <a:pt x="800" y="852"/>
                    <a:pt x="800" y="800"/>
                  </a:cubicBezTo>
                  <a:lnTo>
                    <a:pt x="800" y="323"/>
                  </a:lnTo>
                  <a:close/>
                  <a:moveTo>
                    <a:pt x="800" y="1"/>
                  </a:moveTo>
                  <a:cubicBezTo>
                    <a:pt x="749" y="1"/>
                    <a:pt x="697" y="52"/>
                    <a:pt x="646" y="52"/>
                  </a:cubicBezTo>
                  <a:cubicBezTo>
                    <a:pt x="594" y="104"/>
                    <a:pt x="594" y="155"/>
                    <a:pt x="594" y="207"/>
                  </a:cubicBezTo>
                  <a:lnTo>
                    <a:pt x="594" y="800"/>
                  </a:lnTo>
                  <a:lnTo>
                    <a:pt x="104" y="1122"/>
                  </a:lnTo>
                  <a:cubicBezTo>
                    <a:pt x="52" y="1122"/>
                    <a:pt x="1" y="1238"/>
                    <a:pt x="1" y="1290"/>
                  </a:cubicBezTo>
                  <a:cubicBezTo>
                    <a:pt x="1" y="1290"/>
                    <a:pt x="1" y="1342"/>
                    <a:pt x="52" y="1393"/>
                  </a:cubicBezTo>
                  <a:cubicBezTo>
                    <a:pt x="52" y="1393"/>
                    <a:pt x="104" y="1445"/>
                    <a:pt x="156" y="1445"/>
                  </a:cubicBezTo>
                  <a:lnTo>
                    <a:pt x="697" y="1664"/>
                  </a:lnTo>
                  <a:lnTo>
                    <a:pt x="865" y="2206"/>
                  </a:lnTo>
                  <a:cubicBezTo>
                    <a:pt x="865" y="2257"/>
                    <a:pt x="916" y="2257"/>
                    <a:pt x="916" y="2309"/>
                  </a:cubicBezTo>
                  <a:cubicBezTo>
                    <a:pt x="968" y="2309"/>
                    <a:pt x="1020" y="2360"/>
                    <a:pt x="1020" y="2360"/>
                  </a:cubicBezTo>
                  <a:cubicBezTo>
                    <a:pt x="1071" y="2360"/>
                    <a:pt x="1123" y="2309"/>
                    <a:pt x="1187" y="2257"/>
                  </a:cubicBezTo>
                  <a:lnTo>
                    <a:pt x="1561" y="1819"/>
                  </a:lnTo>
                  <a:lnTo>
                    <a:pt x="2090" y="1819"/>
                  </a:lnTo>
                  <a:cubicBezTo>
                    <a:pt x="2206" y="1819"/>
                    <a:pt x="2206" y="1767"/>
                    <a:pt x="2257" y="1767"/>
                  </a:cubicBezTo>
                  <a:cubicBezTo>
                    <a:pt x="2309" y="1716"/>
                    <a:pt x="2309" y="1664"/>
                    <a:pt x="2309" y="1612"/>
                  </a:cubicBezTo>
                  <a:cubicBezTo>
                    <a:pt x="2309" y="1612"/>
                    <a:pt x="2309" y="1561"/>
                    <a:pt x="2257" y="1496"/>
                  </a:cubicBezTo>
                  <a:lnTo>
                    <a:pt x="1935" y="1019"/>
                  </a:lnTo>
                  <a:lnTo>
                    <a:pt x="2154" y="478"/>
                  </a:lnTo>
                  <a:lnTo>
                    <a:pt x="2154" y="426"/>
                  </a:lnTo>
                  <a:cubicBezTo>
                    <a:pt x="2154" y="323"/>
                    <a:pt x="2090" y="207"/>
                    <a:pt x="1987" y="207"/>
                  </a:cubicBezTo>
                  <a:cubicBezTo>
                    <a:pt x="1935" y="207"/>
                    <a:pt x="1935" y="207"/>
                    <a:pt x="1884" y="271"/>
                  </a:cubicBezTo>
                  <a:lnTo>
                    <a:pt x="1342" y="426"/>
                  </a:lnTo>
                  <a:lnTo>
                    <a:pt x="916" y="52"/>
                  </a:lnTo>
                  <a:cubicBezTo>
                    <a:pt x="865" y="52"/>
                    <a:pt x="800" y="1"/>
                    <a:pt x="80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2"/>
            <p:cNvSpPr/>
            <p:nvPr/>
          </p:nvSpPr>
          <p:spPr>
            <a:xfrm>
              <a:off x="4287400" y="4716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2"/>
            <p:cNvSpPr/>
            <p:nvPr/>
          </p:nvSpPr>
          <p:spPr>
            <a:xfrm>
              <a:off x="3840300" y="4532325"/>
              <a:ext cx="63200" cy="64500"/>
            </a:xfrm>
            <a:custGeom>
              <a:avLst/>
              <a:gdLst/>
              <a:ahLst/>
              <a:cxnLst/>
              <a:rect l="l" t="t" r="r" b="b"/>
              <a:pathLst>
                <a:path w="2528" h="2580" extrusionOk="0">
                  <a:moveTo>
                    <a:pt x="748" y="1"/>
                  </a:moveTo>
                  <a:lnTo>
                    <a:pt x="748" y="800"/>
                  </a:lnTo>
                  <a:cubicBezTo>
                    <a:pt x="748" y="865"/>
                    <a:pt x="696" y="916"/>
                    <a:pt x="645" y="968"/>
                  </a:cubicBezTo>
                  <a:lnTo>
                    <a:pt x="0" y="1393"/>
                  </a:lnTo>
                  <a:lnTo>
                    <a:pt x="748" y="1664"/>
                  </a:lnTo>
                  <a:cubicBezTo>
                    <a:pt x="800" y="1664"/>
                    <a:pt x="851" y="1716"/>
                    <a:pt x="851" y="1832"/>
                  </a:cubicBezTo>
                  <a:lnTo>
                    <a:pt x="1070" y="2580"/>
                  </a:lnTo>
                  <a:lnTo>
                    <a:pt x="1560" y="1935"/>
                  </a:lnTo>
                  <a:cubicBezTo>
                    <a:pt x="1612" y="1883"/>
                    <a:pt x="1664" y="1832"/>
                    <a:pt x="1767" y="1832"/>
                  </a:cubicBezTo>
                  <a:lnTo>
                    <a:pt x="2527" y="1883"/>
                  </a:lnTo>
                  <a:lnTo>
                    <a:pt x="2089" y="1239"/>
                  </a:lnTo>
                  <a:cubicBezTo>
                    <a:pt x="2037" y="1187"/>
                    <a:pt x="2037" y="1123"/>
                    <a:pt x="2037" y="1071"/>
                  </a:cubicBezTo>
                  <a:lnTo>
                    <a:pt x="2037" y="1020"/>
                  </a:lnTo>
                  <a:lnTo>
                    <a:pt x="2308" y="272"/>
                  </a:lnTo>
                  <a:lnTo>
                    <a:pt x="2308" y="272"/>
                  </a:lnTo>
                  <a:lnTo>
                    <a:pt x="1560" y="542"/>
                  </a:lnTo>
                  <a:lnTo>
                    <a:pt x="1496" y="542"/>
                  </a:lnTo>
                  <a:cubicBezTo>
                    <a:pt x="1444" y="542"/>
                    <a:pt x="1393" y="542"/>
                    <a:pt x="1393" y="478"/>
                  </a:cubicBezTo>
                  <a:lnTo>
                    <a:pt x="74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2"/>
            <p:cNvSpPr/>
            <p:nvPr/>
          </p:nvSpPr>
          <p:spPr>
            <a:xfrm>
              <a:off x="3904775" y="4584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2"/>
            <p:cNvSpPr/>
            <p:nvPr/>
          </p:nvSpPr>
          <p:spPr>
            <a:xfrm>
              <a:off x="3833525" y="4525575"/>
              <a:ext cx="76425" cy="78025"/>
            </a:xfrm>
            <a:custGeom>
              <a:avLst/>
              <a:gdLst/>
              <a:ahLst/>
              <a:cxnLst/>
              <a:rect l="l" t="t" r="r" b="b"/>
              <a:pathLst>
                <a:path w="3057" h="3121" extrusionOk="0">
                  <a:moveTo>
                    <a:pt x="1019" y="271"/>
                  </a:moveTo>
                  <a:lnTo>
                    <a:pt x="1664" y="748"/>
                  </a:lnTo>
                  <a:cubicBezTo>
                    <a:pt x="1664" y="812"/>
                    <a:pt x="1715" y="812"/>
                    <a:pt x="1767" y="812"/>
                  </a:cubicBezTo>
                  <a:lnTo>
                    <a:pt x="1831" y="812"/>
                  </a:lnTo>
                  <a:lnTo>
                    <a:pt x="2579" y="542"/>
                  </a:lnTo>
                  <a:lnTo>
                    <a:pt x="2579" y="542"/>
                  </a:lnTo>
                  <a:lnTo>
                    <a:pt x="2308" y="1290"/>
                  </a:lnTo>
                  <a:lnTo>
                    <a:pt x="2308" y="1341"/>
                  </a:lnTo>
                  <a:cubicBezTo>
                    <a:pt x="2308" y="1393"/>
                    <a:pt x="2308" y="1457"/>
                    <a:pt x="2360" y="1509"/>
                  </a:cubicBezTo>
                  <a:lnTo>
                    <a:pt x="2798" y="2153"/>
                  </a:lnTo>
                  <a:lnTo>
                    <a:pt x="2038" y="2102"/>
                  </a:lnTo>
                  <a:cubicBezTo>
                    <a:pt x="1935" y="2102"/>
                    <a:pt x="1883" y="2153"/>
                    <a:pt x="1831" y="2205"/>
                  </a:cubicBezTo>
                  <a:lnTo>
                    <a:pt x="1341" y="2850"/>
                  </a:lnTo>
                  <a:lnTo>
                    <a:pt x="1122" y="2102"/>
                  </a:lnTo>
                  <a:cubicBezTo>
                    <a:pt x="1122" y="1986"/>
                    <a:pt x="1071" y="1934"/>
                    <a:pt x="1019" y="1934"/>
                  </a:cubicBezTo>
                  <a:lnTo>
                    <a:pt x="271" y="1663"/>
                  </a:lnTo>
                  <a:lnTo>
                    <a:pt x="916" y="1238"/>
                  </a:lnTo>
                  <a:cubicBezTo>
                    <a:pt x="967" y="1186"/>
                    <a:pt x="1019" y="1135"/>
                    <a:pt x="1019" y="1070"/>
                  </a:cubicBezTo>
                  <a:lnTo>
                    <a:pt x="1019" y="271"/>
                  </a:lnTo>
                  <a:close/>
                  <a:moveTo>
                    <a:pt x="1019" y="0"/>
                  </a:moveTo>
                  <a:cubicBezTo>
                    <a:pt x="967" y="0"/>
                    <a:pt x="916" y="0"/>
                    <a:pt x="864" y="52"/>
                  </a:cubicBezTo>
                  <a:cubicBezTo>
                    <a:pt x="800" y="103"/>
                    <a:pt x="800" y="168"/>
                    <a:pt x="800" y="219"/>
                  </a:cubicBezTo>
                  <a:lnTo>
                    <a:pt x="748" y="1019"/>
                  </a:lnTo>
                  <a:lnTo>
                    <a:pt x="103" y="1509"/>
                  </a:lnTo>
                  <a:cubicBezTo>
                    <a:pt x="52" y="1560"/>
                    <a:pt x="0" y="1612"/>
                    <a:pt x="0" y="1663"/>
                  </a:cubicBezTo>
                  <a:cubicBezTo>
                    <a:pt x="0" y="1715"/>
                    <a:pt x="0" y="1780"/>
                    <a:pt x="52" y="1831"/>
                  </a:cubicBezTo>
                  <a:cubicBezTo>
                    <a:pt x="52" y="1831"/>
                    <a:pt x="103" y="1883"/>
                    <a:pt x="155" y="1883"/>
                  </a:cubicBezTo>
                  <a:lnTo>
                    <a:pt x="916" y="2153"/>
                  </a:lnTo>
                  <a:lnTo>
                    <a:pt x="1122" y="2953"/>
                  </a:lnTo>
                  <a:cubicBezTo>
                    <a:pt x="1187" y="3005"/>
                    <a:pt x="1187" y="3005"/>
                    <a:pt x="1238" y="3069"/>
                  </a:cubicBezTo>
                  <a:cubicBezTo>
                    <a:pt x="1290" y="3069"/>
                    <a:pt x="1290" y="3121"/>
                    <a:pt x="1341" y="3121"/>
                  </a:cubicBezTo>
                  <a:cubicBezTo>
                    <a:pt x="1445" y="3121"/>
                    <a:pt x="1509" y="3069"/>
                    <a:pt x="1561" y="3005"/>
                  </a:cubicBezTo>
                  <a:lnTo>
                    <a:pt x="2038" y="2360"/>
                  </a:lnTo>
                  <a:lnTo>
                    <a:pt x="2850" y="2360"/>
                  </a:lnTo>
                  <a:cubicBezTo>
                    <a:pt x="2902" y="2360"/>
                    <a:pt x="2953" y="2360"/>
                    <a:pt x="3005" y="2308"/>
                  </a:cubicBezTo>
                  <a:cubicBezTo>
                    <a:pt x="3056" y="2257"/>
                    <a:pt x="3056" y="2205"/>
                    <a:pt x="3056" y="2153"/>
                  </a:cubicBezTo>
                  <a:lnTo>
                    <a:pt x="3056" y="2037"/>
                  </a:lnTo>
                  <a:lnTo>
                    <a:pt x="2579" y="1341"/>
                  </a:lnTo>
                  <a:lnTo>
                    <a:pt x="2850" y="593"/>
                  </a:lnTo>
                  <a:lnTo>
                    <a:pt x="2850" y="542"/>
                  </a:lnTo>
                  <a:cubicBezTo>
                    <a:pt x="2850" y="374"/>
                    <a:pt x="2734" y="322"/>
                    <a:pt x="2631" y="322"/>
                  </a:cubicBezTo>
                  <a:lnTo>
                    <a:pt x="2579" y="322"/>
                  </a:lnTo>
                  <a:lnTo>
                    <a:pt x="1767" y="542"/>
                  </a:lnTo>
                  <a:lnTo>
                    <a:pt x="1122" y="52"/>
                  </a:lnTo>
                  <a:cubicBezTo>
                    <a:pt x="1122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2"/>
            <p:cNvSpPr/>
            <p:nvPr/>
          </p:nvSpPr>
          <p:spPr>
            <a:xfrm>
              <a:off x="4222925" y="4388550"/>
              <a:ext cx="64500" cy="63225"/>
            </a:xfrm>
            <a:custGeom>
              <a:avLst/>
              <a:gdLst/>
              <a:ahLst/>
              <a:cxnLst/>
              <a:rect l="l" t="t" r="r" b="b"/>
              <a:pathLst>
                <a:path w="2580" h="2529" extrusionOk="0">
                  <a:moveTo>
                    <a:pt x="762" y="1"/>
                  </a:moveTo>
                  <a:lnTo>
                    <a:pt x="762" y="749"/>
                  </a:lnTo>
                  <a:cubicBezTo>
                    <a:pt x="762" y="865"/>
                    <a:pt x="762" y="916"/>
                    <a:pt x="646" y="968"/>
                  </a:cubicBezTo>
                  <a:lnTo>
                    <a:pt x="1" y="1393"/>
                  </a:lnTo>
                  <a:lnTo>
                    <a:pt x="762" y="1613"/>
                  </a:lnTo>
                  <a:cubicBezTo>
                    <a:pt x="813" y="1664"/>
                    <a:pt x="865" y="1716"/>
                    <a:pt x="916" y="1780"/>
                  </a:cubicBezTo>
                  <a:lnTo>
                    <a:pt x="1136" y="2528"/>
                  </a:lnTo>
                  <a:lnTo>
                    <a:pt x="1561" y="1935"/>
                  </a:lnTo>
                  <a:cubicBezTo>
                    <a:pt x="1613" y="1883"/>
                    <a:pt x="1729" y="1832"/>
                    <a:pt x="1780" y="1832"/>
                  </a:cubicBezTo>
                  <a:lnTo>
                    <a:pt x="2580" y="1832"/>
                  </a:lnTo>
                  <a:lnTo>
                    <a:pt x="2103" y="1239"/>
                  </a:lnTo>
                  <a:cubicBezTo>
                    <a:pt x="2103" y="1187"/>
                    <a:pt x="2051" y="1136"/>
                    <a:pt x="2051" y="1071"/>
                  </a:cubicBezTo>
                  <a:cubicBezTo>
                    <a:pt x="2051" y="1071"/>
                    <a:pt x="2051" y="1020"/>
                    <a:pt x="2103" y="1020"/>
                  </a:cubicBezTo>
                  <a:lnTo>
                    <a:pt x="2374" y="272"/>
                  </a:lnTo>
                  <a:lnTo>
                    <a:pt x="1613" y="491"/>
                  </a:lnTo>
                  <a:lnTo>
                    <a:pt x="1406" y="491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2"/>
            <p:cNvSpPr/>
            <p:nvPr/>
          </p:nvSpPr>
          <p:spPr>
            <a:xfrm>
              <a:off x="4216175" y="4381800"/>
              <a:ext cx="78025" cy="76725"/>
            </a:xfrm>
            <a:custGeom>
              <a:avLst/>
              <a:gdLst/>
              <a:ahLst/>
              <a:cxnLst/>
              <a:rect l="l" t="t" r="r" b="b"/>
              <a:pathLst>
                <a:path w="3121" h="3069" extrusionOk="0">
                  <a:moveTo>
                    <a:pt x="1032" y="271"/>
                  </a:moveTo>
                  <a:lnTo>
                    <a:pt x="1676" y="761"/>
                  </a:lnTo>
                  <a:lnTo>
                    <a:pt x="1883" y="761"/>
                  </a:lnTo>
                  <a:lnTo>
                    <a:pt x="2644" y="542"/>
                  </a:lnTo>
                  <a:lnTo>
                    <a:pt x="2373" y="1290"/>
                  </a:lnTo>
                  <a:cubicBezTo>
                    <a:pt x="2321" y="1290"/>
                    <a:pt x="2321" y="1341"/>
                    <a:pt x="2321" y="1341"/>
                  </a:cubicBezTo>
                  <a:cubicBezTo>
                    <a:pt x="2321" y="1406"/>
                    <a:pt x="2373" y="1457"/>
                    <a:pt x="2373" y="1509"/>
                  </a:cubicBezTo>
                  <a:lnTo>
                    <a:pt x="2850" y="2102"/>
                  </a:lnTo>
                  <a:lnTo>
                    <a:pt x="2050" y="2102"/>
                  </a:lnTo>
                  <a:cubicBezTo>
                    <a:pt x="1999" y="2102"/>
                    <a:pt x="1883" y="2153"/>
                    <a:pt x="1831" y="2205"/>
                  </a:cubicBezTo>
                  <a:lnTo>
                    <a:pt x="1406" y="2798"/>
                  </a:lnTo>
                  <a:lnTo>
                    <a:pt x="1186" y="2050"/>
                  </a:lnTo>
                  <a:cubicBezTo>
                    <a:pt x="1135" y="1986"/>
                    <a:pt x="1083" y="1934"/>
                    <a:pt x="1032" y="1883"/>
                  </a:cubicBezTo>
                  <a:lnTo>
                    <a:pt x="271" y="1663"/>
                  </a:lnTo>
                  <a:lnTo>
                    <a:pt x="916" y="1238"/>
                  </a:lnTo>
                  <a:cubicBezTo>
                    <a:pt x="1032" y="1186"/>
                    <a:pt x="1032" y="1135"/>
                    <a:pt x="1032" y="1019"/>
                  </a:cubicBezTo>
                  <a:lnTo>
                    <a:pt x="1032" y="271"/>
                  </a:lnTo>
                  <a:close/>
                  <a:moveTo>
                    <a:pt x="1032" y="0"/>
                  </a:moveTo>
                  <a:cubicBezTo>
                    <a:pt x="967" y="0"/>
                    <a:pt x="916" y="0"/>
                    <a:pt x="864" y="52"/>
                  </a:cubicBezTo>
                  <a:cubicBezTo>
                    <a:pt x="813" y="52"/>
                    <a:pt x="813" y="116"/>
                    <a:pt x="813" y="219"/>
                  </a:cubicBezTo>
                  <a:lnTo>
                    <a:pt x="813" y="1019"/>
                  </a:lnTo>
                  <a:lnTo>
                    <a:pt x="116" y="1457"/>
                  </a:lnTo>
                  <a:cubicBezTo>
                    <a:pt x="65" y="1509"/>
                    <a:pt x="0" y="1612"/>
                    <a:pt x="0" y="1663"/>
                  </a:cubicBezTo>
                  <a:cubicBezTo>
                    <a:pt x="0" y="1728"/>
                    <a:pt x="0" y="1728"/>
                    <a:pt x="65" y="1780"/>
                  </a:cubicBezTo>
                  <a:cubicBezTo>
                    <a:pt x="65" y="1831"/>
                    <a:pt x="116" y="1831"/>
                    <a:pt x="168" y="1883"/>
                  </a:cubicBezTo>
                  <a:lnTo>
                    <a:pt x="916" y="2153"/>
                  </a:lnTo>
                  <a:lnTo>
                    <a:pt x="1186" y="2901"/>
                  </a:lnTo>
                  <a:cubicBezTo>
                    <a:pt x="1186" y="2953"/>
                    <a:pt x="1186" y="3017"/>
                    <a:pt x="1238" y="3069"/>
                  </a:cubicBezTo>
                  <a:lnTo>
                    <a:pt x="1406" y="3069"/>
                  </a:lnTo>
                  <a:cubicBezTo>
                    <a:pt x="1457" y="3069"/>
                    <a:pt x="1509" y="3069"/>
                    <a:pt x="1560" y="3017"/>
                  </a:cubicBezTo>
                  <a:lnTo>
                    <a:pt x="2050" y="2308"/>
                  </a:lnTo>
                  <a:lnTo>
                    <a:pt x="2850" y="2373"/>
                  </a:lnTo>
                  <a:cubicBezTo>
                    <a:pt x="2966" y="2373"/>
                    <a:pt x="3018" y="2373"/>
                    <a:pt x="3018" y="2308"/>
                  </a:cubicBezTo>
                  <a:cubicBezTo>
                    <a:pt x="3069" y="2257"/>
                    <a:pt x="3121" y="2205"/>
                    <a:pt x="3121" y="2153"/>
                  </a:cubicBezTo>
                  <a:cubicBezTo>
                    <a:pt x="3121" y="2102"/>
                    <a:pt x="3069" y="2050"/>
                    <a:pt x="3069" y="1986"/>
                  </a:cubicBezTo>
                  <a:lnTo>
                    <a:pt x="2579" y="1341"/>
                  </a:lnTo>
                  <a:lnTo>
                    <a:pt x="2850" y="593"/>
                  </a:lnTo>
                  <a:cubicBezTo>
                    <a:pt x="2850" y="542"/>
                    <a:pt x="2901" y="542"/>
                    <a:pt x="2901" y="490"/>
                  </a:cubicBezTo>
                  <a:cubicBezTo>
                    <a:pt x="2901" y="374"/>
                    <a:pt x="2798" y="271"/>
                    <a:pt x="2644" y="271"/>
                  </a:cubicBezTo>
                  <a:lnTo>
                    <a:pt x="2579" y="271"/>
                  </a:lnTo>
                  <a:lnTo>
                    <a:pt x="1831" y="542"/>
                  </a:lnTo>
                  <a:lnTo>
                    <a:pt x="1186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2"/>
            <p:cNvSpPr/>
            <p:nvPr/>
          </p:nvSpPr>
          <p:spPr>
            <a:xfrm>
              <a:off x="3208775" y="4352450"/>
              <a:ext cx="117050" cy="116725"/>
            </a:xfrm>
            <a:custGeom>
              <a:avLst/>
              <a:gdLst/>
              <a:ahLst/>
              <a:cxnLst/>
              <a:rect l="l" t="t" r="r" b="b"/>
              <a:pathLst>
                <a:path w="4682" h="4669" extrusionOk="0">
                  <a:moveTo>
                    <a:pt x="2373" y="749"/>
                  </a:moveTo>
                  <a:cubicBezTo>
                    <a:pt x="3224" y="749"/>
                    <a:pt x="3985" y="1496"/>
                    <a:pt x="3985" y="2360"/>
                  </a:cubicBezTo>
                  <a:cubicBezTo>
                    <a:pt x="3985" y="3276"/>
                    <a:pt x="3224" y="3972"/>
                    <a:pt x="2373" y="3972"/>
                  </a:cubicBezTo>
                  <a:cubicBezTo>
                    <a:pt x="1509" y="3972"/>
                    <a:pt x="761" y="3276"/>
                    <a:pt x="761" y="2360"/>
                  </a:cubicBezTo>
                  <a:cubicBezTo>
                    <a:pt x="761" y="1496"/>
                    <a:pt x="1509" y="749"/>
                    <a:pt x="2373" y="749"/>
                  </a:cubicBezTo>
                  <a:close/>
                  <a:moveTo>
                    <a:pt x="2206" y="1"/>
                  </a:moveTo>
                  <a:lnTo>
                    <a:pt x="1458" y="155"/>
                  </a:lnTo>
                  <a:lnTo>
                    <a:pt x="1509" y="426"/>
                  </a:lnTo>
                  <a:cubicBezTo>
                    <a:pt x="1509" y="529"/>
                    <a:pt x="1509" y="581"/>
                    <a:pt x="1458" y="581"/>
                  </a:cubicBezTo>
                  <a:cubicBezTo>
                    <a:pt x="1290" y="697"/>
                    <a:pt x="1084" y="800"/>
                    <a:pt x="968" y="968"/>
                  </a:cubicBezTo>
                  <a:cubicBezTo>
                    <a:pt x="942" y="994"/>
                    <a:pt x="916" y="1006"/>
                    <a:pt x="890" y="1006"/>
                  </a:cubicBezTo>
                  <a:cubicBezTo>
                    <a:pt x="865" y="1006"/>
                    <a:pt x="839" y="994"/>
                    <a:pt x="813" y="968"/>
                  </a:cubicBezTo>
                  <a:lnTo>
                    <a:pt x="542" y="852"/>
                  </a:lnTo>
                  <a:lnTo>
                    <a:pt x="168" y="1496"/>
                  </a:lnTo>
                  <a:lnTo>
                    <a:pt x="387" y="1664"/>
                  </a:lnTo>
                  <a:cubicBezTo>
                    <a:pt x="439" y="1664"/>
                    <a:pt x="491" y="1767"/>
                    <a:pt x="439" y="1819"/>
                  </a:cubicBezTo>
                  <a:cubicBezTo>
                    <a:pt x="387" y="1986"/>
                    <a:pt x="387" y="2141"/>
                    <a:pt x="387" y="2360"/>
                  </a:cubicBezTo>
                  <a:cubicBezTo>
                    <a:pt x="387" y="2412"/>
                    <a:pt x="323" y="2464"/>
                    <a:pt x="271" y="2464"/>
                  </a:cubicBezTo>
                  <a:lnTo>
                    <a:pt x="1" y="2515"/>
                  </a:lnTo>
                  <a:lnTo>
                    <a:pt x="220" y="3276"/>
                  </a:lnTo>
                  <a:lnTo>
                    <a:pt x="439" y="3224"/>
                  </a:lnTo>
                  <a:cubicBezTo>
                    <a:pt x="491" y="3224"/>
                    <a:pt x="542" y="3224"/>
                    <a:pt x="594" y="3276"/>
                  </a:cubicBezTo>
                  <a:cubicBezTo>
                    <a:pt x="710" y="3482"/>
                    <a:pt x="813" y="3650"/>
                    <a:pt x="916" y="3753"/>
                  </a:cubicBezTo>
                  <a:cubicBezTo>
                    <a:pt x="968" y="3805"/>
                    <a:pt x="968" y="3869"/>
                    <a:pt x="968" y="3921"/>
                  </a:cubicBezTo>
                  <a:lnTo>
                    <a:pt x="865" y="4075"/>
                  </a:lnTo>
                  <a:lnTo>
                    <a:pt x="1509" y="4514"/>
                  </a:lnTo>
                  <a:lnTo>
                    <a:pt x="1612" y="4346"/>
                  </a:lnTo>
                  <a:cubicBezTo>
                    <a:pt x="1658" y="4310"/>
                    <a:pt x="1697" y="4273"/>
                    <a:pt x="1734" y="4273"/>
                  </a:cubicBezTo>
                  <a:cubicBezTo>
                    <a:pt x="1750" y="4273"/>
                    <a:pt x="1765" y="4279"/>
                    <a:pt x="1780" y="4295"/>
                  </a:cubicBezTo>
                  <a:cubicBezTo>
                    <a:pt x="1935" y="4346"/>
                    <a:pt x="2154" y="4346"/>
                    <a:pt x="2373" y="4346"/>
                  </a:cubicBezTo>
                  <a:cubicBezTo>
                    <a:pt x="2425" y="4346"/>
                    <a:pt x="2476" y="4398"/>
                    <a:pt x="2476" y="4449"/>
                  </a:cubicBezTo>
                  <a:lnTo>
                    <a:pt x="2528" y="4669"/>
                  </a:lnTo>
                  <a:lnTo>
                    <a:pt x="3289" y="4449"/>
                  </a:lnTo>
                  <a:lnTo>
                    <a:pt x="3224" y="4295"/>
                  </a:lnTo>
                  <a:cubicBezTo>
                    <a:pt x="3224" y="4243"/>
                    <a:pt x="3224" y="4191"/>
                    <a:pt x="3289" y="4127"/>
                  </a:cubicBezTo>
                  <a:cubicBezTo>
                    <a:pt x="3495" y="4024"/>
                    <a:pt x="3714" y="3869"/>
                    <a:pt x="3869" y="3701"/>
                  </a:cubicBezTo>
                  <a:cubicBezTo>
                    <a:pt x="3869" y="3676"/>
                    <a:pt x="3885" y="3663"/>
                    <a:pt x="3908" y="3663"/>
                  </a:cubicBezTo>
                  <a:cubicBezTo>
                    <a:pt x="3930" y="3663"/>
                    <a:pt x="3959" y="3676"/>
                    <a:pt x="3985" y="3701"/>
                  </a:cubicBezTo>
                  <a:lnTo>
                    <a:pt x="4191" y="3805"/>
                  </a:lnTo>
                  <a:lnTo>
                    <a:pt x="4578" y="3108"/>
                  </a:lnTo>
                  <a:lnTo>
                    <a:pt x="4359" y="3005"/>
                  </a:lnTo>
                  <a:cubicBezTo>
                    <a:pt x="4307" y="2954"/>
                    <a:pt x="4307" y="2902"/>
                    <a:pt x="4307" y="2837"/>
                  </a:cubicBezTo>
                  <a:cubicBezTo>
                    <a:pt x="4359" y="2683"/>
                    <a:pt x="4359" y="2515"/>
                    <a:pt x="4359" y="2360"/>
                  </a:cubicBezTo>
                  <a:lnTo>
                    <a:pt x="4359" y="2309"/>
                  </a:lnTo>
                  <a:cubicBezTo>
                    <a:pt x="4359" y="2257"/>
                    <a:pt x="4411" y="2193"/>
                    <a:pt x="4462" y="2141"/>
                  </a:cubicBezTo>
                  <a:lnTo>
                    <a:pt x="4681" y="2090"/>
                  </a:lnTo>
                  <a:lnTo>
                    <a:pt x="4514" y="1342"/>
                  </a:lnTo>
                  <a:lnTo>
                    <a:pt x="4256" y="1393"/>
                  </a:lnTo>
                  <a:cubicBezTo>
                    <a:pt x="4237" y="1408"/>
                    <a:pt x="4219" y="1415"/>
                    <a:pt x="4202" y="1415"/>
                  </a:cubicBezTo>
                  <a:cubicBezTo>
                    <a:pt x="4161" y="1415"/>
                    <a:pt x="4125" y="1378"/>
                    <a:pt x="4088" y="1342"/>
                  </a:cubicBezTo>
                  <a:cubicBezTo>
                    <a:pt x="3985" y="1174"/>
                    <a:pt x="3869" y="1071"/>
                    <a:pt x="3766" y="903"/>
                  </a:cubicBezTo>
                  <a:cubicBezTo>
                    <a:pt x="3714" y="903"/>
                    <a:pt x="3714" y="852"/>
                    <a:pt x="3766" y="800"/>
                  </a:cubicBezTo>
                  <a:lnTo>
                    <a:pt x="3869" y="529"/>
                  </a:lnTo>
                  <a:lnTo>
                    <a:pt x="3224" y="104"/>
                  </a:lnTo>
                  <a:lnTo>
                    <a:pt x="3070" y="375"/>
                  </a:lnTo>
                  <a:cubicBezTo>
                    <a:pt x="3033" y="411"/>
                    <a:pt x="2997" y="448"/>
                    <a:pt x="2956" y="448"/>
                  </a:cubicBezTo>
                  <a:cubicBezTo>
                    <a:pt x="2939" y="448"/>
                    <a:pt x="2921" y="441"/>
                    <a:pt x="2902" y="426"/>
                  </a:cubicBezTo>
                  <a:cubicBezTo>
                    <a:pt x="2747" y="426"/>
                    <a:pt x="2580" y="375"/>
                    <a:pt x="2425" y="375"/>
                  </a:cubicBezTo>
                  <a:cubicBezTo>
                    <a:pt x="2373" y="375"/>
                    <a:pt x="2322" y="323"/>
                    <a:pt x="2257" y="259"/>
                  </a:cubicBezTo>
                  <a:lnTo>
                    <a:pt x="2206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2"/>
            <p:cNvSpPr/>
            <p:nvPr/>
          </p:nvSpPr>
          <p:spPr>
            <a:xfrm>
              <a:off x="3202325" y="4345150"/>
              <a:ext cx="131550" cy="130800"/>
            </a:xfrm>
            <a:custGeom>
              <a:avLst/>
              <a:gdLst/>
              <a:ahLst/>
              <a:cxnLst/>
              <a:rect l="l" t="t" r="r" b="b"/>
              <a:pathLst>
                <a:path w="5262" h="5232" extrusionOk="0">
                  <a:moveTo>
                    <a:pt x="2464" y="293"/>
                  </a:moveTo>
                  <a:lnTo>
                    <a:pt x="2515" y="551"/>
                  </a:lnTo>
                  <a:cubicBezTo>
                    <a:pt x="2580" y="615"/>
                    <a:pt x="2631" y="667"/>
                    <a:pt x="2683" y="667"/>
                  </a:cubicBezTo>
                  <a:cubicBezTo>
                    <a:pt x="2838" y="667"/>
                    <a:pt x="3005" y="718"/>
                    <a:pt x="3160" y="718"/>
                  </a:cubicBezTo>
                  <a:cubicBezTo>
                    <a:pt x="3179" y="733"/>
                    <a:pt x="3197" y="740"/>
                    <a:pt x="3214" y="740"/>
                  </a:cubicBezTo>
                  <a:cubicBezTo>
                    <a:pt x="3255" y="740"/>
                    <a:pt x="3291" y="703"/>
                    <a:pt x="3328" y="667"/>
                  </a:cubicBezTo>
                  <a:lnTo>
                    <a:pt x="3482" y="396"/>
                  </a:lnTo>
                  <a:lnTo>
                    <a:pt x="4127" y="821"/>
                  </a:lnTo>
                  <a:lnTo>
                    <a:pt x="4024" y="1092"/>
                  </a:lnTo>
                  <a:cubicBezTo>
                    <a:pt x="3972" y="1144"/>
                    <a:pt x="3972" y="1195"/>
                    <a:pt x="4024" y="1195"/>
                  </a:cubicBezTo>
                  <a:cubicBezTo>
                    <a:pt x="4127" y="1363"/>
                    <a:pt x="4243" y="1466"/>
                    <a:pt x="4346" y="1634"/>
                  </a:cubicBezTo>
                  <a:cubicBezTo>
                    <a:pt x="4383" y="1670"/>
                    <a:pt x="4419" y="1707"/>
                    <a:pt x="4460" y="1707"/>
                  </a:cubicBezTo>
                  <a:cubicBezTo>
                    <a:pt x="4477" y="1707"/>
                    <a:pt x="4495" y="1700"/>
                    <a:pt x="4514" y="1685"/>
                  </a:cubicBezTo>
                  <a:lnTo>
                    <a:pt x="4772" y="1634"/>
                  </a:lnTo>
                  <a:lnTo>
                    <a:pt x="4939" y="2382"/>
                  </a:lnTo>
                  <a:lnTo>
                    <a:pt x="4720" y="2433"/>
                  </a:lnTo>
                  <a:cubicBezTo>
                    <a:pt x="4669" y="2485"/>
                    <a:pt x="4617" y="2549"/>
                    <a:pt x="4617" y="2601"/>
                  </a:cubicBezTo>
                  <a:lnTo>
                    <a:pt x="4617" y="2652"/>
                  </a:lnTo>
                  <a:cubicBezTo>
                    <a:pt x="4617" y="2807"/>
                    <a:pt x="4617" y="2975"/>
                    <a:pt x="4565" y="3129"/>
                  </a:cubicBezTo>
                  <a:cubicBezTo>
                    <a:pt x="4565" y="3194"/>
                    <a:pt x="4565" y="3246"/>
                    <a:pt x="4617" y="3297"/>
                  </a:cubicBezTo>
                  <a:lnTo>
                    <a:pt x="4836" y="3400"/>
                  </a:lnTo>
                  <a:lnTo>
                    <a:pt x="4449" y="4097"/>
                  </a:lnTo>
                  <a:lnTo>
                    <a:pt x="4243" y="3993"/>
                  </a:lnTo>
                  <a:cubicBezTo>
                    <a:pt x="4217" y="3968"/>
                    <a:pt x="4188" y="3955"/>
                    <a:pt x="4166" y="3955"/>
                  </a:cubicBezTo>
                  <a:cubicBezTo>
                    <a:pt x="4143" y="3955"/>
                    <a:pt x="4127" y="3968"/>
                    <a:pt x="4127" y="3993"/>
                  </a:cubicBezTo>
                  <a:cubicBezTo>
                    <a:pt x="3972" y="4161"/>
                    <a:pt x="3753" y="4316"/>
                    <a:pt x="3547" y="4419"/>
                  </a:cubicBezTo>
                  <a:cubicBezTo>
                    <a:pt x="3482" y="4483"/>
                    <a:pt x="3482" y="4535"/>
                    <a:pt x="3482" y="4587"/>
                  </a:cubicBezTo>
                  <a:lnTo>
                    <a:pt x="3547" y="4741"/>
                  </a:lnTo>
                  <a:lnTo>
                    <a:pt x="2786" y="4961"/>
                  </a:lnTo>
                  <a:lnTo>
                    <a:pt x="2734" y="4741"/>
                  </a:lnTo>
                  <a:cubicBezTo>
                    <a:pt x="2734" y="4690"/>
                    <a:pt x="2683" y="4638"/>
                    <a:pt x="2631" y="4638"/>
                  </a:cubicBezTo>
                  <a:cubicBezTo>
                    <a:pt x="2412" y="4638"/>
                    <a:pt x="2193" y="4638"/>
                    <a:pt x="2038" y="4587"/>
                  </a:cubicBezTo>
                  <a:cubicBezTo>
                    <a:pt x="2023" y="4571"/>
                    <a:pt x="2008" y="4565"/>
                    <a:pt x="1992" y="4565"/>
                  </a:cubicBezTo>
                  <a:cubicBezTo>
                    <a:pt x="1955" y="4565"/>
                    <a:pt x="1916" y="4602"/>
                    <a:pt x="1870" y="4638"/>
                  </a:cubicBezTo>
                  <a:lnTo>
                    <a:pt x="1767" y="4806"/>
                  </a:lnTo>
                  <a:lnTo>
                    <a:pt x="1123" y="4367"/>
                  </a:lnTo>
                  <a:lnTo>
                    <a:pt x="1226" y="4213"/>
                  </a:lnTo>
                  <a:cubicBezTo>
                    <a:pt x="1226" y="4161"/>
                    <a:pt x="1226" y="4097"/>
                    <a:pt x="1174" y="4045"/>
                  </a:cubicBezTo>
                  <a:cubicBezTo>
                    <a:pt x="1071" y="3942"/>
                    <a:pt x="968" y="3774"/>
                    <a:pt x="852" y="3568"/>
                  </a:cubicBezTo>
                  <a:cubicBezTo>
                    <a:pt x="800" y="3516"/>
                    <a:pt x="749" y="3516"/>
                    <a:pt x="697" y="3516"/>
                  </a:cubicBezTo>
                  <a:lnTo>
                    <a:pt x="478" y="3568"/>
                  </a:lnTo>
                  <a:lnTo>
                    <a:pt x="259" y="2807"/>
                  </a:lnTo>
                  <a:lnTo>
                    <a:pt x="529" y="2756"/>
                  </a:lnTo>
                  <a:cubicBezTo>
                    <a:pt x="581" y="2756"/>
                    <a:pt x="645" y="2704"/>
                    <a:pt x="645" y="2652"/>
                  </a:cubicBezTo>
                  <a:cubicBezTo>
                    <a:pt x="645" y="2433"/>
                    <a:pt x="645" y="2278"/>
                    <a:pt x="697" y="2111"/>
                  </a:cubicBezTo>
                  <a:cubicBezTo>
                    <a:pt x="749" y="2059"/>
                    <a:pt x="697" y="1956"/>
                    <a:pt x="645" y="1956"/>
                  </a:cubicBezTo>
                  <a:lnTo>
                    <a:pt x="426" y="1788"/>
                  </a:lnTo>
                  <a:lnTo>
                    <a:pt x="800" y="1144"/>
                  </a:lnTo>
                  <a:lnTo>
                    <a:pt x="1071" y="1260"/>
                  </a:lnTo>
                  <a:cubicBezTo>
                    <a:pt x="1097" y="1286"/>
                    <a:pt x="1123" y="1298"/>
                    <a:pt x="1148" y="1298"/>
                  </a:cubicBezTo>
                  <a:cubicBezTo>
                    <a:pt x="1174" y="1298"/>
                    <a:pt x="1200" y="1286"/>
                    <a:pt x="1226" y="1260"/>
                  </a:cubicBezTo>
                  <a:cubicBezTo>
                    <a:pt x="1342" y="1092"/>
                    <a:pt x="1548" y="989"/>
                    <a:pt x="1716" y="873"/>
                  </a:cubicBezTo>
                  <a:cubicBezTo>
                    <a:pt x="1767" y="873"/>
                    <a:pt x="1767" y="821"/>
                    <a:pt x="1767" y="718"/>
                  </a:cubicBezTo>
                  <a:lnTo>
                    <a:pt x="1716" y="447"/>
                  </a:lnTo>
                  <a:lnTo>
                    <a:pt x="2464" y="293"/>
                  </a:lnTo>
                  <a:close/>
                  <a:moveTo>
                    <a:pt x="2601" y="1"/>
                  </a:moveTo>
                  <a:cubicBezTo>
                    <a:pt x="2578" y="1"/>
                    <a:pt x="2549" y="7"/>
                    <a:pt x="2515" y="22"/>
                  </a:cubicBezTo>
                  <a:lnTo>
                    <a:pt x="1548" y="228"/>
                  </a:lnTo>
                  <a:cubicBezTo>
                    <a:pt x="1496" y="228"/>
                    <a:pt x="1496" y="293"/>
                    <a:pt x="1445" y="293"/>
                  </a:cubicBezTo>
                  <a:lnTo>
                    <a:pt x="1445" y="396"/>
                  </a:lnTo>
                  <a:lnTo>
                    <a:pt x="1496" y="718"/>
                  </a:lnTo>
                  <a:cubicBezTo>
                    <a:pt x="1393" y="770"/>
                    <a:pt x="1226" y="873"/>
                    <a:pt x="1123" y="1041"/>
                  </a:cubicBezTo>
                  <a:lnTo>
                    <a:pt x="800" y="873"/>
                  </a:lnTo>
                  <a:cubicBezTo>
                    <a:pt x="800" y="821"/>
                    <a:pt x="749" y="821"/>
                    <a:pt x="697" y="821"/>
                  </a:cubicBezTo>
                  <a:cubicBezTo>
                    <a:pt x="697" y="873"/>
                    <a:pt x="645" y="873"/>
                    <a:pt x="645" y="873"/>
                  </a:cubicBezTo>
                  <a:lnTo>
                    <a:pt x="155" y="1788"/>
                  </a:lnTo>
                  <a:cubicBezTo>
                    <a:pt x="104" y="1840"/>
                    <a:pt x="104" y="1956"/>
                    <a:pt x="207" y="1956"/>
                  </a:cubicBezTo>
                  <a:lnTo>
                    <a:pt x="426" y="2111"/>
                  </a:lnTo>
                  <a:cubicBezTo>
                    <a:pt x="426" y="2278"/>
                    <a:pt x="375" y="2382"/>
                    <a:pt x="375" y="2549"/>
                  </a:cubicBezTo>
                  <a:lnTo>
                    <a:pt x="104" y="2601"/>
                  </a:lnTo>
                  <a:cubicBezTo>
                    <a:pt x="52" y="2652"/>
                    <a:pt x="1" y="2704"/>
                    <a:pt x="1" y="2756"/>
                  </a:cubicBezTo>
                  <a:lnTo>
                    <a:pt x="259" y="3774"/>
                  </a:lnTo>
                  <a:cubicBezTo>
                    <a:pt x="305" y="3820"/>
                    <a:pt x="344" y="3860"/>
                    <a:pt x="382" y="3860"/>
                  </a:cubicBezTo>
                  <a:cubicBezTo>
                    <a:pt x="397" y="3860"/>
                    <a:pt x="411" y="3853"/>
                    <a:pt x="426" y="3839"/>
                  </a:cubicBezTo>
                  <a:lnTo>
                    <a:pt x="697" y="3774"/>
                  </a:lnTo>
                  <a:cubicBezTo>
                    <a:pt x="749" y="3942"/>
                    <a:pt x="852" y="4045"/>
                    <a:pt x="968" y="4161"/>
                  </a:cubicBezTo>
                  <a:lnTo>
                    <a:pt x="800" y="4367"/>
                  </a:lnTo>
                  <a:lnTo>
                    <a:pt x="800" y="4483"/>
                  </a:lnTo>
                  <a:lnTo>
                    <a:pt x="852" y="4535"/>
                  </a:lnTo>
                  <a:lnTo>
                    <a:pt x="1767" y="5064"/>
                  </a:lnTo>
                  <a:lnTo>
                    <a:pt x="1819" y="5064"/>
                  </a:lnTo>
                  <a:cubicBezTo>
                    <a:pt x="1870" y="5064"/>
                    <a:pt x="1935" y="5064"/>
                    <a:pt x="1935" y="5012"/>
                  </a:cubicBezTo>
                  <a:lnTo>
                    <a:pt x="2038" y="4857"/>
                  </a:lnTo>
                  <a:cubicBezTo>
                    <a:pt x="2193" y="4857"/>
                    <a:pt x="2360" y="4909"/>
                    <a:pt x="2515" y="4909"/>
                  </a:cubicBezTo>
                  <a:lnTo>
                    <a:pt x="2580" y="5128"/>
                  </a:lnTo>
                  <a:cubicBezTo>
                    <a:pt x="2580" y="5180"/>
                    <a:pt x="2580" y="5180"/>
                    <a:pt x="2631" y="5180"/>
                  </a:cubicBezTo>
                  <a:cubicBezTo>
                    <a:pt x="2631" y="5231"/>
                    <a:pt x="2683" y="5231"/>
                    <a:pt x="2734" y="5231"/>
                  </a:cubicBezTo>
                  <a:lnTo>
                    <a:pt x="3701" y="4961"/>
                  </a:lnTo>
                  <a:cubicBezTo>
                    <a:pt x="3753" y="4961"/>
                    <a:pt x="3753" y="4961"/>
                    <a:pt x="3805" y="4909"/>
                  </a:cubicBezTo>
                  <a:lnTo>
                    <a:pt x="3805" y="4857"/>
                  </a:lnTo>
                  <a:lnTo>
                    <a:pt x="3753" y="4587"/>
                  </a:lnTo>
                  <a:cubicBezTo>
                    <a:pt x="3921" y="4483"/>
                    <a:pt x="4075" y="4367"/>
                    <a:pt x="4243" y="4213"/>
                  </a:cubicBezTo>
                  <a:lnTo>
                    <a:pt x="4449" y="4367"/>
                  </a:lnTo>
                  <a:lnTo>
                    <a:pt x="4514" y="4367"/>
                  </a:lnTo>
                  <a:cubicBezTo>
                    <a:pt x="4565" y="4367"/>
                    <a:pt x="4617" y="4316"/>
                    <a:pt x="4617" y="4316"/>
                  </a:cubicBezTo>
                  <a:lnTo>
                    <a:pt x="5094" y="3400"/>
                  </a:lnTo>
                  <a:cubicBezTo>
                    <a:pt x="5159" y="3400"/>
                    <a:pt x="5159" y="3349"/>
                    <a:pt x="5094" y="3297"/>
                  </a:cubicBezTo>
                  <a:cubicBezTo>
                    <a:pt x="5094" y="3297"/>
                    <a:pt x="5094" y="3246"/>
                    <a:pt x="5042" y="3246"/>
                  </a:cubicBezTo>
                  <a:lnTo>
                    <a:pt x="4836" y="3129"/>
                  </a:lnTo>
                  <a:cubicBezTo>
                    <a:pt x="4836" y="2975"/>
                    <a:pt x="4888" y="2807"/>
                    <a:pt x="4888" y="2652"/>
                  </a:cubicBezTo>
                  <a:lnTo>
                    <a:pt x="5159" y="2601"/>
                  </a:lnTo>
                  <a:cubicBezTo>
                    <a:pt x="5210" y="2601"/>
                    <a:pt x="5262" y="2485"/>
                    <a:pt x="5210" y="2433"/>
                  </a:cubicBezTo>
                  <a:lnTo>
                    <a:pt x="4991" y="1466"/>
                  </a:lnTo>
                  <a:cubicBezTo>
                    <a:pt x="4939" y="1363"/>
                    <a:pt x="4888" y="1363"/>
                    <a:pt x="4836" y="1363"/>
                  </a:cubicBezTo>
                  <a:lnTo>
                    <a:pt x="4514" y="1466"/>
                  </a:lnTo>
                  <a:cubicBezTo>
                    <a:pt x="4449" y="1311"/>
                    <a:pt x="4346" y="1195"/>
                    <a:pt x="4243" y="1144"/>
                  </a:cubicBezTo>
                  <a:lnTo>
                    <a:pt x="4398" y="821"/>
                  </a:lnTo>
                  <a:cubicBezTo>
                    <a:pt x="4449" y="770"/>
                    <a:pt x="4449" y="718"/>
                    <a:pt x="4398" y="667"/>
                  </a:cubicBezTo>
                  <a:lnTo>
                    <a:pt x="3482" y="125"/>
                  </a:lnTo>
                  <a:cubicBezTo>
                    <a:pt x="3431" y="125"/>
                    <a:pt x="3379" y="125"/>
                    <a:pt x="3328" y="177"/>
                  </a:cubicBezTo>
                  <a:lnTo>
                    <a:pt x="3160" y="499"/>
                  </a:lnTo>
                  <a:cubicBezTo>
                    <a:pt x="3005" y="447"/>
                    <a:pt x="2902" y="447"/>
                    <a:pt x="2786" y="396"/>
                  </a:cubicBezTo>
                  <a:lnTo>
                    <a:pt x="2683" y="73"/>
                  </a:lnTo>
                  <a:cubicBezTo>
                    <a:pt x="2683" y="37"/>
                    <a:pt x="2657" y="1"/>
                    <a:pt x="260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2"/>
            <p:cNvSpPr/>
            <p:nvPr/>
          </p:nvSpPr>
          <p:spPr>
            <a:xfrm>
              <a:off x="3227800" y="4371150"/>
              <a:ext cx="80625" cy="80625"/>
            </a:xfrm>
            <a:custGeom>
              <a:avLst/>
              <a:gdLst/>
              <a:ahLst/>
              <a:cxnLst/>
              <a:rect l="l" t="t" r="r" b="b"/>
              <a:pathLst>
                <a:path w="3225" h="3225" extrusionOk="0">
                  <a:moveTo>
                    <a:pt x="1612" y="271"/>
                  </a:moveTo>
                  <a:cubicBezTo>
                    <a:pt x="1986" y="271"/>
                    <a:pt x="2309" y="426"/>
                    <a:pt x="2579" y="645"/>
                  </a:cubicBezTo>
                  <a:cubicBezTo>
                    <a:pt x="2786" y="916"/>
                    <a:pt x="2953" y="1238"/>
                    <a:pt x="2953" y="1612"/>
                  </a:cubicBezTo>
                  <a:cubicBezTo>
                    <a:pt x="2953" y="1986"/>
                    <a:pt x="2786" y="2309"/>
                    <a:pt x="2579" y="2579"/>
                  </a:cubicBezTo>
                  <a:cubicBezTo>
                    <a:pt x="2309" y="2850"/>
                    <a:pt x="1986" y="2953"/>
                    <a:pt x="1612" y="2953"/>
                  </a:cubicBezTo>
                  <a:cubicBezTo>
                    <a:pt x="1238" y="2953"/>
                    <a:pt x="916" y="2850"/>
                    <a:pt x="645" y="2579"/>
                  </a:cubicBezTo>
                  <a:cubicBezTo>
                    <a:pt x="426" y="2309"/>
                    <a:pt x="271" y="1986"/>
                    <a:pt x="271" y="1612"/>
                  </a:cubicBezTo>
                  <a:cubicBezTo>
                    <a:pt x="271" y="1238"/>
                    <a:pt x="426" y="916"/>
                    <a:pt x="645" y="645"/>
                  </a:cubicBezTo>
                  <a:cubicBezTo>
                    <a:pt x="916" y="426"/>
                    <a:pt x="1238" y="271"/>
                    <a:pt x="1612" y="271"/>
                  </a:cubicBezTo>
                  <a:close/>
                  <a:moveTo>
                    <a:pt x="1612" y="1"/>
                  </a:moveTo>
                  <a:cubicBezTo>
                    <a:pt x="748" y="1"/>
                    <a:pt x="0" y="748"/>
                    <a:pt x="0" y="1612"/>
                  </a:cubicBezTo>
                  <a:cubicBezTo>
                    <a:pt x="0" y="2528"/>
                    <a:pt x="748" y="3224"/>
                    <a:pt x="1612" y="3224"/>
                  </a:cubicBezTo>
                  <a:cubicBezTo>
                    <a:pt x="2463" y="3224"/>
                    <a:pt x="3224" y="2528"/>
                    <a:pt x="3224" y="1612"/>
                  </a:cubicBezTo>
                  <a:cubicBezTo>
                    <a:pt x="3224" y="748"/>
                    <a:pt x="2463" y="1"/>
                    <a:pt x="1612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2"/>
            <p:cNvSpPr/>
            <p:nvPr/>
          </p:nvSpPr>
          <p:spPr>
            <a:xfrm>
              <a:off x="3344500" y="4534925"/>
              <a:ext cx="154425" cy="156025"/>
            </a:xfrm>
            <a:custGeom>
              <a:avLst/>
              <a:gdLst/>
              <a:ahLst/>
              <a:cxnLst/>
              <a:rect l="l" t="t" r="r" b="b"/>
              <a:pathLst>
                <a:path w="6177" h="6241" extrusionOk="0">
                  <a:moveTo>
                    <a:pt x="3069" y="1135"/>
                  </a:moveTo>
                  <a:cubicBezTo>
                    <a:pt x="4243" y="1135"/>
                    <a:pt x="5158" y="2050"/>
                    <a:pt x="5158" y="3172"/>
                  </a:cubicBezTo>
                  <a:cubicBezTo>
                    <a:pt x="5158" y="4307"/>
                    <a:pt x="4243" y="5209"/>
                    <a:pt x="3069" y="5209"/>
                  </a:cubicBezTo>
                  <a:cubicBezTo>
                    <a:pt x="1934" y="5209"/>
                    <a:pt x="1019" y="4307"/>
                    <a:pt x="1019" y="3172"/>
                  </a:cubicBezTo>
                  <a:cubicBezTo>
                    <a:pt x="1019" y="2050"/>
                    <a:pt x="1934" y="1135"/>
                    <a:pt x="3069" y="1135"/>
                  </a:cubicBezTo>
                  <a:close/>
                  <a:moveTo>
                    <a:pt x="2902" y="0"/>
                  </a:moveTo>
                  <a:lnTo>
                    <a:pt x="1831" y="219"/>
                  </a:lnTo>
                  <a:lnTo>
                    <a:pt x="1934" y="645"/>
                  </a:lnTo>
                  <a:cubicBezTo>
                    <a:pt x="1934" y="696"/>
                    <a:pt x="1934" y="761"/>
                    <a:pt x="1883" y="812"/>
                  </a:cubicBezTo>
                  <a:cubicBezTo>
                    <a:pt x="1612" y="916"/>
                    <a:pt x="1406" y="1135"/>
                    <a:pt x="1187" y="1289"/>
                  </a:cubicBezTo>
                  <a:cubicBezTo>
                    <a:pt x="1187" y="1341"/>
                    <a:pt x="1083" y="1341"/>
                    <a:pt x="1083" y="1341"/>
                  </a:cubicBezTo>
                  <a:lnTo>
                    <a:pt x="697" y="1135"/>
                  </a:lnTo>
                  <a:lnTo>
                    <a:pt x="168" y="2102"/>
                  </a:lnTo>
                  <a:lnTo>
                    <a:pt x="490" y="2257"/>
                  </a:lnTo>
                  <a:cubicBezTo>
                    <a:pt x="542" y="2308"/>
                    <a:pt x="542" y="2373"/>
                    <a:pt x="542" y="2424"/>
                  </a:cubicBezTo>
                  <a:cubicBezTo>
                    <a:pt x="490" y="2631"/>
                    <a:pt x="439" y="2901"/>
                    <a:pt x="439" y="3172"/>
                  </a:cubicBezTo>
                  <a:cubicBezTo>
                    <a:pt x="439" y="3224"/>
                    <a:pt x="374" y="3224"/>
                    <a:pt x="323" y="3275"/>
                  </a:cubicBezTo>
                  <a:lnTo>
                    <a:pt x="0" y="3391"/>
                  </a:lnTo>
                  <a:lnTo>
                    <a:pt x="271" y="4410"/>
                  </a:lnTo>
                  <a:lnTo>
                    <a:pt x="593" y="4358"/>
                  </a:lnTo>
                  <a:cubicBezTo>
                    <a:pt x="645" y="4358"/>
                    <a:pt x="697" y="4358"/>
                    <a:pt x="761" y="4410"/>
                  </a:cubicBezTo>
                  <a:cubicBezTo>
                    <a:pt x="864" y="4629"/>
                    <a:pt x="1019" y="4835"/>
                    <a:pt x="1187" y="5055"/>
                  </a:cubicBezTo>
                  <a:cubicBezTo>
                    <a:pt x="1238" y="5055"/>
                    <a:pt x="1238" y="5158"/>
                    <a:pt x="1187" y="5158"/>
                  </a:cubicBezTo>
                  <a:lnTo>
                    <a:pt x="1019" y="5480"/>
                  </a:lnTo>
                  <a:lnTo>
                    <a:pt x="1986" y="6022"/>
                  </a:lnTo>
                  <a:lnTo>
                    <a:pt x="2154" y="5751"/>
                  </a:lnTo>
                  <a:cubicBezTo>
                    <a:pt x="2154" y="5699"/>
                    <a:pt x="2205" y="5699"/>
                    <a:pt x="2257" y="5699"/>
                  </a:cubicBezTo>
                  <a:cubicBezTo>
                    <a:pt x="2528" y="5803"/>
                    <a:pt x="2798" y="5854"/>
                    <a:pt x="3069" y="5854"/>
                  </a:cubicBezTo>
                  <a:cubicBezTo>
                    <a:pt x="3121" y="5854"/>
                    <a:pt x="3172" y="5854"/>
                    <a:pt x="3172" y="5919"/>
                  </a:cubicBezTo>
                  <a:lnTo>
                    <a:pt x="3275" y="6241"/>
                  </a:lnTo>
                  <a:lnTo>
                    <a:pt x="4359" y="5970"/>
                  </a:lnTo>
                  <a:lnTo>
                    <a:pt x="4243" y="5648"/>
                  </a:lnTo>
                  <a:cubicBezTo>
                    <a:pt x="4243" y="5596"/>
                    <a:pt x="4307" y="5532"/>
                    <a:pt x="4359" y="5532"/>
                  </a:cubicBezTo>
                  <a:cubicBezTo>
                    <a:pt x="4629" y="5377"/>
                    <a:pt x="4836" y="5209"/>
                    <a:pt x="5055" y="4952"/>
                  </a:cubicBezTo>
                  <a:cubicBezTo>
                    <a:pt x="5081" y="4919"/>
                    <a:pt x="5106" y="4903"/>
                    <a:pt x="5132" y="4903"/>
                  </a:cubicBezTo>
                  <a:cubicBezTo>
                    <a:pt x="5158" y="4903"/>
                    <a:pt x="5184" y="4919"/>
                    <a:pt x="5210" y="4952"/>
                  </a:cubicBezTo>
                  <a:lnTo>
                    <a:pt x="5480" y="5106"/>
                  </a:lnTo>
                  <a:lnTo>
                    <a:pt x="6022" y="4139"/>
                  </a:lnTo>
                  <a:lnTo>
                    <a:pt x="5751" y="3984"/>
                  </a:lnTo>
                  <a:cubicBezTo>
                    <a:pt x="5700" y="3920"/>
                    <a:pt x="5648" y="3868"/>
                    <a:pt x="5700" y="3817"/>
                  </a:cubicBezTo>
                  <a:cubicBezTo>
                    <a:pt x="5700" y="3598"/>
                    <a:pt x="5751" y="3391"/>
                    <a:pt x="5751" y="3172"/>
                  </a:cubicBezTo>
                  <a:lnTo>
                    <a:pt x="5751" y="3069"/>
                  </a:lnTo>
                  <a:cubicBezTo>
                    <a:pt x="5751" y="3017"/>
                    <a:pt x="5803" y="2953"/>
                    <a:pt x="5854" y="2953"/>
                  </a:cubicBezTo>
                  <a:lnTo>
                    <a:pt x="6177" y="2850"/>
                  </a:lnTo>
                  <a:lnTo>
                    <a:pt x="5919" y="1779"/>
                  </a:lnTo>
                  <a:lnTo>
                    <a:pt x="5532" y="1883"/>
                  </a:lnTo>
                  <a:cubicBezTo>
                    <a:pt x="5480" y="1883"/>
                    <a:pt x="5429" y="1883"/>
                    <a:pt x="5377" y="1831"/>
                  </a:cubicBezTo>
                  <a:cubicBezTo>
                    <a:pt x="5274" y="1612"/>
                    <a:pt x="5106" y="1457"/>
                    <a:pt x="4952" y="1289"/>
                  </a:cubicBezTo>
                  <a:cubicBezTo>
                    <a:pt x="4887" y="1238"/>
                    <a:pt x="4887" y="1186"/>
                    <a:pt x="4952" y="1135"/>
                  </a:cubicBezTo>
                  <a:lnTo>
                    <a:pt x="5158" y="761"/>
                  </a:lnTo>
                  <a:lnTo>
                    <a:pt x="4191" y="168"/>
                  </a:lnTo>
                  <a:lnTo>
                    <a:pt x="3985" y="542"/>
                  </a:lnTo>
                  <a:cubicBezTo>
                    <a:pt x="3939" y="578"/>
                    <a:pt x="3900" y="615"/>
                    <a:pt x="3863" y="615"/>
                  </a:cubicBezTo>
                  <a:cubicBezTo>
                    <a:pt x="3847" y="615"/>
                    <a:pt x="3832" y="608"/>
                    <a:pt x="3817" y="593"/>
                  </a:cubicBezTo>
                  <a:cubicBezTo>
                    <a:pt x="3598" y="542"/>
                    <a:pt x="3392" y="542"/>
                    <a:pt x="3121" y="542"/>
                  </a:cubicBezTo>
                  <a:cubicBezTo>
                    <a:pt x="3069" y="542"/>
                    <a:pt x="3018" y="490"/>
                    <a:pt x="3018" y="438"/>
                  </a:cubicBezTo>
                  <a:lnTo>
                    <a:pt x="2902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2"/>
            <p:cNvSpPr/>
            <p:nvPr/>
          </p:nvSpPr>
          <p:spPr>
            <a:xfrm>
              <a:off x="3336425" y="4528150"/>
              <a:ext cx="170575" cy="169250"/>
            </a:xfrm>
            <a:custGeom>
              <a:avLst/>
              <a:gdLst/>
              <a:ahLst/>
              <a:cxnLst/>
              <a:rect l="l" t="t" r="r" b="b"/>
              <a:pathLst>
                <a:path w="6823" h="6770" extrusionOk="0">
                  <a:moveTo>
                    <a:pt x="3225" y="271"/>
                  </a:moveTo>
                  <a:lnTo>
                    <a:pt x="3341" y="709"/>
                  </a:lnTo>
                  <a:cubicBezTo>
                    <a:pt x="3341" y="761"/>
                    <a:pt x="3392" y="813"/>
                    <a:pt x="3444" y="813"/>
                  </a:cubicBezTo>
                  <a:cubicBezTo>
                    <a:pt x="3715" y="813"/>
                    <a:pt x="3921" y="813"/>
                    <a:pt x="4140" y="864"/>
                  </a:cubicBezTo>
                  <a:cubicBezTo>
                    <a:pt x="4155" y="879"/>
                    <a:pt x="4170" y="886"/>
                    <a:pt x="4186" y="886"/>
                  </a:cubicBezTo>
                  <a:cubicBezTo>
                    <a:pt x="4223" y="886"/>
                    <a:pt x="4262" y="849"/>
                    <a:pt x="4308" y="813"/>
                  </a:cubicBezTo>
                  <a:lnTo>
                    <a:pt x="4514" y="439"/>
                  </a:lnTo>
                  <a:lnTo>
                    <a:pt x="5481" y="1032"/>
                  </a:lnTo>
                  <a:lnTo>
                    <a:pt x="5275" y="1406"/>
                  </a:lnTo>
                  <a:cubicBezTo>
                    <a:pt x="5210" y="1457"/>
                    <a:pt x="5210" y="1509"/>
                    <a:pt x="5275" y="1560"/>
                  </a:cubicBezTo>
                  <a:cubicBezTo>
                    <a:pt x="5429" y="1728"/>
                    <a:pt x="5597" y="1883"/>
                    <a:pt x="5700" y="2102"/>
                  </a:cubicBezTo>
                  <a:cubicBezTo>
                    <a:pt x="5752" y="2154"/>
                    <a:pt x="5803" y="2154"/>
                    <a:pt x="5855" y="2154"/>
                  </a:cubicBezTo>
                  <a:lnTo>
                    <a:pt x="6242" y="2050"/>
                  </a:lnTo>
                  <a:lnTo>
                    <a:pt x="6500" y="3121"/>
                  </a:lnTo>
                  <a:lnTo>
                    <a:pt x="6177" y="3224"/>
                  </a:lnTo>
                  <a:cubicBezTo>
                    <a:pt x="6126" y="3224"/>
                    <a:pt x="6074" y="3288"/>
                    <a:pt x="6074" y="3340"/>
                  </a:cubicBezTo>
                  <a:lnTo>
                    <a:pt x="6074" y="3443"/>
                  </a:lnTo>
                  <a:cubicBezTo>
                    <a:pt x="6074" y="3662"/>
                    <a:pt x="6023" y="3869"/>
                    <a:pt x="6023" y="4088"/>
                  </a:cubicBezTo>
                  <a:cubicBezTo>
                    <a:pt x="5971" y="4139"/>
                    <a:pt x="6023" y="4191"/>
                    <a:pt x="6074" y="4255"/>
                  </a:cubicBezTo>
                  <a:lnTo>
                    <a:pt x="6345" y="4410"/>
                  </a:lnTo>
                  <a:lnTo>
                    <a:pt x="5803" y="5377"/>
                  </a:lnTo>
                  <a:lnTo>
                    <a:pt x="5533" y="5223"/>
                  </a:lnTo>
                  <a:cubicBezTo>
                    <a:pt x="5507" y="5190"/>
                    <a:pt x="5481" y="5174"/>
                    <a:pt x="5455" y="5174"/>
                  </a:cubicBezTo>
                  <a:cubicBezTo>
                    <a:pt x="5429" y="5174"/>
                    <a:pt x="5404" y="5190"/>
                    <a:pt x="5378" y="5223"/>
                  </a:cubicBezTo>
                  <a:cubicBezTo>
                    <a:pt x="5159" y="5480"/>
                    <a:pt x="4952" y="5648"/>
                    <a:pt x="4682" y="5803"/>
                  </a:cubicBezTo>
                  <a:cubicBezTo>
                    <a:pt x="4630" y="5803"/>
                    <a:pt x="4566" y="5867"/>
                    <a:pt x="4566" y="5919"/>
                  </a:cubicBezTo>
                  <a:lnTo>
                    <a:pt x="4682" y="6241"/>
                  </a:lnTo>
                  <a:lnTo>
                    <a:pt x="3598" y="6512"/>
                  </a:lnTo>
                  <a:lnTo>
                    <a:pt x="3495" y="6190"/>
                  </a:lnTo>
                  <a:cubicBezTo>
                    <a:pt x="3495" y="6125"/>
                    <a:pt x="3444" y="6125"/>
                    <a:pt x="3392" y="6125"/>
                  </a:cubicBezTo>
                  <a:cubicBezTo>
                    <a:pt x="3121" y="6125"/>
                    <a:pt x="2851" y="6074"/>
                    <a:pt x="2580" y="5970"/>
                  </a:cubicBezTo>
                  <a:cubicBezTo>
                    <a:pt x="2528" y="5970"/>
                    <a:pt x="2477" y="5970"/>
                    <a:pt x="2477" y="6022"/>
                  </a:cubicBezTo>
                  <a:lnTo>
                    <a:pt x="2309" y="6293"/>
                  </a:lnTo>
                  <a:lnTo>
                    <a:pt x="1342" y="5751"/>
                  </a:lnTo>
                  <a:lnTo>
                    <a:pt x="1510" y="5429"/>
                  </a:lnTo>
                  <a:cubicBezTo>
                    <a:pt x="1561" y="5429"/>
                    <a:pt x="1561" y="5326"/>
                    <a:pt x="1510" y="5326"/>
                  </a:cubicBezTo>
                  <a:cubicBezTo>
                    <a:pt x="1342" y="5106"/>
                    <a:pt x="1187" y="4900"/>
                    <a:pt x="1084" y="4681"/>
                  </a:cubicBezTo>
                  <a:cubicBezTo>
                    <a:pt x="1020" y="4629"/>
                    <a:pt x="968" y="4629"/>
                    <a:pt x="916" y="4629"/>
                  </a:cubicBezTo>
                  <a:lnTo>
                    <a:pt x="594" y="4681"/>
                  </a:lnTo>
                  <a:lnTo>
                    <a:pt x="323" y="3662"/>
                  </a:lnTo>
                  <a:lnTo>
                    <a:pt x="646" y="3546"/>
                  </a:lnTo>
                  <a:cubicBezTo>
                    <a:pt x="697" y="3495"/>
                    <a:pt x="762" y="3495"/>
                    <a:pt x="762" y="3443"/>
                  </a:cubicBezTo>
                  <a:cubicBezTo>
                    <a:pt x="762" y="3172"/>
                    <a:pt x="813" y="2902"/>
                    <a:pt x="865" y="2695"/>
                  </a:cubicBezTo>
                  <a:cubicBezTo>
                    <a:pt x="865" y="2644"/>
                    <a:pt x="865" y="2579"/>
                    <a:pt x="813" y="2528"/>
                  </a:cubicBezTo>
                  <a:lnTo>
                    <a:pt x="491" y="2373"/>
                  </a:lnTo>
                  <a:lnTo>
                    <a:pt x="1020" y="1406"/>
                  </a:lnTo>
                  <a:lnTo>
                    <a:pt x="1406" y="1612"/>
                  </a:lnTo>
                  <a:cubicBezTo>
                    <a:pt x="1406" y="1612"/>
                    <a:pt x="1510" y="1612"/>
                    <a:pt x="1510" y="1560"/>
                  </a:cubicBezTo>
                  <a:cubicBezTo>
                    <a:pt x="1729" y="1406"/>
                    <a:pt x="1935" y="1187"/>
                    <a:pt x="2206" y="1083"/>
                  </a:cubicBezTo>
                  <a:cubicBezTo>
                    <a:pt x="2257" y="1032"/>
                    <a:pt x="2257" y="967"/>
                    <a:pt x="2257" y="916"/>
                  </a:cubicBezTo>
                  <a:lnTo>
                    <a:pt x="2154" y="490"/>
                  </a:lnTo>
                  <a:lnTo>
                    <a:pt x="3225" y="271"/>
                  </a:lnTo>
                  <a:close/>
                  <a:moveTo>
                    <a:pt x="3276" y="0"/>
                  </a:moveTo>
                  <a:lnTo>
                    <a:pt x="1987" y="323"/>
                  </a:lnTo>
                  <a:cubicBezTo>
                    <a:pt x="1935" y="323"/>
                    <a:pt x="1883" y="387"/>
                    <a:pt x="1883" y="439"/>
                  </a:cubicBezTo>
                  <a:lnTo>
                    <a:pt x="1987" y="916"/>
                  </a:lnTo>
                  <a:cubicBezTo>
                    <a:pt x="1780" y="1032"/>
                    <a:pt x="1613" y="1187"/>
                    <a:pt x="1406" y="1354"/>
                  </a:cubicBezTo>
                  <a:lnTo>
                    <a:pt x="1020" y="1135"/>
                  </a:lnTo>
                  <a:cubicBezTo>
                    <a:pt x="968" y="1083"/>
                    <a:pt x="968" y="1083"/>
                    <a:pt x="916" y="1083"/>
                  </a:cubicBezTo>
                  <a:cubicBezTo>
                    <a:pt x="916" y="1135"/>
                    <a:pt x="865" y="1135"/>
                    <a:pt x="865" y="1187"/>
                  </a:cubicBezTo>
                  <a:lnTo>
                    <a:pt x="168" y="2321"/>
                  </a:lnTo>
                  <a:cubicBezTo>
                    <a:pt x="168" y="2424"/>
                    <a:pt x="168" y="2476"/>
                    <a:pt x="220" y="2528"/>
                  </a:cubicBezTo>
                  <a:lnTo>
                    <a:pt x="594" y="2695"/>
                  </a:lnTo>
                  <a:cubicBezTo>
                    <a:pt x="542" y="2902"/>
                    <a:pt x="542" y="3121"/>
                    <a:pt x="491" y="3340"/>
                  </a:cubicBezTo>
                  <a:lnTo>
                    <a:pt x="117" y="3443"/>
                  </a:lnTo>
                  <a:cubicBezTo>
                    <a:pt x="52" y="3443"/>
                    <a:pt x="1" y="3495"/>
                    <a:pt x="1" y="3611"/>
                  </a:cubicBezTo>
                  <a:lnTo>
                    <a:pt x="375" y="4900"/>
                  </a:lnTo>
                  <a:cubicBezTo>
                    <a:pt x="375" y="4937"/>
                    <a:pt x="433" y="4973"/>
                    <a:pt x="485" y="4973"/>
                  </a:cubicBezTo>
                  <a:cubicBezTo>
                    <a:pt x="507" y="4973"/>
                    <a:pt x="527" y="4967"/>
                    <a:pt x="542" y="4952"/>
                  </a:cubicBezTo>
                  <a:lnTo>
                    <a:pt x="865" y="4900"/>
                  </a:lnTo>
                  <a:cubicBezTo>
                    <a:pt x="968" y="5055"/>
                    <a:pt x="1136" y="5274"/>
                    <a:pt x="1290" y="5429"/>
                  </a:cubicBezTo>
                  <a:lnTo>
                    <a:pt x="1084" y="5700"/>
                  </a:lnTo>
                  <a:cubicBezTo>
                    <a:pt x="1020" y="5751"/>
                    <a:pt x="1084" y="5867"/>
                    <a:pt x="1136" y="5867"/>
                  </a:cubicBezTo>
                  <a:lnTo>
                    <a:pt x="2309" y="6564"/>
                  </a:lnTo>
                  <a:cubicBezTo>
                    <a:pt x="2309" y="6615"/>
                    <a:pt x="2373" y="6615"/>
                    <a:pt x="2373" y="6615"/>
                  </a:cubicBezTo>
                  <a:cubicBezTo>
                    <a:pt x="2425" y="6564"/>
                    <a:pt x="2425" y="6564"/>
                    <a:pt x="2477" y="6564"/>
                  </a:cubicBezTo>
                  <a:lnTo>
                    <a:pt x="2631" y="6241"/>
                  </a:lnTo>
                  <a:cubicBezTo>
                    <a:pt x="2851" y="6293"/>
                    <a:pt x="3070" y="6344"/>
                    <a:pt x="3276" y="6344"/>
                  </a:cubicBezTo>
                  <a:lnTo>
                    <a:pt x="3392" y="6667"/>
                  </a:lnTo>
                  <a:cubicBezTo>
                    <a:pt x="3392" y="6718"/>
                    <a:pt x="3392" y="6718"/>
                    <a:pt x="3444" y="6770"/>
                  </a:cubicBezTo>
                  <a:lnTo>
                    <a:pt x="3495" y="6770"/>
                  </a:lnTo>
                  <a:lnTo>
                    <a:pt x="4836" y="6448"/>
                  </a:lnTo>
                  <a:cubicBezTo>
                    <a:pt x="4888" y="6448"/>
                    <a:pt x="4888" y="6448"/>
                    <a:pt x="4888" y="6396"/>
                  </a:cubicBezTo>
                  <a:cubicBezTo>
                    <a:pt x="4952" y="6396"/>
                    <a:pt x="4952" y="6344"/>
                    <a:pt x="4952" y="6293"/>
                  </a:cubicBezTo>
                  <a:lnTo>
                    <a:pt x="4836" y="5970"/>
                  </a:lnTo>
                  <a:cubicBezTo>
                    <a:pt x="5107" y="5867"/>
                    <a:pt x="5326" y="5648"/>
                    <a:pt x="5481" y="5480"/>
                  </a:cubicBezTo>
                  <a:lnTo>
                    <a:pt x="5803" y="5648"/>
                  </a:lnTo>
                  <a:lnTo>
                    <a:pt x="5919" y="5648"/>
                  </a:lnTo>
                  <a:cubicBezTo>
                    <a:pt x="5919" y="5648"/>
                    <a:pt x="5971" y="5648"/>
                    <a:pt x="5971" y="5596"/>
                  </a:cubicBezTo>
                  <a:lnTo>
                    <a:pt x="6667" y="4410"/>
                  </a:lnTo>
                  <a:lnTo>
                    <a:pt x="6667" y="4307"/>
                  </a:lnTo>
                  <a:lnTo>
                    <a:pt x="6616" y="4255"/>
                  </a:lnTo>
                  <a:lnTo>
                    <a:pt x="6242" y="4036"/>
                  </a:lnTo>
                  <a:cubicBezTo>
                    <a:pt x="6293" y="3869"/>
                    <a:pt x="6345" y="3662"/>
                    <a:pt x="6345" y="3443"/>
                  </a:cubicBezTo>
                  <a:lnTo>
                    <a:pt x="6719" y="3340"/>
                  </a:lnTo>
                  <a:cubicBezTo>
                    <a:pt x="6771" y="3340"/>
                    <a:pt x="6822" y="3224"/>
                    <a:pt x="6771" y="3172"/>
                  </a:cubicBezTo>
                  <a:lnTo>
                    <a:pt x="6448" y="1883"/>
                  </a:lnTo>
                  <a:cubicBezTo>
                    <a:pt x="6448" y="1831"/>
                    <a:pt x="6397" y="1831"/>
                    <a:pt x="6397" y="1780"/>
                  </a:cubicBezTo>
                  <a:lnTo>
                    <a:pt x="6293" y="1780"/>
                  </a:lnTo>
                  <a:lnTo>
                    <a:pt x="5855" y="1883"/>
                  </a:lnTo>
                  <a:cubicBezTo>
                    <a:pt x="5752" y="1728"/>
                    <a:pt x="5649" y="1560"/>
                    <a:pt x="5481" y="1457"/>
                  </a:cubicBezTo>
                  <a:lnTo>
                    <a:pt x="5752" y="1032"/>
                  </a:lnTo>
                  <a:cubicBezTo>
                    <a:pt x="5752" y="967"/>
                    <a:pt x="5752" y="916"/>
                    <a:pt x="5700" y="864"/>
                  </a:cubicBezTo>
                  <a:lnTo>
                    <a:pt x="4514" y="168"/>
                  </a:lnTo>
                  <a:lnTo>
                    <a:pt x="4462" y="168"/>
                  </a:lnTo>
                  <a:cubicBezTo>
                    <a:pt x="4411" y="168"/>
                    <a:pt x="4411" y="219"/>
                    <a:pt x="4359" y="219"/>
                  </a:cubicBezTo>
                  <a:lnTo>
                    <a:pt x="4140" y="645"/>
                  </a:lnTo>
                  <a:cubicBezTo>
                    <a:pt x="3921" y="593"/>
                    <a:pt x="3766" y="542"/>
                    <a:pt x="3547" y="542"/>
                  </a:cubicBezTo>
                  <a:lnTo>
                    <a:pt x="3444" y="65"/>
                  </a:lnTo>
                  <a:cubicBezTo>
                    <a:pt x="3444" y="65"/>
                    <a:pt x="3444" y="0"/>
                    <a:pt x="339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2"/>
            <p:cNvSpPr/>
            <p:nvPr/>
          </p:nvSpPr>
          <p:spPr>
            <a:xfrm>
              <a:off x="3369950" y="4563275"/>
              <a:ext cx="103525" cy="101900"/>
            </a:xfrm>
            <a:custGeom>
              <a:avLst/>
              <a:gdLst/>
              <a:ahLst/>
              <a:cxnLst/>
              <a:rect l="l" t="t" r="r" b="b"/>
              <a:pathLst>
                <a:path w="4141" h="4076" extrusionOk="0">
                  <a:moveTo>
                    <a:pt x="2051" y="207"/>
                  </a:moveTo>
                  <a:cubicBezTo>
                    <a:pt x="2580" y="207"/>
                    <a:pt x="3018" y="426"/>
                    <a:pt x="3341" y="749"/>
                  </a:cubicBezTo>
                  <a:cubicBezTo>
                    <a:pt x="3663" y="1071"/>
                    <a:pt x="3869" y="1561"/>
                    <a:pt x="3869" y="2038"/>
                  </a:cubicBezTo>
                  <a:cubicBezTo>
                    <a:pt x="3869" y="2528"/>
                    <a:pt x="3663" y="3005"/>
                    <a:pt x="3341" y="3328"/>
                  </a:cubicBezTo>
                  <a:cubicBezTo>
                    <a:pt x="3018" y="3650"/>
                    <a:pt x="2580" y="3869"/>
                    <a:pt x="2051" y="3869"/>
                  </a:cubicBezTo>
                  <a:cubicBezTo>
                    <a:pt x="1561" y="3869"/>
                    <a:pt x="1136" y="3650"/>
                    <a:pt x="813" y="3328"/>
                  </a:cubicBezTo>
                  <a:cubicBezTo>
                    <a:pt x="439" y="3005"/>
                    <a:pt x="272" y="2528"/>
                    <a:pt x="272" y="2038"/>
                  </a:cubicBezTo>
                  <a:cubicBezTo>
                    <a:pt x="272" y="1561"/>
                    <a:pt x="439" y="1071"/>
                    <a:pt x="813" y="749"/>
                  </a:cubicBezTo>
                  <a:cubicBezTo>
                    <a:pt x="1136" y="426"/>
                    <a:pt x="1561" y="207"/>
                    <a:pt x="2051" y="207"/>
                  </a:cubicBezTo>
                  <a:close/>
                  <a:moveTo>
                    <a:pt x="2051" y="1"/>
                  </a:moveTo>
                  <a:cubicBezTo>
                    <a:pt x="916" y="1"/>
                    <a:pt x="1" y="916"/>
                    <a:pt x="1" y="2038"/>
                  </a:cubicBezTo>
                  <a:cubicBezTo>
                    <a:pt x="1" y="3173"/>
                    <a:pt x="916" y="4075"/>
                    <a:pt x="2051" y="4075"/>
                  </a:cubicBezTo>
                  <a:cubicBezTo>
                    <a:pt x="3225" y="4075"/>
                    <a:pt x="4140" y="3173"/>
                    <a:pt x="4140" y="2038"/>
                  </a:cubicBezTo>
                  <a:cubicBezTo>
                    <a:pt x="4140" y="916"/>
                    <a:pt x="3225" y="1"/>
                    <a:pt x="205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2"/>
            <p:cNvSpPr/>
            <p:nvPr/>
          </p:nvSpPr>
          <p:spPr>
            <a:xfrm>
              <a:off x="3191375" y="4725750"/>
              <a:ext cx="218900" cy="218925"/>
            </a:xfrm>
            <a:custGeom>
              <a:avLst/>
              <a:gdLst/>
              <a:ahLst/>
              <a:cxnLst/>
              <a:rect l="l" t="t" r="r" b="b"/>
              <a:pathLst>
                <a:path w="8756" h="8757" extrusionOk="0">
                  <a:moveTo>
                    <a:pt x="4410" y="1883"/>
                  </a:moveTo>
                  <a:cubicBezTo>
                    <a:pt x="5803" y="1883"/>
                    <a:pt x="6886" y="3005"/>
                    <a:pt x="6886" y="4411"/>
                  </a:cubicBezTo>
                  <a:cubicBezTo>
                    <a:pt x="6886" y="5752"/>
                    <a:pt x="5803" y="6873"/>
                    <a:pt x="4410" y="6873"/>
                  </a:cubicBezTo>
                  <a:cubicBezTo>
                    <a:pt x="3018" y="6873"/>
                    <a:pt x="1883" y="5752"/>
                    <a:pt x="1883" y="4411"/>
                  </a:cubicBezTo>
                  <a:cubicBezTo>
                    <a:pt x="1883" y="3005"/>
                    <a:pt x="3018" y="1883"/>
                    <a:pt x="4410" y="1883"/>
                  </a:cubicBezTo>
                  <a:close/>
                  <a:moveTo>
                    <a:pt x="3920" y="1"/>
                  </a:moveTo>
                  <a:lnTo>
                    <a:pt x="3920" y="542"/>
                  </a:lnTo>
                  <a:cubicBezTo>
                    <a:pt x="3920" y="594"/>
                    <a:pt x="3869" y="645"/>
                    <a:pt x="3817" y="645"/>
                  </a:cubicBezTo>
                  <a:cubicBezTo>
                    <a:pt x="3276" y="697"/>
                    <a:pt x="2747" y="916"/>
                    <a:pt x="2308" y="1187"/>
                  </a:cubicBezTo>
                  <a:cubicBezTo>
                    <a:pt x="2283" y="1213"/>
                    <a:pt x="2257" y="1226"/>
                    <a:pt x="2231" y="1226"/>
                  </a:cubicBezTo>
                  <a:cubicBezTo>
                    <a:pt x="2205" y="1226"/>
                    <a:pt x="2179" y="1213"/>
                    <a:pt x="2154" y="1187"/>
                  </a:cubicBezTo>
                  <a:lnTo>
                    <a:pt x="1831" y="800"/>
                  </a:lnTo>
                  <a:lnTo>
                    <a:pt x="1083" y="1509"/>
                  </a:lnTo>
                  <a:lnTo>
                    <a:pt x="1406" y="1883"/>
                  </a:lnTo>
                  <a:cubicBezTo>
                    <a:pt x="1457" y="1935"/>
                    <a:pt x="1457" y="1986"/>
                    <a:pt x="1406" y="2038"/>
                  </a:cubicBezTo>
                  <a:cubicBezTo>
                    <a:pt x="1019" y="2528"/>
                    <a:pt x="761" y="3121"/>
                    <a:pt x="645" y="3766"/>
                  </a:cubicBezTo>
                  <a:cubicBezTo>
                    <a:pt x="645" y="3817"/>
                    <a:pt x="593" y="3869"/>
                    <a:pt x="542" y="3869"/>
                  </a:cubicBezTo>
                  <a:lnTo>
                    <a:pt x="0" y="3869"/>
                  </a:lnTo>
                  <a:lnTo>
                    <a:pt x="0" y="4888"/>
                  </a:lnTo>
                  <a:lnTo>
                    <a:pt x="542" y="4888"/>
                  </a:lnTo>
                  <a:cubicBezTo>
                    <a:pt x="593" y="4888"/>
                    <a:pt x="645" y="4939"/>
                    <a:pt x="645" y="4991"/>
                  </a:cubicBezTo>
                  <a:cubicBezTo>
                    <a:pt x="761" y="5584"/>
                    <a:pt x="967" y="6177"/>
                    <a:pt x="1341" y="6603"/>
                  </a:cubicBezTo>
                  <a:cubicBezTo>
                    <a:pt x="1341" y="6667"/>
                    <a:pt x="1341" y="6770"/>
                    <a:pt x="1290" y="6770"/>
                  </a:cubicBezTo>
                  <a:lnTo>
                    <a:pt x="967" y="7144"/>
                  </a:lnTo>
                  <a:lnTo>
                    <a:pt x="1664" y="7892"/>
                  </a:lnTo>
                  <a:lnTo>
                    <a:pt x="2051" y="7518"/>
                  </a:lnTo>
                  <a:cubicBezTo>
                    <a:pt x="2076" y="7492"/>
                    <a:pt x="2102" y="7479"/>
                    <a:pt x="2128" y="7479"/>
                  </a:cubicBezTo>
                  <a:cubicBezTo>
                    <a:pt x="2154" y="7479"/>
                    <a:pt x="2179" y="7492"/>
                    <a:pt x="2205" y="7518"/>
                  </a:cubicBezTo>
                  <a:cubicBezTo>
                    <a:pt x="2631" y="7789"/>
                    <a:pt x="3172" y="8060"/>
                    <a:pt x="3766" y="8111"/>
                  </a:cubicBezTo>
                  <a:cubicBezTo>
                    <a:pt x="3817" y="8163"/>
                    <a:pt x="3817" y="8214"/>
                    <a:pt x="3817" y="8279"/>
                  </a:cubicBezTo>
                  <a:lnTo>
                    <a:pt x="3817" y="8756"/>
                  </a:lnTo>
                  <a:lnTo>
                    <a:pt x="4836" y="8756"/>
                  </a:lnTo>
                  <a:lnTo>
                    <a:pt x="4836" y="8279"/>
                  </a:lnTo>
                  <a:cubicBezTo>
                    <a:pt x="4836" y="8214"/>
                    <a:pt x="4887" y="8163"/>
                    <a:pt x="4952" y="8163"/>
                  </a:cubicBezTo>
                  <a:cubicBezTo>
                    <a:pt x="5532" y="8060"/>
                    <a:pt x="6022" y="7841"/>
                    <a:pt x="6448" y="7570"/>
                  </a:cubicBezTo>
                  <a:cubicBezTo>
                    <a:pt x="6465" y="7553"/>
                    <a:pt x="6489" y="7547"/>
                    <a:pt x="6514" y="7547"/>
                  </a:cubicBezTo>
                  <a:cubicBezTo>
                    <a:pt x="6564" y="7547"/>
                    <a:pt x="6615" y="7570"/>
                    <a:pt x="6615" y="7570"/>
                  </a:cubicBezTo>
                  <a:lnTo>
                    <a:pt x="6989" y="7957"/>
                  </a:lnTo>
                  <a:lnTo>
                    <a:pt x="7737" y="7312"/>
                  </a:lnTo>
                  <a:lnTo>
                    <a:pt x="7363" y="6925"/>
                  </a:lnTo>
                  <a:lnTo>
                    <a:pt x="7363" y="6770"/>
                  </a:lnTo>
                  <a:cubicBezTo>
                    <a:pt x="7789" y="6229"/>
                    <a:pt x="8059" y="5636"/>
                    <a:pt x="8175" y="4991"/>
                  </a:cubicBezTo>
                  <a:cubicBezTo>
                    <a:pt x="8175" y="4939"/>
                    <a:pt x="8227" y="4888"/>
                    <a:pt x="8279" y="4888"/>
                  </a:cubicBezTo>
                  <a:lnTo>
                    <a:pt x="8756" y="4888"/>
                  </a:lnTo>
                  <a:lnTo>
                    <a:pt x="8756" y="3869"/>
                  </a:lnTo>
                  <a:lnTo>
                    <a:pt x="8279" y="3869"/>
                  </a:lnTo>
                  <a:cubicBezTo>
                    <a:pt x="8227" y="3869"/>
                    <a:pt x="8175" y="3869"/>
                    <a:pt x="8175" y="3766"/>
                  </a:cubicBezTo>
                  <a:cubicBezTo>
                    <a:pt x="8059" y="3173"/>
                    <a:pt x="7789" y="2631"/>
                    <a:pt x="7466" y="2154"/>
                  </a:cubicBezTo>
                  <a:cubicBezTo>
                    <a:pt x="7415" y="2090"/>
                    <a:pt x="7415" y="2038"/>
                    <a:pt x="7466" y="1986"/>
                  </a:cubicBezTo>
                  <a:lnTo>
                    <a:pt x="7853" y="1612"/>
                  </a:lnTo>
                  <a:lnTo>
                    <a:pt x="7092" y="916"/>
                  </a:lnTo>
                  <a:lnTo>
                    <a:pt x="6770" y="1290"/>
                  </a:lnTo>
                  <a:cubicBezTo>
                    <a:pt x="6736" y="1290"/>
                    <a:pt x="6701" y="1313"/>
                    <a:pt x="6667" y="1313"/>
                  </a:cubicBezTo>
                  <a:cubicBezTo>
                    <a:pt x="6650" y="1313"/>
                    <a:pt x="6632" y="1307"/>
                    <a:pt x="6615" y="1290"/>
                  </a:cubicBezTo>
                  <a:cubicBezTo>
                    <a:pt x="6125" y="968"/>
                    <a:pt x="5648" y="748"/>
                    <a:pt x="5055" y="645"/>
                  </a:cubicBezTo>
                  <a:cubicBezTo>
                    <a:pt x="5003" y="645"/>
                    <a:pt x="4952" y="594"/>
                    <a:pt x="4952" y="542"/>
                  </a:cubicBezTo>
                  <a:lnTo>
                    <a:pt x="4952" y="1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2"/>
            <p:cNvSpPr/>
            <p:nvPr/>
          </p:nvSpPr>
          <p:spPr>
            <a:xfrm>
              <a:off x="3186200" y="4718975"/>
              <a:ext cx="230850" cy="232450"/>
            </a:xfrm>
            <a:custGeom>
              <a:avLst/>
              <a:gdLst/>
              <a:ahLst/>
              <a:cxnLst/>
              <a:rect l="l" t="t" r="r" b="b"/>
              <a:pathLst>
                <a:path w="9234" h="9298" extrusionOk="0">
                  <a:moveTo>
                    <a:pt x="5159" y="272"/>
                  </a:moveTo>
                  <a:lnTo>
                    <a:pt x="5159" y="813"/>
                  </a:lnTo>
                  <a:cubicBezTo>
                    <a:pt x="5159" y="865"/>
                    <a:pt x="5210" y="916"/>
                    <a:pt x="5262" y="916"/>
                  </a:cubicBezTo>
                  <a:cubicBezTo>
                    <a:pt x="5855" y="1019"/>
                    <a:pt x="6332" y="1239"/>
                    <a:pt x="6822" y="1561"/>
                  </a:cubicBezTo>
                  <a:cubicBezTo>
                    <a:pt x="6839" y="1578"/>
                    <a:pt x="6857" y="1584"/>
                    <a:pt x="6874" y="1584"/>
                  </a:cubicBezTo>
                  <a:cubicBezTo>
                    <a:pt x="6908" y="1584"/>
                    <a:pt x="6943" y="1561"/>
                    <a:pt x="6977" y="1561"/>
                  </a:cubicBezTo>
                  <a:lnTo>
                    <a:pt x="7299" y="1187"/>
                  </a:lnTo>
                  <a:lnTo>
                    <a:pt x="8060" y="1883"/>
                  </a:lnTo>
                  <a:lnTo>
                    <a:pt x="7673" y="2257"/>
                  </a:lnTo>
                  <a:cubicBezTo>
                    <a:pt x="7622" y="2309"/>
                    <a:pt x="7622" y="2361"/>
                    <a:pt x="7673" y="2425"/>
                  </a:cubicBezTo>
                  <a:cubicBezTo>
                    <a:pt x="7996" y="2902"/>
                    <a:pt x="8266" y="3444"/>
                    <a:pt x="8382" y="4037"/>
                  </a:cubicBezTo>
                  <a:cubicBezTo>
                    <a:pt x="8382" y="4140"/>
                    <a:pt x="8434" y="4140"/>
                    <a:pt x="8486" y="4140"/>
                  </a:cubicBezTo>
                  <a:lnTo>
                    <a:pt x="8963" y="4140"/>
                  </a:lnTo>
                  <a:lnTo>
                    <a:pt x="8963" y="5159"/>
                  </a:lnTo>
                  <a:lnTo>
                    <a:pt x="8486" y="5159"/>
                  </a:lnTo>
                  <a:cubicBezTo>
                    <a:pt x="8434" y="5159"/>
                    <a:pt x="8382" y="5210"/>
                    <a:pt x="8382" y="5262"/>
                  </a:cubicBezTo>
                  <a:cubicBezTo>
                    <a:pt x="8266" y="5907"/>
                    <a:pt x="7996" y="6500"/>
                    <a:pt x="7570" y="7041"/>
                  </a:cubicBezTo>
                  <a:lnTo>
                    <a:pt x="7570" y="7196"/>
                  </a:lnTo>
                  <a:lnTo>
                    <a:pt x="7944" y="7583"/>
                  </a:lnTo>
                  <a:lnTo>
                    <a:pt x="7196" y="8228"/>
                  </a:lnTo>
                  <a:lnTo>
                    <a:pt x="6822" y="7841"/>
                  </a:lnTo>
                  <a:cubicBezTo>
                    <a:pt x="6822" y="7841"/>
                    <a:pt x="6771" y="7818"/>
                    <a:pt x="6721" y="7818"/>
                  </a:cubicBezTo>
                  <a:cubicBezTo>
                    <a:pt x="6696" y="7818"/>
                    <a:pt x="6672" y="7824"/>
                    <a:pt x="6655" y="7841"/>
                  </a:cubicBezTo>
                  <a:cubicBezTo>
                    <a:pt x="6229" y="8112"/>
                    <a:pt x="5739" y="8331"/>
                    <a:pt x="5159" y="8434"/>
                  </a:cubicBezTo>
                  <a:cubicBezTo>
                    <a:pt x="5094" y="8434"/>
                    <a:pt x="5043" y="8485"/>
                    <a:pt x="5043" y="8550"/>
                  </a:cubicBezTo>
                  <a:lnTo>
                    <a:pt x="5043" y="9027"/>
                  </a:lnTo>
                  <a:lnTo>
                    <a:pt x="4024" y="9027"/>
                  </a:lnTo>
                  <a:lnTo>
                    <a:pt x="4024" y="8550"/>
                  </a:lnTo>
                  <a:cubicBezTo>
                    <a:pt x="4024" y="8485"/>
                    <a:pt x="4024" y="8434"/>
                    <a:pt x="3973" y="8382"/>
                  </a:cubicBezTo>
                  <a:cubicBezTo>
                    <a:pt x="3379" y="8331"/>
                    <a:pt x="2838" y="8060"/>
                    <a:pt x="2412" y="7789"/>
                  </a:cubicBezTo>
                  <a:cubicBezTo>
                    <a:pt x="2386" y="7763"/>
                    <a:pt x="2361" y="7750"/>
                    <a:pt x="2335" y="7750"/>
                  </a:cubicBezTo>
                  <a:cubicBezTo>
                    <a:pt x="2309" y="7750"/>
                    <a:pt x="2283" y="7763"/>
                    <a:pt x="2258" y="7789"/>
                  </a:cubicBezTo>
                  <a:lnTo>
                    <a:pt x="1871" y="8163"/>
                  </a:lnTo>
                  <a:lnTo>
                    <a:pt x="1174" y="7415"/>
                  </a:lnTo>
                  <a:lnTo>
                    <a:pt x="1497" y="7041"/>
                  </a:lnTo>
                  <a:cubicBezTo>
                    <a:pt x="1548" y="7041"/>
                    <a:pt x="1548" y="6938"/>
                    <a:pt x="1548" y="6874"/>
                  </a:cubicBezTo>
                  <a:cubicBezTo>
                    <a:pt x="1174" y="6448"/>
                    <a:pt x="968" y="5855"/>
                    <a:pt x="852" y="5262"/>
                  </a:cubicBezTo>
                  <a:cubicBezTo>
                    <a:pt x="852" y="5210"/>
                    <a:pt x="800" y="5159"/>
                    <a:pt x="749" y="5159"/>
                  </a:cubicBezTo>
                  <a:lnTo>
                    <a:pt x="207" y="5159"/>
                  </a:lnTo>
                  <a:lnTo>
                    <a:pt x="207" y="4140"/>
                  </a:lnTo>
                  <a:lnTo>
                    <a:pt x="749" y="4140"/>
                  </a:lnTo>
                  <a:cubicBezTo>
                    <a:pt x="800" y="4140"/>
                    <a:pt x="852" y="4088"/>
                    <a:pt x="852" y="4037"/>
                  </a:cubicBezTo>
                  <a:cubicBezTo>
                    <a:pt x="968" y="3392"/>
                    <a:pt x="1226" y="2799"/>
                    <a:pt x="1613" y="2309"/>
                  </a:cubicBezTo>
                  <a:cubicBezTo>
                    <a:pt x="1664" y="2257"/>
                    <a:pt x="1664" y="2206"/>
                    <a:pt x="1613" y="2154"/>
                  </a:cubicBezTo>
                  <a:lnTo>
                    <a:pt x="1290" y="1780"/>
                  </a:lnTo>
                  <a:lnTo>
                    <a:pt x="2038" y="1071"/>
                  </a:lnTo>
                  <a:lnTo>
                    <a:pt x="2361" y="1458"/>
                  </a:lnTo>
                  <a:cubicBezTo>
                    <a:pt x="2386" y="1484"/>
                    <a:pt x="2412" y="1497"/>
                    <a:pt x="2438" y="1497"/>
                  </a:cubicBezTo>
                  <a:cubicBezTo>
                    <a:pt x="2464" y="1497"/>
                    <a:pt x="2490" y="1484"/>
                    <a:pt x="2515" y="1458"/>
                  </a:cubicBezTo>
                  <a:cubicBezTo>
                    <a:pt x="2954" y="1187"/>
                    <a:pt x="3483" y="968"/>
                    <a:pt x="4024" y="916"/>
                  </a:cubicBezTo>
                  <a:cubicBezTo>
                    <a:pt x="4076" y="916"/>
                    <a:pt x="4127" y="865"/>
                    <a:pt x="4127" y="813"/>
                  </a:cubicBezTo>
                  <a:lnTo>
                    <a:pt x="4127" y="272"/>
                  </a:lnTo>
                  <a:close/>
                  <a:moveTo>
                    <a:pt x="4024" y="1"/>
                  </a:moveTo>
                  <a:cubicBezTo>
                    <a:pt x="3973" y="1"/>
                    <a:pt x="3921" y="52"/>
                    <a:pt x="3921" y="168"/>
                  </a:cubicBezTo>
                  <a:lnTo>
                    <a:pt x="3921" y="697"/>
                  </a:lnTo>
                  <a:cubicBezTo>
                    <a:pt x="3379" y="749"/>
                    <a:pt x="2902" y="968"/>
                    <a:pt x="2464" y="1239"/>
                  </a:cubicBezTo>
                  <a:lnTo>
                    <a:pt x="2141" y="813"/>
                  </a:lnTo>
                  <a:lnTo>
                    <a:pt x="2038" y="813"/>
                  </a:lnTo>
                  <a:cubicBezTo>
                    <a:pt x="2021" y="792"/>
                    <a:pt x="2010" y="785"/>
                    <a:pt x="2000" y="785"/>
                  </a:cubicBezTo>
                  <a:cubicBezTo>
                    <a:pt x="1981" y="785"/>
                    <a:pt x="1970" y="813"/>
                    <a:pt x="1935" y="813"/>
                  </a:cubicBezTo>
                  <a:lnTo>
                    <a:pt x="1020" y="1664"/>
                  </a:lnTo>
                  <a:cubicBezTo>
                    <a:pt x="968" y="1716"/>
                    <a:pt x="968" y="1780"/>
                    <a:pt x="1020" y="1832"/>
                  </a:cubicBezTo>
                  <a:lnTo>
                    <a:pt x="1394" y="2257"/>
                  </a:lnTo>
                  <a:cubicBezTo>
                    <a:pt x="1020" y="2747"/>
                    <a:pt x="749" y="3276"/>
                    <a:pt x="646" y="3869"/>
                  </a:cubicBezTo>
                  <a:lnTo>
                    <a:pt x="104" y="3869"/>
                  </a:lnTo>
                  <a:cubicBezTo>
                    <a:pt x="53" y="3869"/>
                    <a:pt x="1" y="3921"/>
                    <a:pt x="1" y="4037"/>
                  </a:cubicBezTo>
                  <a:lnTo>
                    <a:pt x="1" y="5262"/>
                  </a:lnTo>
                  <a:lnTo>
                    <a:pt x="1" y="5378"/>
                  </a:lnTo>
                  <a:cubicBezTo>
                    <a:pt x="53" y="5378"/>
                    <a:pt x="53" y="5429"/>
                    <a:pt x="104" y="5429"/>
                  </a:cubicBezTo>
                  <a:lnTo>
                    <a:pt x="646" y="5429"/>
                  </a:lnTo>
                  <a:cubicBezTo>
                    <a:pt x="749" y="5971"/>
                    <a:pt x="968" y="6500"/>
                    <a:pt x="1290" y="6990"/>
                  </a:cubicBezTo>
                  <a:lnTo>
                    <a:pt x="904" y="7364"/>
                  </a:lnTo>
                  <a:cubicBezTo>
                    <a:pt x="852" y="7364"/>
                    <a:pt x="852" y="7415"/>
                    <a:pt x="852" y="7415"/>
                  </a:cubicBezTo>
                  <a:cubicBezTo>
                    <a:pt x="852" y="7467"/>
                    <a:pt x="904" y="7467"/>
                    <a:pt x="904" y="7518"/>
                  </a:cubicBezTo>
                  <a:lnTo>
                    <a:pt x="1819" y="8382"/>
                  </a:lnTo>
                  <a:cubicBezTo>
                    <a:pt x="1819" y="8434"/>
                    <a:pt x="1871" y="8434"/>
                    <a:pt x="1871" y="8434"/>
                  </a:cubicBezTo>
                  <a:cubicBezTo>
                    <a:pt x="1935" y="8434"/>
                    <a:pt x="1987" y="8434"/>
                    <a:pt x="1987" y="8382"/>
                  </a:cubicBezTo>
                  <a:lnTo>
                    <a:pt x="2361" y="8008"/>
                  </a:lnTo>
                  <a:cubicBezTo>
                    <a:pt x="2786" y="8331"/>
                    <a:pt x="3276" y="8550"/>
                    <a:pt x="3805" y="8653"/>
                  </a:cubicBezTo>
                  <a:lnTo>
                    <a:pt x="3805" y="9130"/>
                  </a:lnTo>
                  <a:lnTo>
                    <a:pt x="3805" y="9246"/>
                  </a:lnTo>
                  <a:cubicBezTo>
                    <a:pt x="3869" y="9298"/>
                    <a:pt x="3869" y="9298"/>
                    <a:pt x="3921" y="9298"/>
                  </a:cubicBezTo>
                  <a:lnTo>
                    <a:pt x="5210" y="9298"/>
                  </a:lnTo>
                  <a:cubicBezTo>
                    <a:pt x="5262" y="9298"/>
                    <a:pt x="5314" y="9246"/>
                    <a:pt x="5314" y="9195"/>
                  </a:cubicBezTo>
                  <a:lnTo>
                    <a:pt x="5314" y="8653"/>
                  </a:lnTo>
                  <a:cubicBezTo>
                    <a:pt x="5855" y="8550"/>
                    <a:pt x="6281" y="8382"/>
                    <a:pt x="6706" y="8112"/>
                  </a:cubicBezTo>
                  <a:lnTo>
                    <a:pt x="7093" y="8485"/>
                  </a:lnTo>
                  <a:cubicBezTo>
                    <a:pt x="7119" y="8518"/>
                    <a:pt x="7145" y="8534"/>
                    <a:pt x="7170" y="8534"/>
                  </a:cubicBezTo>
                  <a:cubicBezTo>
                    <a:pt x="7196" y="8534"/>
                    <a:pt x="7222" y="8518"/>
                    <a:pt x="7248" y="8485"/>
                  </a:cubicBezTo>
                  <a:lnTo>
                    <a:pt x="8215" y="7634"/>
                  </a:lnTo>
                  <a:lnTo>
                    <a:pt x="8215" y="7583"/>
                  </a:lnTo>
                  <a:lnTo>
                    <a:pt x="8215" y="7467"/>
                  </a:lnTo>
                  <a:lnTo>
                    <a:pt x="7841" y="7093"/>
                  </a:lnTo>
                  <a:cubicBezTo>
                    <a:pt x="8215" y="6616"/>
                    <a:pt x="8486" y="6023"/>
                    <a:pt x="8589" y="5429"/>
                  </a:cubicBezTo>
                  <a:lnTo>
                    <a:pt x="9130" y="5429"/>
                  </a:lnTo>
                  <a:cubicBezTo>
                    <a:pt x="9130" y="5429"/>
                    <a:pt x="9182" y="5429"/>
                    <a:pt x="9182" y="5378"/>
                  </a:cubicBezTo>
                  <a:cubicBezTo>
                    <a:pt x="9234" y="5378"/>
                    <a:pt x="9234" y="5326"/>
                    <a:pt x="9234" y="5326"/>
                  </a:cubicBezTo>
                  <a:lnTo>
                    <a:pt x="9234" y="4037"/>
                  </a:lnTo>
                  <a:cubicBezTo>
                    <a:pt x="9234" y="4037"/>
                    <a:pt x="9234" y="3972"/>
                    <a:pt x="9182" y="3972"/>
                  </a:cubicBezTo>
                  <a:cubicBezTo>
                    <a:pt x="9182" y="3921"/>
                    <a:pt x="9130" y="3921"/>
                    <a:pt x="9130" y="3921"/>
                  </a:cubicBezTo>
                  <a:lnTo>
                    <a:pt x="8589" y="3921"/>
                  </a:lnTo>
                  <a:cubicBezTo>
                    <a:pt x="8486" y="3328"/>
                    <a:pt x="8266" y="2799"/>
                    <a:pt x="7944" y="2361"/>
                  </a:cubicBezTo>
                  <a:lnTo>
                    <a:pt x="8318" y="1987"/>
                  </a:lnTo>
                  <a:cubicBezTo>
                    <a:pt x="8382" y="1935"/>
                    <a:pt x="8382" y="1832"/>
                    <a:pt x="8318" y="1832"/>
                  </a:cubicBezTo>
                  <a:lnTo>
                    <a:pt x="7415" y="916"/>
                  </a:lnTo>
                  <a:cubicBezTo>
                    <a:pt x="7383" y="891"/>
                    <a:pt x="7354" y="878"/>
                    <a:pt x="7327" y="878"/>
                  </a:cubicBezTo>
                  <a:cubicBezTo>
                    <a:pt x="7299" y="878"/>
                    <a:pt x="7274" y="891"/>
                    <a:pt x="7248" y="916"/>
                  </a:cubicBezTo>
                  <a:lnTo>
                    <a:pt x="6874" y="1290"/>
                  </a:lnTo>
                  <a:cubicBezTo>
                    <a:pt x="6448" y="1019"/>
                    <a:pt x="5958" y="813"/>
                    <a:pt x="5417" y="697"/>
                  </a:cubicBezTo>
                  <a:lnTo>
                    <a:pt x="5417" y="168"/>
                  </a:lnTo>
                  <a:cubicBezTo>
                    <a:pt x="5417" y="104"/>
                    <a:pt x="5365" y="52"/>
                    <a:pt x="5314" y="52"/>
                  </a:cubicBezTo>
                  <a:lnTo>
                    <a:pt x="402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2"/>
            <p:cNvSpPr/>
            <p:nvPr/>
          </p:nvSpPr>
          <p:spPr>
            <a:xfrm>
              <a:off x="3238425" y="4772825"/>
              <a:ext cx="125100" cy="124775"/>
            </a:xfrm>
            <a:custGeom>
              <a:avLst/>
              <a:gdLst/>
              <a:ahLst/>
              <a:cxnLst/>
              <a:rect l="l" t="t" r="r" b="b"/>
              <a:pathLst>
                <a:path w="5004" h="4991" extrusionOk="0">
                  <a:moveTo>
                    <a:pt x="2528" y="271"/>
                  </a:moveTo>
                  <a:cubicBezTo>
                    <a:pt x="3121" y="271"/>
                    <a:pt x="3715" y="477"/>
                    <a:pt x="4088" y="916"/>
                  </a:cubicBezTo>
                  <a:cubicBezTo>
                    <a:pt x="4514" y="1341"/>
                    <a:pt x="4785" y="1883"/>
                    <a:pt x="4785" y="2528"/>
                  </a:cubicBezTo>
                  <a:cubicBezTo>
                    <a:pt x="4785" y="3108"/>
                    <a:pt x="4514" y="3701"/>
                    <a:pt x="4088" y="4075"/>
                  </a:cubicBezTo>
                  <a:cubicBezTo>
                    <a:pt x="3715" y="4513"/>
                    <a:pt x="3121" y="4784"/>
                    <a:pt x="2528" y="4784"/>
                  </a:cubicBezTo>
                  <a:cubicBezTo>
                    <a:pt x="1884" y="4784"/>
                    <a:pt x="1342" y="4513"/>
                    <a:pt x="916" y="4075"/>
                  </a:cubicBezTo>
                  <a:cubicBezTo>
                    <a:pt x="542" y="3701"/>
                    <a:pt x="272" y="3108"/>
                    <a:pt x="272" y="2528"/>
                  </a:cubicBezTo>
                  <a:cubicBezTo>
                    <a:pt x="272" y="1883"/>
                    <a:pt x="542" y="1341"/>
                    <a:pt x="916" y="916"/>
                  </a:cubicBezTo>
                  <a:cubicBezTo>
                    <a:pt x="1342" y="477"/>
                    <a:pt x="1884" y="271"/>
                    <a:pt x="2528" y="271"/>
                  </a:cubicBezTo>
                  <a:close/>
                  <a:moveTo>
                    <a:pt x="2528" y="0"/>
                  </a:moveTo>
                  <a:cubicBezTo>
                    <a:pt x="1136" y="0"/>
                    <a:pt x="1" y="1122"/>
                    <a:pt x="1" y="2528"/>
                  </a:cubicBezTo>
                  <a:cubicBezTo>
                    <a:pt x="1" y="3869"/>
                    <a:pt x="1136" y="4990"/>
                    <a:pt x="2528" y="4990"/>
                  </a:cubicBezTo>
                  <a:cubicBezTo>
                    <a:pt x="3921" y="4990"/>
                    <a:pt x="5004" y="3869"/>
                    <a:pt x="5004" y="2528"/>
                  </a:cubicBezTo>
                  <a:cubicBezTo>
                    <a:pt x="5004" y="1122"/>
                    <a:pt x="3921" y="0"/>
                    <a:pt x="252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2"/>
            <p:cNvSpPr/>
            <p:nvPr/>
          </p:nvSpPr>
          <p:spPr>
            <a:xfrm>
              <a:off x="3227800" y="4607450"/>
              <a:ext cx="53525" cy="52575"/>
            </a:xfrm>
            <a:custGeom>
              <a:avLst/>
              <a:gdLst/>
              <a:ahLst/>
              <a:cxnLst/>
              <a:rect l="l" t="t" r="r" b="b"/>
              <a:pathLst>
                <a:path w="2141" h="2103" extrusionOk="0">
                  <a:moveTo>
                    <a:pt x="0" y="0"/>
                  </a:moveTo>
                  <a:lnTo>
                    <a:pt x="748" y="2102"/>
                  </a:lnTo>
                  <a:lnTo>
                    <a:pt x="2141" y="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2"/>
            <p:cNvSpPr/>
            <p:nvPr/>
          </p:nvSpPr>
          <p:spPr>
            <a:xfrm>
              <a:off x="3219750" y="4599375"/>
              <a:ext cx="71250" cy="69275"/>
            </a:xfrm>
            <a:custGeom>
              <a:avLst/>
              <a:gdLst/>
              <a:ahLst/>
              <a:cxnLst/>
              <a:rect l="l" t="t" r="r" b="b"/>
              <a:pathLst>
                <a:path w="2850" h="2771" extrusionOk="0">
                  <a:moveTo>
                    <a:pt x="322" y="323"/>
                  </a:moveTo>
                  <a:lnTo>
                    <a:pt x="2463" y="813"/>
                  </a:lnTo>
                  <a:lnTo>
                    <a:pt x="1070" y="2425"/>
                  </a:lnTo>
                  <a:lnTo>
                    <a:pt x="322" y="323"/>
                  </a:lnTo>
                  <a:close/>
                  <a:moveTo>
                    <a:pt x="155" y="1"/>
                  </a:moveTo>
                  <a:cubicBezTo>
                    <a:pt x="155" y="1"/>
                    <a:pt x="103" y="1"/>
                    <a:pt x="52" y="53"/>
                  </a:cubicBezTo>
                  <a:cubicBezTo>
                    <a:pt x="52" y="117"/>
                    <a:pt x="0" y="169"/>
                    <a:pt x="52" y="169"/>
                  </a:cubicBezTo>
                  <a:lnTo>
                    <a:pt x="916" y="2696"/>
                  </a:lnTo>
                  <a:cubicBezTo>
                    <a:pt x="916" y="2747"/>
                    <a:pt x="967" y="2747"/>
                    <a:pt x="967" y="2747"/>
                  </a:cubicBezTo>
                  <a:cubicBezTo>
                    <a:pt x="984" y="2765"/>
                    <a:pt x="1001" y="2770"/>
                    <a:pt x="1019" y="2770"/>
                  </a:cubicBezTo>
                  <a:cubicBezTo>
                    <a:pt x="1053" y="2770"/>
                    <a:pt x="1087" y="2747"/>
                    <a:pt x="1122" y="2747"/>
                  </a:cubicBezTo>
                  <a:lnTo>
                    <a:pt x="2785" y="813"/>
                  </a:lnTo>
                  <a:cubicBezTo>
                    <a:pt x="2785" y="762"/>
                    <a:pt x="2850" y="697"/>
                    <a:pt x="2785" y="697"/>
                  </a:cubicBezTo>
                  <a:cubicBezTo>
                    <a:pt x="2785" y="646"/>
                    <a:pt x="2785" y="594"/>
                    <a:pt x="2734" y="594"/>
                  </a:cubicBezTo>
                  <a:lnTo>
                    <a:pt x="155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2"/>
            <p:cNvSpPr/>
            <p:nvPr/>
          </p:nvSpPr>
          <p:spPr>
            <a:xfrm>
              <a:off x="3634625" y="4305400"/>
              <a:ext cx="14850" cy="14850"/>
            </a:xfrm>
            <a:custGeom>
              <a:avLst/>
              <a:gdLst/>
              <a:ahLst/>
              <a:cxnLst/>
              <a:rect l="l" t="t" r="r" b="b"/>
              <a:pathLst>
                <a:path w="594" h="594" extrusionOk="0">
                  <a:moveTo>
                    <a:pt x="323" y="0"/>
                  </a:moveTo>
                  <a:cubicBezTo>
                    <a:pt x="168" y="0"/>
                    <a:pt x="0" y="103"/>
                    <a:pt x="0" y="271"/>
                  </a:cubicBezTo>
                  <a:cubicBezTo>
                    <a:pt x="0" y="426"/>
                    <a:pt x="168" y="593"/>
                    <a:pt x="323" y="593"/>
                  </a:cubicBezTo>
                  <a:cubicBezTo>
                    <a:pt x="490" y="593"/>
                    <a:pt x="594" y="426"/>
                    <a:pt x="594" y="271"/>
                  </a:cubicBezTo>
                  <a:cubicBezTo>
                    <a:pt x="594" y="103"/>
                    <a:pt x="490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2"/>
            <p:cNvSpPr/>
            <p:nvPr/>
          </p:nvSpPr>
          <p:spPr>
            <a:xfrm>
              <a:off x="3625275" y="4268950"/>
              <a:ext cx="88675" cy="88675"/>
            </a:xfrm>
            <a:custGeom>
              <a:avLst/>
              <a:gdLst/>
              <a:ahLst/>
              <a:cxnLst/>
              <a:rect l="l" t="t" r="r" b="b"/>
              <a:pathLst>
                <a:path w="3547" h="3547" extrusionOk="0">
                  <a:moveTo>
                    <a:pt x="1780" y="169"/>
                  </a:moveTo>
                  <a:cubicBezTo>
                    <a:pt x="2038" y="169"/>
                    <a:pt x="2257" y="375"/>
                    <a:pt x="2257" y="646"/>
                  </a:cubicBezTo>
                  <a:cubicBezTo>
                    <a:pt x="2257" y="916"/>
                    <a:pt x="2038" y="1136"/>
                    <a:pt x="1780" y="1136"/>
                  </a:cubicBezTo>
                  <a:cubicBezTo>
                    <a:pt x="1509" y="1136"/>
                    <a:pt x="1290" y="916"/>
                    <a:pt x="1290" y="646"/>
                  </a:cubicBezTo>
                  <a:cubicBezTo>
                    <a:pt x="1290" y="375"/>
                    <a:pt x="1509" y="169"/>
                    <a:pt x="1780" y="169"/>
                  </a:cubicBezTo>
                  <a:close/>
                  <a:moveTo>
                    <a:pt x="697" y="1239"/>
                  </a:moveTo>
                  <a:cubicBezTo>
                    <a:pt x="968" y="1239"/>
                    <a:pt x="1187" y="1458"/>
                    <a:pt x="1187" y="1729"/>
                  </a:cubicBezTo>
                  <a:cubicBezTo>
                    <a:pt x="1187" y="1987"/>
                    <a:pt x="968" y="2206"/>
                    <a:pt x="697" y="2206"/>
                  </a:cubicBezTo>
                  <a:cubicBezTo>
                    <a:pt x="426" y="2206"/>
                    <a:pt x="220" y="1987"/>
                    <a:pt x="220" y="1729"/>
                  </a:cubicBezTo>
                  <a:cubicBezTo>
                    <a:pt x="220" y="1458"/>
                    <a:pt x="426" y="1239"/>
                    <a:pt x="697" y="1239"/>
                  </a:cubicBezTo>
                  <a:close/>
                  <a:moveTo>
                    <a:pt x="2850" y="1239"/>
                  </a:moveTo>
                  <a:cubicBezTo>
                    <a:pt x="3121" y="1239"/>
                    <a:pt x="3327" y="1458"/>
                    <a:pt x="3327" y="1729"/>
                  </a:cubicBezTo>
                  <a:cubicBezTo>
                    <a:pt x="3327" y="1987"/>
                    <a:pt x="3121" y="2206"/>
                    <a:pt x="2850" y="2206"/>
                  </a:cubicBezTo>
                  <a:cubicBezTo>
                    <a:pt x="2579" y="2206"/>
                    <a:pt x="2360" y="1987"/>
                    <a:pt x="2360" y="1729"/>
                  </a:cubicBezTo>
                  <a:cubicBezTo>
                    <a:pt x="2360" y="1458"/>
                    <a:pt x="2579" y="1239"/>
                    <a:pt x="2850" y="1239"/>
                  </a:cubicBezTo>
                  <a:close/>
                  <a:moveTo>
                    <a:pt x="1780" y="2309"/>
                  </a:moveTo>
                  <a:cubicBezTo>
                    <a:pt x="2038" y="2309"/>
                    <a:pt x="2257" y="2528"/>
                    <a:pt x="2257" y="2799"/>
                  </a:cubicBezTo>
                  <a:cubicBezTo>
                    <a:pt x="2257" y="3070"/>
                    <a:pt x="2038" y="3276"/>
                    <a:pt x="1780" y="3276"/>
                  </a:cubicBezTo>
                  <a:cubicBezTo>
                    <a:pt x="1509" y="3276"/>
                    <a:pt x="1290" y="3070"/>
                    <a:pt x="1290" y="2799"/>
                  </a:cubicBezTo>
                  <a:cubicBezTo>
                    <a:pt x="1290" y="2528"/>
                    <a:pt x="1509" y="2309"/>
                    <a:pt x="1780" y="2309"/>
                  </a:cubicBezTo>
                  <a:close/>
                  <a:moveTo>
                    <a:pt x="1780" y="1"/>
                  </a:moveTo>
                  <a:cubicBezTo>
                    <a:pt x="1290" y="1"/>
                    <a:pt x="813" y="169"/>
                    <a:pt x="490" y="491"/>
                  </a:cubicBezTo>
                  <a:cubicBezTo>
                    <a:pt x="168" y="813"/>
                    <a:pt x="0" y="1290"/>
                    <a:pt x="0" y="1780"/>
                  </a:cubicBezTo>
                  <a:cubicBezTo>
                    <a:pt x="0" y="2258"/>
                    <a:pt x="168" y="2696"/>
                    <a:pt x="490" y="3018"/>
                  </a:cubicBezTo>
                  <a:cubicBezTo>
                    <a:pt x="813" y="3341"/>
                    <a:pt x="1290" y="3547"/>
                    <a:pt x="1780" y="3547"/>
                  </a:cubicBezTo>
                  <a:cubicBezTo>
                    <a:pt x="2257" y="3547"/>
                    <a:pt x="2682" y="3341"/>
                    <a:pt x="3005" y="3018"/>
                  </a:cubicBezTo>
                  <a:cubicBezTo>
                    <a:pt x="3327" y="2696"/>
                    <a:pt x="3546" y="2258"/>
                    <a:pt x="3546" y="1780"/>
                  </a:cubicBezTo>
                  <a:cubicBezTo>
                    <a:pt x="3546" y="1290"/>
                    <a:pt x="3327" y="813"/>
                    <a:pt x="3005" y="491"/>
                  </a:cubicBezTo>
                  <a:cubicBezTo>
                    <a:pt x="2682" y="169"/>
                    <a:pt x="2257" y="1"/>
                    <a:pt x="1780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2"/>
            <p:cNvSpPr/>
            <p:nvPr/>
          </p:nvSpPr>
          <p:spPr>
            <a:xfrm>
              <a:off x="3661700" y="4278300"/>
              <a:ext cx="14525" cy="14875"/>
            </a:xfrm>
            <a:custGeom>
              <a:avLst/>
              <a:gdLst/>
              <a:ahLst/>
              <a:cxnLst/>
              <a:rect l="l" t="t" r="r" b="b"/>
              <a:pathLst>
                <a:path w="581" h="595" extrusionOk="0">
                  <a:moveTo>
                    <a:pt x="323" y="1"/>
                  </a:moveTo>
                  <a:cubicBezTo>
                    <a:pt x="155" y="1"/>
                    <a:pt x="0" y="117"/>
                    <a:pt x="0" y="272"/>
                  </a:cubicBezTo>
                  <a:cubicBezTo>
                    <a:pt x="0" y="439"/>
                    <a:pt x="155" y="594"/>
                    <a:pt x="323" y="594"/>
                  </a:cubicBezTo>
                  <a:cubicBezTo>
                    <a:pt x="478" y="594"/>
                    <a:pt x="581" y="439"/>
                    <a:pt x="581" y="272"/>
                  </a:cubicBezTo>
                  <a:cubicBezTo>
                    <a:pt x="581" y="117"/>
                    <a:pt x="478" y="1"/>
                    <a:pt x="323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2"/>
            <p:cNvSpPr/>
            <p:nvPr/>
          </p:nvSpPr>
          <p:spPr>
            <a:xfrm>
              <a:off x="3661700" y="4332150"/>
              <a:ext cx="14525" cy="14850"/>
            </a:xfrm>
            <a:custGeom>
              <a:avLst/>
              <a:gdLst/>
              <a:ahLst/>
              <a:cxnLst/>
              <a:rect l="l" t="t" r="r" b="b"/>
              <a:pathLst>
                <a:path w="581" h="594" extrusionOk="0">
                  <a:moveTo>
                    <a:pt x="323" y="0"/>
                  </a:moveTo>
                  <a:cubicBezTo>
                    <a:pt x="155" y="0"/>
                    <a:pt x="0" y="103"/>
                    <a:pt x="0" y="271"/>
                  </a:cubicBezTo>
                  <a:cubicBezTo>
                    <a:pt x="0" y="426"/>
                    <a:pt x="155" y="593"/>
                    <a:pt x="323" y="593"/>
                  </a:cubicBezTo>
                  <a:cubicBezTo>
                    <a:pt x="478" y="593"/>
                    <a:pt x="581" y="426"/>
                    <a:pt x="581" y="271"/>
                  </a:cubicBezTo>
                  <a:cubicBezTo>
                    <a:pt x="581" y="103"/>
                    <a:pt x="478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2"/>
            <p:cNvSpPr/>
            <p:nvPr/>
          </p:nvSpPr>
          <p:spPr>
            <a:xfrm>
              <a:off x="3554025" y="4310550"/>
              <a:ext cx="12275" cy="6800"/>
            </a:xfrm>
            <a:custGeom>
              <a:avLst/>
              <a:gdLst/>
              <a:ahLst/>
              <a:cxnLst/>
              <a:rect l="l" t="t" r="r" b="b"/>
              <a:pathLst>
                <a:path w="491" h="272" extrusionOk="0">
                  <a:moveTo>
                    <a:pt x="1" y="0"/>
                  </a:moveTo>
                  <a:lnTo>
                    <a:pt x="1" y="271"/>
                  </a:lnTo>
                  <a:lnTo>
                    <a:pt x="491" y="271"/>
                  </a:lnTo>
                  <a:lnTo>
                    <a:pt x="491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2"/>
            <p:cNvSpPr/>
            <p:nvPr/>
          </p:nvSpPr>
          <p:spPr>
            <a:xfrm>
              <a:off x="3462800" y="4287975"/>
              <a:ext cx="50950" cy="50975"/>
            </a:xfrm>
            <a:custGeom>
              <a:avLst/>
              <a:gdLst/>
              <a:ahLst/>
              <a:cxnLst/>
              <a:rect l="l" t="t" r="r" b="b"/>
              <a:pathLst>
                <a:path w="2038" h="2039" extrusionOk="0">
                  <a:moveTo>
                    <a:pt x="800" y="1"/>
                  </a:moveTo>
                  <a:cubicBezTo>
                    <a:pt x="748" y="1"/>
                    <a:pt x="697" y="52"/>
                    <a:pt x="697" y="104"/>
                  </a:cubicBezTo>
                  <a:lnTo>
                    <a:pt x="697" y="581"/>
                  </a:lnTo>
                  <a:lnTo>
                    <a:pt x="645" y="645"/>
                  </a:lnTo>
                  <a:cubicBezTo>
                    <a:pt x="645" y="697"/>
                    <a:pt x="594" y="697"/>
                    <a:pt x="594" y="697"/>
                  </a:cubicBezTo>
                  <a:lnTo>
                    <a:pt x="104" y="697"/>
                  </a:lnTo>
                  <a:cubicBezTo>
                    <a:pt x="52" y="697"/>
                    <a:pt x="1" y="749"/>
                    <a:pt x="1" y="800"/>
                  </a:cubicBezTo>
                  <a:lnTo>
                    <a:pt x="1" y="1226"/>
                  </a:lnTo>
                  <a:cubicBezTo>
                    <a:pt x="1" y="1290"/>
                    <a:pt x="52" y="1342"/>
                    <a:pt x="104" y="1342"/>
                  </a:cubicBezTo>
                  <a:lnTo>
                    <a:pt x="594" y="1342"/>
                  </a:lnTo>
                  <a:cubicBezTo>
                    <a:pt x="594" y="1342"/>
                    <a:pt x="645" y="1342"/>
                    <a:pt x="645" y="1393"/>
                  </a:cubicBezTo>
                  <a:lnTo>
                    <a:pt x="697" y="1445"/>
                  </a:lnTo>
                  <a:lnTo>
                    <a:pt x="697" y="1935"/>
                  </a:lnTo>
                  <a:cubicBezTo>
                    <a:pt x="697" y="1987"/>
                    <a:pt x="748" y="2038"/>
                    <a:pt x="800" y="2038"/>
                  </a:cubicBezTo>
                  <a:lnTo>
                    <a:pt x="1238" y="2038"/>
                  </a:lnTo>
                  <a:cubicBezTo>
                    <a:pt x="1290" y="2038"/>
                    <a:pt x="1342" y="1987"/>
                    <a:pt x="1342" y="1935"/>
                  </a:cubicBezTo>
                  <a:lnTo>
                    <a:pt x="1342" y="1445"/>
                  </a:lnTo>
                  <a:cubicBezTo>
                    <a:pt x="1342" y="1445"/>
                    <a:pt x="1342" y="1393"/>
                    <a:pt x="1393" y="1393"/>
                  </a:cubicBezTo>
                  <a:cubicBezTo>
                    <a:pt x="1393" y="1342"/>
                    <a:pt x="1445" y="1342"/>
                    <a:pt x="1445" y="1342"/>
                  </a:cubicBezTo>
                  <a:lnTo>
                    <a:pt x="1935" y="1342"/>
                  </a:lnTo>
                  <a:cubicBezTo>
                    <a:pt x="1986" y="1342"/>
                    <a:pt x="2038" y="1290"/>
                    <a:pt x="2038" y="1226"/>
                  </a:cubicBezTo>
                  <a:lnTo>
                    <a:pt x="2038" y="800"/>
                  </a:lnTo>
                  <a:cubicBezTo>
                    <a:pt x="2038" y="749"/>
                    <a:pt x="1986" y="697"/>
                    <a:pt x="1935" y="697"/>
                  </a:cubicBezTo>
                  <a:lnTo>
                    <a:pt x="1445" y="697"/>
                  </a:lnTo>
                  <a:cubicBezTo>
                    <a:pt x="1445" y="697"/>
                    <a:pt x="1393" y="697"/>
                    <a:pt x="1393" y="645"/>
                  </a:cubicBezTo>
                  <a:cubicBezTo>
                    <a:pt x="1342" y="645"/>
                    <a:pt x="1342" y="581"/>
                    <a:pt x="1342" y="581"/>
                  </a:cubicBezTo>
                  <a:lnTo>
                    <a:pt x="1342" y="104"/>
                  </a:lnTo>
                  <a:cubicBezTo>
                    <a:pt x="1342" y="52"/>
                    <a:pt x="1290" y="1"/>
                    <a:pt x="1238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2"/>
            <p:cNvSpPr/>
            <p:nvPr/>
          </p:nvSpPr>
          <p:spPr>
            <a:xfrm>
              <a:off x="3556925" y="4258325"/>
              <a:ext cx="41625" cy="10650"/>
            </a:xfrm>
            <a:custGeom>
              <a:avLst/>
              <a:gdLst/>
              <a:ahLst/>
              <a:cxnLst/>
              <a:rect l="l" t="t" r="r" b="b"/>
              <a:pathLst>
                <a:path w="1665" h="426" extrusionOk="0">
                  <a:moveTo>
                    <a:pt x="1" y="0"/>
                  </a:moveTo>
                  <a:lnTo>
                    <a:pt x="1" y="426"/>
                  </a:lnTo>
                  <a:lnTo>
                    <a:pt x="1664" y="426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2"/>
            <p:cNvSpPr/>
            <p:nvPr/>
          </p:nvSpPr>
          <p:spPr>
            <a:xfrm>
              <a:off x="3688450" y="4305400"/>
              <a:ext cx="14850" cy="14850"/>
            </a:xfrm>
            <a:custGeom>
              <a:avLst/>
              <a:gdLst/>
              <a:ahLst/>
              <a:cxnLst/>
              <a:rect l="l" t="t" r="r" b="b"/>
              <a:pathLst>
                <a:path w="594" h="594" extrusionOk="0">
                  <a:moveTo>
                    <a:pt x="323" y="0"/>
                  </a:moveTo>
                  <a:cubicBezTo>
                    <a:pt x="155" y="0"/>
                    <a:pt x="1" y="103"/>
                    <a:pt x="1" y="271"/>
                  </a:cubicBezTo>
                  <a:cubicBezTo>
                    <a:pt x="1" y="426"/>
                    <a:pt x="155" y="593"/>
                    <a:pt x="323" y="593"/>
                  </a:cubicBezTo>
                  <a:cubicBezTo>
                    <a:pt x="478" y="593"/>
                    <a:pt x="594" y="426"/>
                    <a:pt x="594" y="271"/>
                  </a:cubicBezTo>
                  <a:cubicBezTo>
                    <a:pt x="594" y="103"/>
                    <a:pt x="478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2"/>
            <p:cNvSpPr/>
            <p:nvPr/>
          </p:nvSpPr>
          <p:spPr>
            <a:xfrm>
              <a:off x="3589175" y="4310550"/>
              <a:ext cx="13225" cy="6800"/>
            </a:xfrm>
            <a:custGeom>
              <a:avLst/>
              <a:gdLst/>
              <a:ahLst/>
              <a:cxnLst/>
              <a:rect l="l" t="t" r="r" b="b"/>
              <a:pathLst>
                <a:path w="529" h="272" extrusionOk="0">
                  <a:moveTo>
                    <a:pt x="0" y="0"/>
                  </a:moveTo>
                  <a:lnTo>
                    <a:pt x="0" y="271"/>
                  </a:lnTo>
                  <a:lnTo>
                    <a:pt x="529" y="271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2"/>
            <p:cNvSpPr/>
            <p:nvPr/>
          </p:nvSpPr>
          <p:spPr>
            <a:xfrm>
              <a:off x="3414450" y="4402100"/>
              <a:ext cx="5500" cy="18725"/>
            </a:xfrm>
            <a:custGeom>
              <a:avLst/>
              <a:gdLst/>
              <a:ahLst/>
              <a:cxnLst/>
              <a:rect l="l" t="t" r="r" b="b"/>
              <a:pathLst>
                <a:path w="220" h="749" extrusionOk="0">
                  <a:moveTo>
                    <a:pt x="104" y="0"/>
                  </a:moveTo>
                  <a:lnTo>
                    <a:pt x="104" y="52"/>
                  </a:lnTo>
                  <a:cubicBezTo>
                    <a:pt x="52" y="52"/>
                    <a:pt x="52" y="104"/>
                    <a:pt x="52" y="155"/>
                  </a:cubicBezTo>
                  <a:cubicBezTo>
                    <a:pt x="52" y="207"/>
                    <a:pt x="0" y="271"/>
                    <a:pt x="0" y="271"/>
                  </a:cubicBezTo>
                  <a:lnTo>
                    <a:pt x="0" y="374"/>
                  </a:lnTo>
                  <a:lnTo>
                    <a:pt x="0" y="529"/>
                  </a:lnTo>
                  <a:lnTo>
                    <a:pt x="0" y="748"/>
                  </a:lnTo>
                  <a:lnTo>
                    <a:pt x="52" y="748"/>
                  </a:lnTo>
                  <a:lnTo>
                    <a:pt x="104" y="697"/>
                  </a:lnTo>
                  <a:cubicBezTo>
                    <a:pt x="155" y="594"/>
                    <a:pt x="155" y="529"/>
                    <a:pt x="220" y="426"/>
                  </a:cubicBezTo>
                  <a:lnTo>
                    <a:pt x="220" y="155"/>
                  </a:lnTo>
                  <a:lnTo>
                    <a:pt x="220" y="52"/>
                  </a:lnTo>
                  <a:cubicBezTo>
                    <a:pt x="220" y="0"/>
                    <a:pt x="220" y="0"/>
                    <a:pt x="155" y="0"/>
                  </a:cubicBez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2"/>
            <p:cNvSpPr/>
            <p:nvPr/>
          </p:nvSpPr>
          <p:spPr>
            <a:xfrm>
              <a:off x="3442500" y="4268950"/>
              <a:ext cx="88675" cy="88675"/>
            </a:xfrm>
            <a:custGeom>
              <a:avLst/>
              <a:gdLst/>
              <a:ahLst/>
              <a:cxnLst/>
              <a:rect l="l" t="t" r="r" b="b"/>
              <a:pathLst>
                <a:path w="3547" h="3547" extrusionOk="0">
                  <a:moveTo>
                    <a:pt x="2050" y="543"/>
                  </a:moveTo>
                  <a:cubicBezTo>
                    <a:pt x="2205" y="543"/>
                    <a:pt x="2373" y="697"/>
                    <a:pt x="2373" y="865"/>
                  </a:cubicBezTo>
                  <a:lnTo>
                    <a:pt x="2373" y="1239"/>
                  </a:lnTo>
                  <a:lnTo>
                    <a:pt x="2747" y="1239"/>
                  </a:lnTo>
                  <a:cubicBezTo>
                    <a:pt x="2901" y="1239"/>
                    <a:pt x="3069" y="1406"/>
                    <a:pt x="3069" y="1561"/>
                  </a:cubicBezTo>
                  <a:lnTo>
                    <a:pt x="3069" y="1987"/>
                  </a:lnTo>
                  <a:cubicBezTo>
                    <a:pt x="3069" y="2154"/>
                    <a:pt x="2901" y="2309"/>
                    <a:pt x="2747" y="2309"/>
                  </a:cubicBezTo>
                  <a:lnTo>
                    <a:pt x="2373" y="2309"/>
                  </a:lnTo>
                  <a:lnTo>
                    <a:pt x="2373" y="2696"/>
                  </a:lnTo>
                  <a:cubicBezTo>
                    <a:pt x="2373" y="2851"/>
                    <a:pt x="2205" y="3018"/>
                    <a:pt x="2050" y="3018"/>
                  </a:cubicBezTo>
                  <a:lnTo>
                    <a:pt x="1612" y="3018"/>
                  </a:lnTo>
                  <a:cubicBezTo>
                    <a:pt x="1457" y="3018"/>
                    <a:pt x="1290" y="2851"/>
                    <a:pt x="1290" y="2696"/>
                  </a:cubicBezTo>
                  <a:lnTo>
                    <a:pt x="1290" y="2309"/>
                  </a:lnTo>
                  <a:lnTo>
                    <a:pt x="916" y="2309"/>
                  </a:lnTo>
                  <a:cubicBezTo>
                    <a:pt x="761" y="2309"/>
                    <a:pt x="593" y="2154"/>
                    <a:pt x="593" y="1987"/>
                  </a:cubicBezTo>
                  <a:lnTo>
                    <a:pt x="593" y="1561"/>
                  </a:lnTo>
                  <a:cubicBezTo>
                    <a:pt x="593" y="1406"/>
                    <a:pt x="761" y="1239"/>
                    <a:pt x="916" y="1239"/>
                  </a:cubicBezTo>
                  <a:lnTo>
                    <a:pt x="1290" y="1239"/>
                  </a:lnTo>
                  <a:lnTo>
                    <a:pt x="1290" y="865"/>
                  </a:lnTo>
                  <a:cubicBezTo>
                    <a:pt x="1290" y="697"/>
                    <a:pt x="1457" y="543"/>
                    <a:pt x="1612" y="543"/>
                  </a:cubicBezTo>
                  <a:close/>
                  <a:moveTo>
                    <a:pt x="1780" y="1"/>
                  </a:moveTo>
                  <a:cubicBezTo>
                    <a:pt x="1290" y="1"/>
                    <a:pt x="813" y="169"/>
                    <a:pt x="490" y="491"/>
                  </a:cubicBezTo>
                  <a:cubicBezTo>
                    <a:pt x="168" y="813"/>
                    <a:pt x="0" y="1290"/>
                    <a:pt x="0" y="1780"/>
                  </a:cubicBezTo>
                  <a:cubicBezTo>
                    <a:pt x="0" y="2258"/>
                    <a:pt x="168" y="2696"/>
                    <a:pt x="490" y="3018"/>
                  </a:cubicBezTo>
                  <a:cubicBezTo>
                    <a:pt x="813" y="3341"/>
                    <a:pt x="1290" y="3547"/>
                    <a:pt x="1780" y="3547"/>
                  </a:cubicBezTo>
                  <a:cubicBezTo>
                    <a:pt x="2257" y="3547"/>
                    <a:pt x="2695" y="3341"/>
                    <a:pt x="3018" y="3018"/>
                  </a:cubicBezTo>
                  <a:cubicBezTo>
                    <a:pt x="3340" y="2696"/>
                    <a:pt x="3546" y="2258"/>
                    <a:pt x="3546" y="1780"/>
                  </a:cubicBezTo>
                  <a:cubicBezTo>
                    <a:pt x="3546" y="1290"/>
                    <a:pt x="3340" y="813"/>
                    <a:pt x="3018" y="491"/>
                  </a:cubicBezTo>
                  <a:cubicBezTo>
                    <a:pt x="2695" y="169"/>
                    <a:pt x="2257" y="1"/>
                    <a:pt x="1780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2"/>
            <p:cNvSpPr/>
            <p:nvPr/>
          </p:nvSpPr>
          <p:spPr>
            <a:xfrm>
              <a:off x="3421225" y="4360525"/>
              <a:ext cx="9375" cy="20000"/>
            </a:xfrm>
            <a:custGeom>
              <a:avLst/>
              <a:gdLst/>
              <a:ahLst/>
              <a:cxnLst/>
              <a:rect l="l" t="t" r="r" b="b"/>
              <a:pathLst>
                <a:path w="375" h="800" extrusionOk="0">
                  <a:moveTo>
                    <a:pt x="206" y="0"/>
                  </a:moveTo>
                  <a:lnTo>
                    <a:pt x="206" y="52"/>
                  </a:lnTo>
                  <a:cubicBezTo>
                    <a:pt x="155" y="103"/>
                    <a:pt x="103" y="155"/>
                    <a:pt x="103" y="206"/>
                  </a:cubicBezTo>
                  <a:lnTo>
                    <a:pt x="52" y="258"/>
                  </a:lnTo>
                  <a:lnTo>
                    <a:pt x="52" y="322"/>
                  </a:lnTo>
                  <a:cubicBezTo>
                    <a:pt x="52" y="374"/>
                    <a:pt x="0" y="426"/>
                    <a:pt x="0" y="426"/>
                  </a:cubicBezTo>
                  <a:lnTo>
                    <a:pt x="0" y="645"/>
                  </a:lnTo>
                  <a:lnTo>
                    <a:pt x="0" y="748"/>
                  </a:lnTo>
                  <a:lnTo>
                    <a:pt x="0" y="800"/>
                  </a:lnTo>
                  <a:lnTo>
                    <a:pt x="103" y="800"/>
                  </a:lnTo>
                  <a:lnTo>
                    <a:pt x="155" y="748"/>
                  </a:lnTo>
                  <a:cubicBezTo>
                    <a:pt x="206" y="696"/>
                    <a:pt x="271" y="580"/>
                    <a:pt x="323" y="477"/>
                  </a:cubicBezTo>
                  <a:cubicBezTo>
                    <a:pt x="374" y="322"/>
                    <a:pt x="374" y="206"/>
                    <a:pt x="374" y="155"/>
                  </a:cubicBezTo>
                  <a:lnTo>
                    <a:pt x="374" y="5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2"/>
            <p:cNvSpPr/>
            <p:nvPr/>
          </p:nvSpPr>
          <p:spPr>
            <a:xfrm>
              <a:off x="3402200" y="4248975"/>
              <a:ext cx="356225" cy="217625"/>
            </a:xfrm>
            <a:custGeom>
              <a:avLst/>
              <a:gdLst/>
              <a:ahLst/>
              <a:cxnLst/>
              <a:rect l="l" t="t" r="r" b="b"/>
              <a:pathLst>
                <a:path w="14249" h="8705" extrusionOk="0">
                  <a:moveTo>
                    <a:pt x="6667" y="2257"/>
                  </a:moveTo>
                  <a:lnTo>
                    <a:pt x="6718" y="2309"/>
                  </a:lnTo>
                  <a:lnTo>
                    <a:pt x="6770" y="2360"/>
                  </a:lnTo>
                  <a:lnTo>
                    <a:pt x="6770" y="2850"/>
                  </a:lnTo>
                  <a:lnTo>
                    <a:pt x="6718" y="2902"/>
                  </a:lnTo>
                  <a:cubicBezTo>
                    <a:pt x="6718" y="2953"/>
                    <a:pt x="6667" y="2953"/>
                    <a:pt x="6667" y="2953"/>
                  </a:cubicBezTo>
                  <a:lnTo>
                    <a:pt x="5971" y="2953"/>
                  </a:lnTo>
                  <a:cubicBezTo>
                    <a:pt x="5919" y="2953"/>
                    <a:pt x="5919" y="2953"/>
                    <a:pt x="5919" y="2902"/>
                  </a:cubicBezTo>
                  <a:cubicBezTo>
                    <a:pt x="5867" y="2902"/>
                    <a:pt x="5867" y="2850"/>
                    <a:pt x="5867" y="2850"/>
                  </a:cubicBezTo>
                  <a:lnTo>
                    <a:pt x="5867" y="2360"/>
                  </a:lnTo>
                  <a:cubicBezTo>
                    <a:pt x="5867" y="2360"/>
                    <a:pt x="5867" y="2309"/>
                    <a:pt x="5919" y="2309"/>
                  </a:cubicBezTo>
                  <a:cubicBezTo>
                    <a:pt x="5919" y="2309"/>
                    <a:pt x="5919" y="2257"/>
                    <a:pt x="5971" y="2257"/>
                  </a:cubicBezTo>
                  <a:close/>
                  <a:moveTo>
                    <a:pt x="8059" y="2257"/>
                  </a:moveTo>
                  <a:cubicBezTo>
                    <a:pt x="8124" y="2257"/>
                    <a:pt x="8124" y="2309"/>
                    <a:pt x="8176" y="2309"/>
                  </a:cubicBezTo>
                  <a:lnTo>
                    <a:pt x="8176" y="2360"/>
                  </a:lnTo>
                  <a:lnTo>
                    <a:pt x="8176" y="2850"/>
                  </a:lnTo>
                  <a:lnTo>
                    <a:pt x="8176" y="2902"/>
                  </a:lnTo>
                  <a:cubicBezTo>
                    <a:pt x="8124" y="2953"/>
                    <a:pt x="8124" y="2953"/>
                    <a:pt x="8059" y="2953"/>
                  </a:cubicBezTo>
                  <a:lnTo>
                    <a:pt x="7415" y="2953"/>
                  </a:lnTo>
                  <a:cubicBezTo>
                    <a:pt x="7363" y="2953"/>
                    <a:pt x="7363" y="2953"/>
                    <a:pt x="7312" y="2902"/>
                  </a:cubicBezTo>
                  <a:lnTo>
                    <a:pt x="7312" y="2850"/>
                  </a:lnTo>
                  <a:lnTo>
                    <a:pt x="7312" y="2360"/>
                  </a:lnTo>
                  <a:lnTo>
                    <a:pt x="7312" y="2309"/>
                  </a:lnTo>
                  <a:cubicBezTo>
                    <a:pt x="7363" y="2309"/>
                    <a:pt x="7363" y="2257"/>
                    <a:pt x="7415" y="2257"/>
                  </a:cubicBezTo>
                  <a:close/>
                  <a:moveTo>
                    <a:pt x="3392" y="529"/>
                  </a:moveTo>
                  <a:cubicBezTo>
                    <a:pt x="4513" y="529"/>
                    <a:pt x="5429" y="1445"/>
                    <a:pt x="5429" y="2579"/>
                  </a:cubicBezTo>
                  <a:cubicBezTo>
                    <a:pt x="5429" y="3701"/>
                    <a:pt x="4513" y="4617"/>
                    <a:pt x="3392" y="4617"/>
                  </a:cubicBezTo>
                  <a:cubicBezTo>
                    <a:pt x="2257" y="4617"/>
                    <a:pt x="1354" y="3701"/>
                    <a:pt x="1354" y="2579"/>
                  </a:cubicBezTo>
                  <a:cubicBezTo>
                    <a:pt x="1354" y="1445"/>
                    <a:pt x="2257" y="529"/>
                    <a:pt x="3392" y="529"/>
                  </a:cubicBezTo>
                  <a:close/>
                  <a:moveTo>
                    <a:pt x="10703" y="529"/>
                  </a:moveTo>
                  <a:cubicBezTo>
                    <a:pt x="11825" y="529"/>
                    <a:pt x="12740" y="1445"/>
                    <a:pt x="12740" y="2579"/>
                  </a:cubicBezTo>
                  <a:cubicBezTo>
                    <a:pt x="12740" y="3701"/>
                    <a:pt x="11825" y="4617"/>
                    <a:pt x="10703" y="4617"/>
                  </a:cubicBezTo>
                  <a:cubicBezTo>
                    <a:pt x="9568" y="4617"/>
                    <a:pt x="8653" y="3701"/>
                    <a:pt x="8653" y="2579"/>
                  </a:cubicBezTo>
                  <a:cubicBezTo>
                    <a:pt x="8653" y="1445"/>
                    <a:pt x="9568" y="529"/>
                    <a:pt x="10703" y="529"/>
                  </a:cubicBezTo>
                  <a:close/>
                  <a:moveTo>
                    <a:pt x="1032" y="4243"/>
                  </a:moveTo>
                  <a:cubicBezTo>
                    <a:pt x="1084" y="4243"/>
                    <a:pt x="1135" y="4294"/>
                    <a:pt x="1187" y="4294"/>
                  </a:cubicBezTo>
                  <a:cubicBezTo>
                    <a:pt x="1238" y="4346"/>
                    <a:pt x="1290" y="4398"/>
                    <a:pt x="1290" y="4462"/>
                  </a:cubicBezTo>
                  <a:cubicBezTo>
                    <a:pt x="1354" y="4514"/>
                    <a:pt x="1354" y="4565"/>
                    <a:pt x="1354" y="4617"/>
                  </a:cubicBezTo>
                  <a:cubicBezTo>
                    <a:pt x="1354" y="4720"/>
                    <a:pt x="1290" y="4836"/>
                    <a:pt x="1238" y="4991"/>
                  </a:cubicBezTo>
                  <a:cubicBezTo>
                    <a:pt x="1187" y="5107"/>
                    <a:pt x="1187" y="5158"/>
                    <a:pt x="1135" y="5262"/>
                  </a:cubicBezTo>
                  <a:cubicBezTo>
                    <a:pt x="1084" y="5313"/>
                    <a:pt x="1032" y="5365"/>
                    <a:pt x="967" y="5429"/>
                  </a:cubicBezTo>
                  <a:cubicBezTo>
                    <a:pt x="916" y="5429"/>
                    <a:pt x="864" y="5481"/>
                    <a:pt x="813" y="5481"/>
                  </a:cubicBezTo>
                  <a:cubicBezTo>
                    <a:pt x="761" y="5481"/>
                    <a:pt x="710" y="5429"/>
                    <a:pt x="645" y="5429"/>
                  </a:cubicBezTo>
                  <a:cubicBezTo>
                    <a:pt x="594" y="5365"/>
                    <a:pt x="594" y="5313"/>
                    <a:pt x="594" y="5262"/>
                  </a:cubicBezTo>
                  <a:cubicBezTo>
                    <a:pt x="542" y="5210"/>
                    <a:pt x="542" y="5158"/>
                    <a:pt x="542" y="5107"/>
                  </a:cubicBezTo>
                  <a:cubicBezTo>
                    <a:pt x="542" y="4991"/>
                    <a:pt x="594" y="4836"/>
                    <a:pt x="594" y="4720"/>
                  </a:cubicBezTo>
                  <a:cubicBezTo>
                    <a:pt x="645" y="4720"/>
                    <a:pt x="645" y="4668"/>
                    <a:pt x="645" y="4668"/>
                  </a:cubicBezTo>
                  <a:cubicBezTo>
                    <a:pt x="645" y="4617"/>
                    <a:pt x="710" y="4565"/>
                    <a:pt x="710" y="4514"/>
                  </a:cubicBezTo>
                  <a:cubicBezTo>
                    <a:pt x="761" y="4462"/>
                    <a:pt x="813" y="4398"/>
                    <a:pt x="864" y="4346"/>
                  </a:cubicBezTo>
                  <a:cubicBezTo>
                    <a:pt x="916" y="4294"/>
                    <a:pt x="967" y="4243"/>
                    <a:pt x="1032" y="4243"/>
                  </a:cubicBezTo>
                  <a:close/>
                  <a:moveTo>
                    <a:pt x="645" y="5906"/>
                  </a:moveTo>
                  <a:cubicBezTo>
                    <a:pt x="710" y="5906"/>
                    <a:pt x="710" y="5906"/>
                    <a:pt x="761" y="5958"/>
                  </a:cubicBezTo>
                  <a:cubicBezTo>
                    <a:pt x="813" y="5958"/>
                    <a:pt x="864" y="6009"/>
                    <a:pt x="864" y="6074"/>
                  </a:cubicBezTo>
                  <a:cubicBezTo>
                    <a:pt x="916" y="6177"/>
                    <a:pt x="916" y="6229"/>
                    <a:pt x="916" y="6280"/>
                  </a:cubicBezTo>
                  <a:cubicBezTo>
                    <a:pt x="916" y="6396"/>
                    <a:pt x="916" y="6448"/>
                    <a:pt x="864" y="6551"/>
                  </a:cubicBezTo>
                  <a:cubicBezTo>
                    <a:pt x="864" y="6654"/>
                    <a:pt x="813" y="6770"/>
                    <a:pt x="813" y="6822"/>
                  </a:cubicBezTo>
                  <a:cubicBezTo>
                    <a:pt x="761" y="6925"/>
                    <a:pt x="710" y="6976"/>
                    <a:pt x="645" y="6976"/>
                  </a:cubicBezTo>
                  <a:cubicBezTo>
                    <a:pt x="594" y="7041"/>
                    <a:pt x="594" y="7041"/>
                    <a:pt x="542" y="7041"/>
                  </a:cubicBezTo>
                  <a:lnTo>
                    <a:pt x="387" y="7041"/>
                  </a:lnTo>
                  <a:cubicBezTo>
                    <a:pt x="323" y="6976"/>
                    <a:pt x="323" y="6925"/>
                    <a:pt x="323" y="6873"/>
                  </a:cubicBezTo>
                  <a:cubicBezTo>
                    <a:pt x="271" y="6770"/>
                    <a:pt x="271" y="6719"/>
                    <a:pt x="271" y="6654"/>
                  </a:cubicBezTo>
                  <a:lnTo>
                    <a:pt x="271" y="6448"/>
                  </a:lnTo>
                  <a:cubicBezTo>
                    <a:pt x="323" y="6396"/>
                    <a:pt x="323" y="6396"/>
                    <a:pt x="323" y="6332"/>
                  </a:cubicBezTo>
                  <a:cubicBezTo>
                    <a:pt x="323" y="6332"/>
                    <a:pt x="323" y="6229"/>
                    <a:pt x="387" y="6177"/>
                  </a:cubicBezTo>
                  <a:cubicBezTo>
                    <a:pt x="387" y="6125"/>
                    <a:pt x="439" y="6074"/>
                    <a:pt x="490" y="6009"/>
                  </a:cubicBezTo>
                  <a:cubicBezTo>
                    <a:pt x="490" y="5958"/>
                    <a:pt x="594" y="5906"/>
                    <a:pt x="645" y="5906"/>
                  </a:cubicBezTo>
                  <a:close/>
                  <a:moveTo>
                    <a:pt x="3546" y="1"/>
                  </a:moveTo>
                  <a:cubicBezTo>
                    <a:pt x="2798" y="1"/>
                    <a:pt x="2102" y="271"/>
                    <a:pt x="1612" y="800"/>
                  </a:cubicBezTo>
                  <a:cubicBezTo>
                    <a:pt x="1135" y="1290"/>
                    <a:pt x="813" y="1935"/>
                    <a:pt x="813" y="2683"/>
                  </a:cubicBezTo>
                  <a:cubicBezTo>
                    <a:pt x="813" y="2786"/>
                    <a:pt x="813" y="2902"/>
                    <a:pt x="864" y="3005"/>
                  </a:cubicBezTo>
                  <a:lnTo>
                    <a:pt x="864" y="3057"/>
                  </a:lnTo>
                  <a:cubicBezTo>
                    <a:pt x="594" y="3753"/>
                    <a:pt x="387" y="4617"/>
                    <a:pt x="168" y="5365"/>
                  </a:cubicBezTo>
                  <a:cubicBezTo>
                    <a:pt x="65" y="5855"/>
                    <a:pt x="0" y="6280"/>
                    <a:pt x="0" y="6603"/>
                  </a:cubicBezTo>
                  <a:cubicBezTo>
                    <a:pt x="0" y="7144"/>
                    <a:pt x="168" y="7570"/>
                    <a:pt x="387" y="7892"/>
                  </a:cubicBezTo>
                  <a:cubicBezTo>
                    <a:pt x="594" y="8163"/>
                    <a:pt x="916" y="8382"/>
                    <a:pt x="1290" y="8537"/>
                  </a:cubicBezTo>
                  <a:cubicBezTo>
                    <a:pt x="1509" y="8653"/>
                    <a:pt x="1728" y="8704"/>
                    <a:pt x="1883" y="8704"/>
                  </a:cubicBezTo>
                  <a:cubicBezTo>
                    <a:pt x="2051" y="8704"/>
                    <a:pt x="2154" y="8653"/>
                    <a:pt x="2321" y="8588"/>
                  </a:cubicBezTo>
                  <a:cubicBezTo>
                    <a:pt x="2425" y="8537"/>
                    <a:pt x="2579" y="8434"/>
                    <a:pt x="2747" y="8330"/>
                  </a:cubicBezTo>
                  <a:cubicBezTo>
                    <a:pt x="3018" y="8060"/>
                    <a:pt x="3392" y="7621"/>
                    <a:pt x="3869" y="7041"/>
                  </a:cubicBezTo>
                  <a:cubicBezTo>
                    <a:pt x="4462" y="6229"/>
                    <a:pt x="4900" y="5532"/>
                    <a:pt x="5158" y="4939"/>
                  </a:cubicBezTo>
                  <a:cubicBezTo>
                    <a:pt x="5223" y="4888"/>
                    <a:pt x="5274" y="4888"/>
                    <a:pt x="5274" y="4888"/>
                  </a:cubicBezTo>
                  <a:lnTo>
                    <a:pt x="8975" y="4888"/>
                  </a:lnTo>
                  <a:cubicBezTo>
                    <a:pt x="9027" y="4888"/>
                    <a:pt x="9091" y="4888"/>
                    <a:pt x="9091" y="4939"/>
                  </a:cubicBezTo>
                  <a:cubicBezTo>
                    <a:pt x="9349" y="5532"/>
                    <a:pt x="9787" y="6229"/>
                    <a:pt x="10432" y="7041"/>
                  </a:cubicBezTo>
                  <a:cubicBezTo>
                    <a:pt x="10754" y="7466"/>
                    <a:pt x="11025" y="7840"/>
                    <a:pt x="11283" y="8060"/>
                  </a:cubicBezTo>
                  <a:cubicBezTo>
                    <a:pt x="11554" y="8330"/>
                    <a:pt x="11773" y="8485"/>
                    <a:pt x="11928" y="8588"/>
                  </a:cubicBezTo>
                  <a:cubicBezTo>
                    <a:pt x="12095" y="8653"/>
                    <a:pt x="12199" y="8704"/>
                    <a:pt x="12366" y="8704"/>
                  </a:cubicBezTo>
                  <a:cubicBezTo>
                    <a:pt x="12521" y="8704"/>
                    <a:pt x="12740" y="8653"/>
                    <a:pt x="13011" y="8537"/>
                  </a:cubicBezTo>
                  <a:cubicBezTo>
                    <a:pt x="13385" y="8382"/>
                    <a:pt x="13656" y="8163"/>
                    <a:pt x="13927" y="7892"/>
                  </a:cubicBezTo>
                  <a:cubicBezTo>
                    <a:pt x="14133" y="7570"/>
                    <a:pt x="14249" y="7144"/>
                    <a:pt x="14249" y="6603"/>
                  </a:cubicBezTo>
                  <a:cubicBezTo>
                    <a:pt x="14249" y="6280"/>
                    <a:pt x="14184" y="5855"/>
                    <a:pt x="14081" y="5365"/>
                  </a:cubicBezTo>
                  <a:cubicBezTo>
                    <a:pt x="13862" y="4617"/>
                    <a:pt x="13656" y="3753"/>
                    <a:pt x="13437" y="3057"/>
                  </a:cubicBezTo>
                  <a:lnTo>
                    <a:pt x="13437" y="3005"/>
                  </a:lnTo>
                  <a:lnTo>
                    <a:pt x="13437" y="2683"/>
                  </a:lnTo>
                  <a:cubicBezTo>
                    <a:pt x="13437" y="1935"/>
                    <a:pt x="13114" y="1290"/>
                    <a:pt x="12637" y="800"/>
                  </a:cubicBezTo>
                  <a:cubicBezTo>
                    <a:pt x="12147" y="271"/>
                    <a:pt x="11451" y="1"/>
                    <a:pt x="10703" y="1"/>
                  </a:cubicBezTo>
                  <a:cubicBezTo>
                    <a:pt x="9891" y="1"/>
                    <a:pt x="9091" y="374"/>
                    <a:pt x="8601" y="1019"/>
                  </a:cubicBezTo>
                  <a:cubicBezTo>
                    <a:pt x="8601" y="1019"/>
                    <a:pt x="8549" y="1071"/>
                    <a:pt x="8498" y="1071"/>
                  </a:cubicBezTo>
                  <a:lnTo>
                    <a:pt x="5751" y="1071"/>
                  </a:lnTo>
                  <a:cubicBezTo>
                    <a:pt x="5700" y="1071"/>
                    <a:pt x="5700" y="1019"/>
                    <a:pt x="5648" y="1019"/>
                  </a:cubicBezTo>
                  <a:cubicBezTo>
                    <a:pt x="5158" y="374"/>
                    <a:pt x="4410" y="1"/>
                    <a:pt x="3546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2"/>
            <p:cNvSpPr/>
            <p:nvPr/>
          </p:nvSpPr>
          <p:spPr>
            <a:xfrm>
              <a:off x="3397050" y="4242200"/>
              <a:ext cx="367825" cy="229550"/>
            </a:xfrm>
            <a:custGeom>
              <a:avLst/>
              <a:gdLst/>
              <a:ahLst/>
              <a:cxnLst/>
              <a:rect l="l" t="t" r="r" b="b"/>
              <a:pathLst>
                <a:path w="14713" h="9182" extrusionOk="0">
                  <a:moveTo>
                    <a:pt x="8059" y="645"/>
                  </a:moveTo>
                  <a:lnTo>
                    <a:pt x="8059" y="1071"/>
                  </a:lnTo>
                  <a:lnTo>
                    <a:pt x="6396" y="1071"/>
                  </a:lnTo>
                  <a:lnTo>
                    <a:pt x="6396" y="645"/>
                  </a:lnTo>
                  <a:close/>
                  <a:moveTo>
                    <a:pt x="10909" y="272"/>
                  </a:moveTo>
                  <a:cubicBezTo>
                    <a:pt x="11657" y="272"/>
                    <a:pt x="12353" y="542"/>
                    <a:pt x="12843" y="1071"/>
                  </a:cubicBezTo>
                  <a:cubicBezTo>
                    <a:pt x="13320" y="1561"/>
                    <a:pt x="13643" y="2206"/>
                    <a:pt x="13643" y="2954"/>
                  </a:cubicBezTo>
                  <a:lnTo>
                    <a:pt x="13643" y="3276"/>
                  </a:lnTo>
                  <a:lnTo>
                    <a:pt x="13643" y="3328"/>
                  </a:lnTo>
                  <a:cubicBezTo>
                    <a:pt x="13862" y="4024"/>
                    <a:pt x="14068" y="4888"/>
                    <a:pt x="14287" y="5636"/>
                  </a:cubicBezTo>
                  <a:cubicBezTo>
                    <a:pt x="14390" y="6126"/>
                    <a:pt x="14455" y="6551"/>
                    <a:pt x="14455" y="6874"/>
                  </a:cubicBezTo>
                  <a:cubicBezTo>
                    <a:pt x="14455" y="7415"/>
                    <a:pt x="14339" y="7841"/>
                    <a:pt x="14133" y="8163"/>
                  </a:cubicBezTo>
                  <a:cubicBezTo>
                    <a:pt x="13862" y="8434"/>
                    <a:pt x="13591" y="8653"/>
                    <a:pt x="13217" y="8808"/>
                  </a:cubicBezTo>
                  <a:cubicBezTo>
                    <a:pt x="12946" y="8924"/>
                    <a:pt x="12727" y="8975"/>
                    <a:pt x="12572" y="8975"/>
                  </a:cubicBezTo>
                  <a:cubicBezTo>
                    <a:pt x="12405" y="8975"/>
                    <a:pt x="12301" y="8924"/>
                    <a:pt x="12134" y="8859"/>
                  </a:cubicBezTo>
                  <a:cubicBezTo>
                    <a:pt x="11979" y="8756"/>
                    <a:pt x="11760" y="8601"/>
                    <a:pt x="11489" y="8331"/>
                  </a:cubicBezTo>
                  <a:cubicBezTo>
                    <a:pt x="11231" y="8111"/>
                    <a:pt x="10960" y="7737"/>
                    <a:pt x="10638" y="7312"/>
                  </a:cubicBezTo>
                  <a:cubicBezTo>
                    <a:pt x="9993" y="6500"/>
                    <a:pt x="9555" y="5803"/>
                    <a:pt x="9297" y="5210"/>
                  </a:cubicBezTo>
                  <a:cubicBezTo>
                    <a:pt x="9297" y="5159"/>
                    <a:pt x="9233" y="5159"/>
                    <a:pt x="9181" y="5159"/>
                  </a:cubicBezTo>
                  <a:lnTo>
                    <a:pt x="5480" y="5159"/>
                  </a:lnTo>
                  <a:cubicBezTo>
                    <a:pt x="5480" y="5159"/>
                    <a:pt x="5429" y="5159"/>
                    <a:pt x="5364" y="5210"/>
                  </a:cubicBezTo>
                  <a:cubicBezTo>
                    <a:pt x="5106" y="5803"/>
                    <a:pt x="4668" y="6500"/>
                    <a:pt x="4075" y="7312"/>
                  </a:cubicBezTo>
                  <a:cubicBezTo>
                    <a:pt x="3598" y="7892"/>
                    <a:pt x="3224" y="8331"/>
                    <a:pt x="2953" y="8601"/>
                  </a:cubicBezTo>
                  <a:cubicBezTo>
                    <a:pt x="2785" y="8705"/>
                    <a:pt x="2631" y="8808"/>
                    <a:pt x="2527" y="8859"/>
                  </a:cubicBezTo>
                  <a:cubicBezTo>
                    <a:pt x="2360" y="8924"/>
                    <a:pt x="2257" y="8975"/>
                    <a:pt x="2089" y="8975"/>
                  </a:cubicBezTo>
                  <a:cubicBezTo>
                    <a:pt x="1934" y="8975"/>
                    <a:pt x="1715" y="8924"/>
                    <a:pt x="1496" y="8808"/>
                  </a:cubicBezTo>
                  <a:cubicBezTo>
                    <a:pt x="1122" y="8653"/>
                    <a:pt x="800" y="8434"/>
                    <a:pt x="593" y="8163"/>
                  </a:cubicBezTo>
                  <a:cubicBezTo>
                    <a:pt x="374" y="7841"/>
                    <a:pt x="206" y="7415"/>
                    <a:pt x="206" y="6874"/>
                  </a:cubicBezTo>
                  <a:cubicBezTo>
                    <a:pt x="206" y="6551"/>
                    <a:pt x="271" y="6126"/>
                    <a:pt x="374" y="5636"/>
                  </a:cubicBezTo>
                  <a:cubicBezTo>
                    <a:pt x="593" y="4888"/>
                    <a:pt x="800" y="4024"/>
                    <a:pt x="1070" y="3328"/>
                  </a:cubicBezTo>
                  <a:lnTo>
                    <a:pt x="1070" y="3276"/>
                  </a:lnTo>
                  <a:cubicBezTo>
                    <a:pt x="1019" y="3173"/>
                    <a:pt x="1019" y="3057"/>
                    <a:pt x="1019" y="2954"/>
                  </a:cubicBezTo>
                  <a:cubicBezTo>
                    <a:pt x="1019" y="2206"/>
                    <a:pt x="1341" y="1561"/>
                    <a:pt x="1818" y="1071"/>
                  </a:cubicBezTo>
                  <a:cubicBezTo>
                    <a:pt x="2308" y="542"/>
                    <a:pt x="3004" y="272"/>
                    <a:pt x="3752" y="272"/>
                  </a:cubicBezTo>
                  <a:cubicBezTo>
                    <a:pt x="4616" y="272"/>
                    <a:pt x="5364" y="645"/>
                    <a:pt x="5854" y="1290"/>
                  </a:cubicBezTo>
                  <a:cubicBezTo>
                    <a:pt x="5906" y="1290"/>
                    <a:pt x="5906" y="1342"/>
                    <a:pt x="5957" y="1342"/>
                  </a:cubicBezTo>
                  <a:lnTo>
                    <a:pt x="8704" y="1342"/>
                  </a:lnTo>
                  <a:cubicBezTo>
                    <a:pt x="8755" y="1342"/>
                    <a:pt x="8807" y="1290"/>
                    <a:pt x="8807" y="1290"/>
                  </a:cubicBezTo>
                  <a:cubicBezTo>
                    <a:pt x="9297" y="645"/>
                    <a:pt x="10097" y="272"/>
                    <a:pt x="10909" y="272"/>
                  </a:cubicBezTo>
                  <a:close/>
                  <a:moveTo>
                    <a:pt x="3752" y="1"/>
                  </a:moveTo>
                  <a:cubicBezTo>
                    <a:pt x="2089" y="1"/>
                    <a:pt x="800" y="1342"/>
                    <a:pt x="800" y="2954"/>
                  </a:cubicBezTo>
                  <a:lnTo>
                    <a:pt x="800" y="3276"/>
                  </a:lnTo>
                  <a:cubicBezTo>
                    <a:pt x="593" y="3972"/>
                    <a:pt x="374" y="4836"/>
                    <a:pt x="155" y="5584"/>
                  </a:cubicBezTo>
                  <a:cubicBezTo>
                    <a:pt x="52" y="6074"/>
                    <a:pt x="0" y="6500"/>
                    <a:pt x="0" y="6874"/>
                  </a:cubicBezTo>
                  <a:cubicBezTo>
                    <a:pt x="0" y="7467"/>
                    <a:pt x="103" y="7957"/>
                    <a:pt x="374" y="8279"/>
                  </a:cubicBezTo>
                  <a:cubicBezTo>
                    <a:pt x="645" y="8653"/>
                    <a:pt x="967" y="8859"/>
                    <a:pt x="1393" y="9027"/>
                  </a:cubicBezTo>
                  <a:cubicBezTo>
                    <a:pt x="1663" y="9130"/>
                    <a:pt x="1883" y="9182"/>
                    <a:pt x="2089" y="9182"/>
                  </a:cubicBezTo>
                  <a:cubicBezTo>
                    <a:pt x="2308" y="9182"/>
                    <a:pt x="2463" y="9130"/>
                    <a:pt x="2631" y="9079"/>
                  </a:cubicBezTo>
                  <a:cubicBezTo>
                    <a:pt x="2850" y="8975"/>
                    <a:pt x="3108" y="8808"/>
                    <a:pt x="3378" y="8537"/>
                  </a:cubicBezTo>
                  <a:cubicBezTo>
                    <a:pt x="3598" y="8279"/>
                    <a:pt x="3920" y="7892"/>
                    <a:pt x="4242" y="7415"/>
                  </a:cubicBezTo>
                  <a:cubicBezTo>
                    <a:pt x="4836" y="6667"/>
                    <a:pt x="5261" y="5958"/>
                    <a:pt x="5583" y="5378"/>
                  </a:cubicBezTo>
                  <a:lnTo>
                    <a:pt x="9078" y="5378"/>
                  </a:lnTo>
                  <a:cubicBezTo>
                    <a:pt x="9400" y="5958"/>
                    <a:pt x="9826" y="6667"/>
                    <a:pt x="10419" y="7415"/>
                  </a:cubicBezTo>
                  <a:cubicBezTo>
                    <a:pt x="10909" y="8060"/>
                    <a:pt x="11231" y="8485"/>
                    <a:pt x="11554" y="8756"/>
                  </a:cubicBezTo>
                  <a:cubicBezTo>
                    <a:pt x="11708" y="8924"/>
                    <a:pt x="11876" y="9027"/>
                    <a:pt x="12031" y="9079"/>
                  </a:cubicBezTo>
                  <a:cubicBezTo>
                    <a:pt x="12198" y="9130"/>
                    <a:pt x="12405" y="9182"/>
                    <a:pt x="12572" y="9182"/>
                  </a:cubicBezTo>
                  <a:cubicBezTo>
                    <a:pt x="12779" y="9182"/>
                    <a:pt x="12998" y="9130"/>
                    <a:pt x="13269" y="9027"/>
                  </a:cubicBezTo>
                  <a:cubicBezTo>
                    <a:pt x="13694" y="8859"/>
                    <a:pt x="14068" y="8653"/>
                    <a:pt x="14287" y="8279"/>
                  </a:cubicBezTo>
                  <a:cubicBezTo>
                    <a:pt x="14558" y="7957"/>
                    <a:pt x="14713" y="7467"/>
                    <a:pt x="14713" y="6874"/>
                  </a:cubicBezTo>
                  <a:cubicBezTo>
                    <a:pt x="14713" y="6500"/>
                    <a:pt x="14661" y="6074"/>
                    <a:pt x="14506" y="5584"/>
                  </a:cubicBezTo>
                  <a:cubicBezTo>
                    <a:pt x="14287" y="4836"/>
                    <a:pt x="14133" y="3972"/>
                    <a:pt x="13862" y="3276"/>
                  </a:cubicBezTo>
                  <a:lnTo>
                    <a:pt x="13862" y="2954"/>
                  </a:lnTo>
                  <a:cubicBezTo>
                    <a:pt x="13862" y="1342"/>
                    <a:pt x="12572" y="1"/>
                    <a:pt x="10909" y="1"/>
                  </a:cubicBezTo>
                  <a:cubicBezTo>
                    <a:pt x="10045" y="1"/>
                    <a:pt x="9181" y="426"/>
                    <a:pt x="8652" y="1071"/>
                  </a:cubicBezTo>
                  <a:lnTo>
                    <a:pt x="8330" y="1071"/>
                  </a:lnTo>
                  <a:lnTo>
                    <a:pt x="8330" y="542"/>
                  </a:lnTo>
                  <a:cubicBezTo>
                    <a:pt x="8330" y="542"/>
                    <a:pt x="8330" y="478"/>
                    <a:pt x="8265" y="426"/>
                  </a:cubicBezTo>
                  <a:lnTo>
                    <a:pt x="6177" y="426"/>
                  </a:lnTo>
                  <a:cubicBezTo>
                    <a:pt x="6125" y="478"/>
                    <a:pt x="6125" y="542"/>
                    <a:pt x="6125" y="542"/>
                  </a:cubicBezTo>
                  <a:lnTo>
                    <a:pt x="6125" y="1071"/>
                  </a:lnTo>
                  <a:lnTo>
                    <a:pt x="6009" y="1071"/>
                  </a:lnTo>
                  <a:cubicBezTo>
                    <a:pt x="5480" y="426"/>
                    <a:pt x="4668" y="1"/>
                    <a:pt x="375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2"/>
            <p:cNvSpPr/>
            <p:nvPr/>
          </p:nvSpPr>
          <p:spPr>
            <a:xfrm>
              <a:off x="3436050" y="4262200"/>
              <a:ext cx="101875" cy="102200"/>
            </a:xfrm>
            <a:custGeom>
              <a:avLst/>
              <a:gdLst/>
              <a:ahLst/>
              <a:cxnLst/>
              <a:rect l="l" t="t" r="r" b="b"/>
              <a:pathLst>
                <a:path w="4075" h="4088" extrusionOk="0">
                  <a:moveTo>
                    <a:pt x="2038" y="271"/>
                  </a:moveTo>
                  <a:cubicBezTo>
                    <a:pt x="2515" y="271"/>
                    <a:pt x="2953" y="439"/>
                    <a:pt x="3276" y="761"/>
                  </a:cubicBezTo>
                  <a:cubicBezTo>
                    <a:pt x="3598" y="1083"/>
                    <a:pt x="3804" y="1560"/>
                    <a:pt x="3804" y="2050"/>
                  </a:cubicBezTo>
                  <a:cubicBezTo>
                    <a:pt x="3804" y="2528"/>
                    <a:pt x="3598" y="2966"/>
                    <a:pt x="3276" y="3288"/>
                  </a:cubicBezTo>
                  <a:cubicBezTo>
                    <a:pt x="2953" y="3611"/>
                    <a:pt x="2515" y="3817"/>
                    <a:pt x="2038" y="3817"/>
                  </a:cubicBezTo>
                  <a:cubicBezTo>
                    <a:pt x="1548" y="3817"/>
                    <a:pt x="1071" y="3611"/>
                    <a:pt x="748" y="3288"/>
                  </a:cubicBezTo>
                  <a:cubicBezTo>
                    <a:pt x="426" y="2966"/>
                    <a:pt x="258" y="2528"/>
                    <a:pt x="258" y="2050"/>
                  </a:cubicBezTo>
                  <a:cubicBezTo>
                    <a:pt x="258" y="1560"/>
                    <a:pt x="426" y="1083"/>
                    <a:pt x="748" y="761"/>
                  </a:cubicBezTo>
                  <a:cubicBezTo>
                    <a:pt x="1071" y="439"/>
                    <a:pt x="1548" y="271"/>
                    <a:pt x="2038" y="271"/>
                  </a:cubicBezTo>
                  <a:close/>
                  <a:moveTo>
                    <a:pt x="2038" y="0"/>
                  </a:moveTo>
                  <a:cubicBezTo>
                    <a:pt x="903" y="0"/>
                    <a:pt x="0" y="916"/>
                    <a:pt x="0" y="2050"/>
                  </a:cubicBezTo>
                  <a:cubicBezTo>
                    <a:pt x="0" y="3172"/>
                    <a:pt x="903" y="4088"/>
                    <a:pt x="2038" y="4088"/>
                  </a:cubicBezTo>
                  <a:cubicBezTo>
                    <a:pt x="3159" y="4088"/>
                    <a:pt x="4075" y="3172"/>
                    <a:pt x="4075" y="2050"/>
                  </a:cubicBezTo>
                  <a:cubicBezTo>
                    <a:pt x="4075" y="916"/>
                    <a:pt x="3159" y="0"/>
                    <a:pt x="203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2"/>
            <p:cNvSpPr/>
            <p:nvPr/>
          </p:nvSpPr>
          <p:spPr>
            <a:xfrm>
              <a:off x="3618500" y="4262200"/>
              <a:ext cx="102225" cy="102200"/>
            </a:xfrm>
            <a:custGeom>
              <a:avLst/>
              <a:gdLst/>
              <a:ahLst/>
              <a:cxnLst/>
              <a:rect l="l" t="t" r="r" b="b"/>
              <a:pathLst>
                <a:path w="4089" h="4088" extrusionOk="0">
                  <a:moveTo>
                    <a:pt x="2051" y="271"/>
                  </a:moveTo>
                  <a:cubicBezTo>
                    <a:pt x="2528" y="271"/>
                    <a:pt x="2953" y="439"/>
                    <a:pt x="3276" y="761"/>
                  </a:cubicBezTo>
                  <a:cubicBezTo>
                    <a:pt x="3598" y="1083"/>
                    <a:pt x="3817" y="1560"/>
                    <a:pt x="3817" y="2050"/>
                  </a:cubicBezTo>
                  <a:cubicBezTo>
                    <a:pt x="3817" y="2528"/>
                    <a:pt x="3598" y="2966"/>
                    <a:pt x="3276" y="3288"/>
                  </a:cubicBezTo>
                  <a:cubicBezTo>
                    <a:pt x="2953" y="3611"/>
                    <a:pt x="2528" y="3817"/>
                    <a:pt x="2051" y="3817"/>
                  </a:cubicBezTo>
                  <a:cubicBezTo>
                    <a:pt x="1561" y="3817"/>
                    <a:pt x="1084" y="3611"/>
                    <a:pt x="761" y="3288"/>
                  </a:cubicBezTo>
                  <a:cubicBezTo>
                    <a:pt x="439" y="2966"/>
                    <a:pt x="271" y="2528"/>
                    <a:pt x="271" y="2050"/>
                  </a:cubicBezTo>
                  <a:cubicBezTo>
                    <a:pt x="271" y="1560"/>
                    <a:pt x="439" y="1083"/>
                    <a:pt x="761" y="761"/>
                  </a:cubicBezTo>
                  <a:cubicBezTo>
                    <a:pt x="1084" y="439"/>
                    <a:pt x="1561" y="271"/>
                    <a:pt x="2051" y="271"/>
                  </a:cubicBezTo>
                  <a:close/>
                  <a:moveTo>
                    <a:pt x="2051" y="0"/>
                  </a:moveTo>
                  <a:cubicBezTo>
                    <a:pt x="916" y="0"/>
                    <a:pt x="1" y="916"/>
                    <a:pt x="1" y="2050"/>
                  </a:cubicBezTo>
                  <a:cubicBezTo>
                    <a:pt x="1" y="3172"/>
                    <a:pt x="916" y="4088"/>
                    <a:pt x="2051" y="4088"/>
                  </a:cubicBezTo>
                  <a:cubicBezTo>
                    <a:pt x="3173" y="4088"/>
                    <a:pt x="4088" y="3172"/>
                    <a:pt x="4088" y="2050"/>
                  </a:cubicBezTo>
                  <a:cubicBezTo>
                    <a:pt x="4088" y="916"/>
                    <a:pt x="3173" y="0"/>
                    <a:pt x="20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2"/>
            <p:cNvSpPr/>
            <p:nvPr/>
          </p:nvSpPr>
          <p:spPr>
            <a:xfrm>
              <a:off x="3657500" y="427315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1" y="207"/>
                  </a:moveTo>
                  <a:cubicBezTo>
                    <a:pt x="646" y="207"/>
                    <a:pt x="749" y="323"/>
                    <a:pt x="749" y="478"/>
                  </a:cubicBezTo>
                  <a:cubicBezTo>
                    <a:pt x="749" y="645"/>
                    <a:pt x="646" y="800"/>
                    <a:pt x="491" y="800"/>
                  </a:cubicBezTo>
                  <a:cubicBezTo>
                    <a:pt x="323" y="800"/>
                    <a:pt x="168" y="645"/>
                    <a:pt x="168" y="478"/>
                  </a:cubicBezTo>
                  <a:cubicBezTo>
                    <a:pt x="168" y="323"/>
                    <a:pt x="323" y="207"/>
                    <a:pt x="491" y="207"/>
                  </a:cubicBezTo>
                  <a:close/>
                  <a:moveTo>
                    <a:pt x="491" y="1"/>
                  </a:moveTo>
                  <a:cubicBezTo>
                    <a:pt x="220" y="1"/>
                    <a:pt x="1" y="207"/>
                    <a:pt x="1" y="478"/>
                  </a:cubicBezTo>
                  <a:cubicBezTo>
                    <a:pt x="1" y="748"/>
                    <a:pt x="220" y="968"/>
                    <a:pt x="491" y="968"/>
                  </a:cubicBezTo>
                  <a:cubicBezTo>
                    <a:pt x="749" y="968"/>
                    <a:pt x="968" y="748"/>
                    <a:pt x="968" y="478"/>
                  </a:cubicBezTo>
                  <a:cubicBezTo>
                    <a:pt x="968" y="207"/>
                    <a:pt x="749" y="1"/>
                    <a:pt x="49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2"/>
            <p:cNvSpPr/>
            <p:nvPr/>
          </p:nvSpPr>
          <p:spPr>
            <a:xfrm>
              <a:off x="3657500" y="4326675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1" y="219"/>
                  </a:moveTo>
                  <a:cubicBezTo>
                    <a:pt x="646" y="219"/>
                    <a:pt x="749" y="322"/>
                    <a:pt x="749" y="490"/>
                  </a:cubicBezTo>
                  <a:cubicBezTo>
                    <a:pt x="749" y="645"/>
                    <a:pt x="646" y="812"/>
                    <a:pt x="491" y="812"/>
                  </a:cubicBezTo>
                  <a:cubicBezTo>
                    <a:pt x="323" y="812"/>
                    <a:pt x="168" y="645"/>
                    <a:pt x="168" y="490"/>
                  </a:cubicBezTo>
                  <a:cubicBezTo>
                    <a:pt x="168" y="322"/>
                    <a:pt x="323" y="219"/>
                    <a:pt x="491" y="219"/>
                  </a:cubicBezTo>
                  <a:close/>
                  <a:moveTo>
                    <a:pt x="491" y="0"/>
                  </a:moveTo>
                  <a:cubicBezTo>
                    <a:pt x="220" y="0"/>
                    <a:pt x="1" y="219"/>
                    <a:pt x="1" y="490"/>
                  </a:cubicBezTo>
                  <a:cubicBezTo>
                    <a:pt x="1" y="761"/>
                    <a:pt x="220" y="967"/>
                    <a:pt x="491" y="967"/>
                  </a:cubicBezTo>
                  <a:cubicBezTo>
                    <a:pt x="749" y="967"/>
                    <a:pt x="968" y="761"/>
                    <a:pt x="968" y="490"/>
                  </a:cubicBezTo>
                  <a:cubicBezTo>
                    <a:pt x="968" y="219"/>
                    <a:pt x="749" y="0"/>
                    <a:pt x="49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2"/>
            <p:cNvSpPr/>
            <p:nvPr/>
          </p:nvSpPr>
          <p:spPr>
            <a:xfrm>
              <a:off x="3684275" y="429990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0" y="220"/>
                  </a:moveTo>
                  <a:cubicBezTo>
                    <a:pt x="645" y="220"/>
                    <a:pt x="761" y="323"/>
                    <a:pt x="761" y="491"/>
                  </a:cubicBezTo>
                  <a:cubicBezTo>
                    <a:pt x="761" y="646"/>
                    <a:pt x="645" y="813"/>
                    <a:pt x="490" y="813"/>
                  </a:cubicBezTo>
                  <a:cubicBezTo>
                    <a:pt x="322" y="813"/>
                    <a:pt x="168" y="646"/>
                    <a:pt x="168" y="491"/>
                  </a:cubicBezTo>
                  <a:cubicBezTo>
                    <a:pt x="168" y="323"/>
                    <a:pt x="322" y="220"/>
                    <a:pt x="490" y="220"/>
                  </a:cubicBezTo>
                  <a:close/>
                  <a:moveTo>
                    <a:pt x="490" y="1"/>
                  </a:moveTo>
                  <a:cubicBezTo>
                    <a:pt x="219" y="1"/>
                    <a:pt x="0" y="220"/>
                    <a:pt x="0" y="491"/>
                  </a:cubicBezTo>
                  <a:cubicBezTo>
                    <a:pt x="0" y="749"/>
                    <a:pt x="219" y="968"/>
                    <a:pt x="490" y="968"/>
                  </a:cubicBezTo>
                  <a:cubicBezTo>
                    <a:pt x="761" y="968"/>
                    <a:pt x="967" y="749"/>
                    <a:pt x="967" y="491"/>
                  </a:cubicBezTo>
                  <a:cubicBezTo>
                    <a:pt x="967" y="220"/>
                    <a:pt x="761" y="1"/>
                    <a:pt x="49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2"/>
            <p:cNvSpPr/>
            <p:nvPr/>
          </p:nvSpPr>
          <p:spPr>
            <a:xfrm>
              <a:off x="3630750" y="429990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78" y="220"/>
                  </a:moveTo>
                  <a:cubicBezTo>
                    <a:pt x="645" y="220"/>
                    <a:pt x="749" y="323"/>
                    <a:pt x="749" y="491"/>
                  </a:cubicBezTo>
                  <a:cubicBezTo>
                    <a:pt x="749" y="646"/>
                    <a:pt x="645" y="813"/>
                    <a:pt x="478" y="813"/>
                  </a:cubicBezTo>
                  <a:cubicBezTo>
                    <a:pt x="323" y="813"/>
                    <a:pt x="155" y="646"/>
                    <a:pt x="155" y="491"/>
                  </a:cubicBezTo>
                  <a:cubicBezTo>
                    <a:pt x="155" y="323"/>
                    <a:pt x="323" y="220"/>
                    <a:pt x="478" y="220"/>
                  </a:cubicBezTo>
                  <a:close/>
                  <a:moveTo>
                    <a:pt x="478" y="1"/>
                  </a:moveTo>
                  <a:cubicBezTo>
                    <a:pt x="207" y="1"/>
                    <a:pt x="1" y="220"/>
                    <a:pt x="1" y="491"/>
                  </a:cubicBezTo>
                  <a:cubicBezTo>
                    <a:pt x="1" y="749"/>
                    <a:pt x="207" y="968"/>
                    <a:pt x="478" y="968"/>
                  </a:cubicBezTo>
                  <a:cubicBezTo>
                    <a:pt x="749" y="968"/>
                    <a:pt x="968" y="749"/>
                    <a:pt x="968" y="491"/>
                  </a:cubicBezTo>
                  <a:cubicBezTo>
                    <a:pt x="968" y="220"/>
                    <a:pt x="749" y="1"/>
                    <a:pt x="47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2"/>
            <p:cNvSpPr/>
            <p:nvPr/>
          </p:nvSpPr>
          <p:spPr>
            <a:xfrm>
              <a:off x="3457325" y="4282500"/>
              <a:ext cx="61925" cy="61925"/>
            </a:xfrm>
            <a:custGeom>
              <a:avLst/>
              <a:gdLst/>
              <a:ahLst/>
              <a:cxnLst/>
              <a:rect l="l" t="t" r="r" b="b"/>
              <a:pathLst>
                <a:path w="2477" h="2477" extrusionOk="0">
                  <a:moveTo>
                    <a:pt x="1457" y="220"/>
                  </a:moveTo>
                  <a:cubicBezTo>
                    <a:pt x="1509" y="220"/>
                    <a:pt x="1561" y="271"/>
                    <a:pt x="1561" y="323"/>
                  </a:cubicBezTo>
                  <a:lnTo>
                    <a:pt x="1561" y="800"/>
                  </a:lnTo>
                  <a:cubicBezTo>
                    <a:pt x="1561" y="800"/>
                    <a:pt x="1561" y="864"/>
                    <a:pt x="1612" y="864"/>
                  </a:cubicBezTo>
                  <a:cubicBezTo>
                    <a:pt x="1612" y="916"/>
                    <a:pt x="1664" y="916"/>
                    <a:pt x="1664" y="916"/>
                  </a:cubicBezTo>
                  <a:lnTo>
                    <a:pt x="2154" y="916"/>
                  </a:lnTo>
                  <a:cubicBezTo>
                    <a:pt x="2205" y="916"/>
                    <a:pt x="2257" y="968"/>
                    <a:pt x="2257" y="1019"/>
                  </a:cubicBezTo>
                  <a:lnTo>
                    <a:pt x="2257" y="1445"/>
                  </a:lnTo>
                  <a:cubicBezTo>
                    <a:pt x="2257" y="1509"/>
                    <a:pt x="2205" y="1561"/>
                    <a:pt x="2154" y="1561"/>
                  </a:cubicBezTo>
                  <a:lnTo>
                    <a:pt x="1664" y="1561"/>
                  </a:lnTo>
                  <a:cubicBezTo>
                    <a:pt x="1664" y="1561"/>
                    <a:pt x="1612" y="1561"/>
                    <a:pt x="1612" y="1612"/>
                  </a:cubicBezTo>
                  <a:cubicBezTo>
                    <a:pt x="1561" y="1612"/>
                    <a:pt x="1561" y="1664"/>
                    <a:pt x="1561" y="1664"/>
                  </a:cubicBezTo>
                  <a:lnTo>
                    <a:pt x="1561" y="2154"/>
                  </a:lnTo>
                  <a:cubicBezTo>
                    <a:pt x="1561" y="2206"/>
                    <a:pt x="1509" y="2257"/>
                    <a:pt x="1457" y="2257"/>
                  </a:cubicBezTo>
                  <a:lnTo>
                    <a:pt x="1019" y="2257"/>
                  </a:lnTo>
                  <a:cubicBezTo>
                    <a:pt x="967" y="2257"/>
                    <a:pt x="916" y="2206"/>
                    <a:pt x="916" y="2154"/>
                  </a:cubicBezTo>
                  <a:lnTo>
                    <a:pt x="916" y="1664"/>
                  </a:lnTo>
                  <a:lnTo>
                    <a:pt x="864" y="1612"/>
                  </a:lnTo>
                  <a:cubicBezTo>
                    <a:pt x="864" y="1561"/>
                    <a:pt x="813" y="1561"/>
                    <a:pt x="813" y="1561"/>
                  </a:cubicBezTo>
                  <a:lnTo>
                    <a:pt x="323" y="1561"/>
                  </a:lnTo>
                  <a:cubicBezTo>
                    <a:pt x="271" y="1561"/>
                    <a:pt x="220" y="1509"/>
                    <a:pt x="220" y="1445"/>
                  </a:cubicBezTo>
                  <a:lnTo>
                    <a:pt x="220" y="1019"/>
                  </a:lnTo>
                  <a:cubicBezTo>
                    <a:pt x="220" y="968"/>
                    <a:pt x="271" y="916"/>
                    <a:pt x="323" y="916"/>
                  </a:cubicBezTo>
                  <a:lnTo>
                    <a:pt x="813" y="916"/>
                  </a:lnTo>
                  <a:cubicBezTo>
                    <a:pt x="813" y="916"/>
                    <a:pt x="864" y="916"/>
                    <a:pt x="864" y="864"/>
                  </a:cubicBezTo>
                  <a:lnTo>
                    <a:pt x="916" y="800"/>
                  </a:lnTo>
                  <a:lnTo>
                    <a:pt x="916" y="323"/>
                  </a:lnTo>
                  <a:cubicBezTo>
                    <a:pt x="916" y="271"/>
                    <a:pt x="967" y="220"/>
                    <a:pt x="1019" y="220"/>
                  </a:cubicBezTo>
                  <a:close/>
                  <a:moveTo>
                    <a:pt x="1019" y="1"/>
                  </a:moveTo>
                  <a:cubicBezTo>
                    <a:pt x="864" y="1"/>
                    <a:pt x="697" y="155"/>
                    <a:pt x="697" y="323"/>
                  </a:cubicBezTo>
                  <a:lnTo>
                    <a:pt x="697" y="697"/>
                  </a:lnTo>
                  <a:lnTo>
                    <a:pt x="323" y="697"/>
                  </a:lnTo>
                  <a:cubicBezTo>
                    <a:pt x="168" y="697"/>
                    <a:pt x="0" y="864"/>
                    <a:pt x="0" y="1019"/>
                  </a:cubicBezTo>
                  <a:lnTo>
                    <a:pt x="0" y="1445"/>
                  </a:lnTo>
                  <a:cubicBezTo>
                    <a:pt x="0" y="1612"/>
                    <a:pt x="168" y="1767"/>
                    <a:pt x="323" y="1767"/>
                  </a:cubicBezTo>
                  <a:lnTo>
                    <a:pt x="697" y="1767"/>
                  </a:lnTo>
                  <a:lnTo>
                    <a:pt x="697" y="2154"/>
                  </a:lnTo>
                  <a:cubicBezTo>
                    <a:pt x="697" y="2309"/>
                    <a:pt x="864" y="2476"/>
                    <a:pt x="1019" y="2476"/>
                  </a:cubicBezTo>
                  <a:lnTo>
                    <a:pt x="1457" y="2476"/>
                  </a:lnTo>
                  <a:cubicBezTo>
                    <a:pt x="1612" y="2476"/>
                    <a:pt x="1780" y="2309"/>
                    <a:pt x="1780" y="2154"/>
                  </a:cubicBezTo>
                  <a:lnTo>
                    <a:pt x="1780" y="1767"/>
                  </a:lnTo>
                  <a:lnTo>
                    <a:pt x="2154" y="1767"/>
                  </a:lnTo>
                  <a:cubicBezTo>
                    <a:pt x="2308" y="1767"/>
                    <a:pt x="2476" y="1612"/>
                    <a:pt x="2476" y="1445"/>
                  </a:cubicBezTo>
                  <a:lnTo>
                    <a:pt x="2476" y="1019"/>
                  </a:lnTo>
                  <a:cubicBezTo>
                    <a:pt x="2476" y="864"/>
                    <a:pt x="2308" y="697"/>
                    <a:pt x="2154" y="697"/>
                  </a:cubicBezTo>
                  <a:lnTo>
                    <a:pt x="1780" y="697"/>
                  </a:lnTo>
                  <a:lnTo>
                    <a:pt x="1780" y="323"/>
                  </a:lnTo>
                  <a:cubicBezTo>
                    <a:pt x="1780" y="155"/>
                    <a:pt x="1612" y="1"/>
                    <a:pt x="14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2"/>
            <p:cNvSpPr/>
            <p:nvPr/>
          </p:nvSpPr>
          <p:spPr>
            <a:xfrm>
              <a:off x="3548875" y="4305400"/>
              <a:ext cx="22575" cy="17425"/>
            </a:xfrm>
            <a:custGeom>
              <a:avLst/>
              <a:gdLst/>
              <a:ahLst/>
              <a:cxnLst/>
              <a:rect l="l" t="t" r="r" b="b"/>
              <a:pathLst>
                <a:path w="903" h="697" extrusionOk="0">
                  <a:moveTo>
                    <a:pt x="697" y="206"/>
                  </a:moveTo>
                  <a:lnTo>
                    <a:pt x="697" y="477"/>
                  </a:lnTo>
                  <a:lnTo>
                    <a:pt x="207" y="477"/>
                  </a:lnTo>
                  <a:lnTo>
                    <a:pt x="207" y="206"/>
                  </a:lnTo>
                  <a:close/>
                  <a:moveTo>
                    <a:pt x="104" y="0"/>
                  </a:moveTo>
                  <a:cubicBezTo>
                    <a:pt x="52" y="0"/>
                    <a:pt x="52" y="52"/>
                    <a:pt x="52" y="52"/>
                  </a:cubicBezTo>
                  <a:cubicBezTo>
                    <a:pt x="0" y="52"/>
                    <a:pt x="0" y="103"/>
                    <a:pt x="0" y="103"/>
                  </a:cubicBezTo>
                  <a:lnTo>
                    <a:pt x="0" y="593"/>
                  </a:lnTo>
                  <a:cubicBezTo>
                    <a:pt x="0" y="593"/>
                    <a:pt x="0" y="645"/>
                    <a:pt x="52" y="645"/>
                  </a:cubicBezTo>
                  <a:cubicBezTo>
                    <a:pt x="52" y="696"/>
                    <a:pt x="52" y="696"/>
                    <a:pt x="104" y="696"/>
                  </a:cubicBezTo>
                  <a:lnTo>
                    <a:pt x="800" y="696"/>
                  </a:lnTo>
                  <a:cubicBezTo>
                    <a:pt x="800" y="696"/>
                    <a:pt x="851" y="696"/>
                    <a:pt x="851" y="645"/>
                  </a:cubicBezTo>
                  <a:lnTo>
                    <a:pt x="903" y="593"/>
                  </a:lnTo>
                  <a:lnTo>
                    <a:pt x="903" y="103"/>
                  </a:lnTo>
                  <a:lnTo>
                    <a:pt x="851" y="52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2"/>
            <p:cNvSpPr/>
            <p:nvPr/>
          </p:nvSpPr>
          <p:spPr>
            <a:xfrm>
              <a:off x="3584975" y="4305400"/>
              <a:ext cx="21625" cy="17425"/>
            </a:xfrm>
            <a:custGeom>
              <a:avLst/>
              <a:gdLst/>
              <a:ahLst/>
              <a:cxnLst/>
              <a:rect l="l" t="t" r="r" b="b"/>
              <a:pathLst>
                <a:path w="865" h="697" extrusionOk="0">
                  <a:moveTo>
                    <a:pt x="697" y="206"/>
                  </a:moveTo>
                  <a:lnTo>
                    <a:pt x="697" y="477"/>
                  </a:lnTo>
                  <a:lnTo>
                    <a:pt x="168" y="477"/>
                  </a:lnTo>
                  <a:lnTo>
                    <a:pt x="168" y="206"/>
                  </a:lnTo>
                  <a:close/>
                  <a:moveTo>
                    <a:pt x="104" y="0"/>
                  </a:moveTo>
                  <a:cubicBezTo>
                    <a:pt x="52" y="0"/>
                    <a:pt x="52" y="52"/>
                    <a:pt x="1" y="52"/>
                  </a:cubicBezTo>
                  <a:lnTo>
                    <a:pt x="1" y="103"/>
                  </a:lnTo>
                  <a:lnTo>
                    <a:pt x="1" y="593"/>
                  </a:lnTo>
                  <a:lnTo>
                    <a:pt x="1" y="645"/>
                  </a:lnTo>
                  <a:cubicBezTo>
                    <a:pt x="52" y="696"/>
                    <a:pt x="52" y="696"/>
                    <a:pt x="104" y="696"/>
                  </a:cubicBezTo>
                  <a:lnTo>
                    <a:pt x="748" y="696"/>
                  </a:lnTo>
                  <a:cubicBezTo>
                    <a:pt x="813" y="696"/>
                    <a:pt x="813" y="696"/>
                    <a:pt x="865" y="645"/>
                  </a:cubicBezTo>
                  <a:lnTo>
                    <a:pt x="865" y="593"/>
                  </a:lnTo>
                  <a:lnTo>
                    <a:pt x="865" y="103"/>
                  </a:lnTo>
                  <a:lnTo>
                    <a:pt x="865" y="52"/>
                  </a:lnTo>
                  <a:cubicBezTo>
                    <a:pt x="813" y="52"/>
                    <a:pt x="813" y="0"/>
                    <a:pt x="74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2"/>
            <p:cNvSpPr/>
            <p:nvPr/>
          </p:nvSpPr>
          <p:spPr>
            <a:xfrm>
              <a:off x="3415725" y="4355025"/>
              <a:ext cx="20350" cy="30975"/>
            </a:xfrm>
            <a:custGeom>
              <a:avLst/>
              <a:gdLst/>
              <a:ahLst/>
              <a:cxnLst/>
              <a:rect l="l" t="t" r="r" b="b"/>
              <a:pathLst>
                <a:path w="814" h="1239" extrusionOk="0">
                  <a:moveTo>
                    <a:pt x="543" y="220"/>
                  </a:moveTo>
                  <a:lnTo>
                    <a:pt x="594" y="272"/>
                  </a:lnTo>
                  <a:lnTo>
                    <a:pt x="594" y="375"/>
                  </a:lnTo>
                  <a:cubicBezTo>
                    <a:pt x="594" y="426"/>
                    <a:pt x="594" y="542"/>
                    <a:pt x="543" y="697"/>
                  </a:cubicBezTo>
                  <a:cubicBezTo>
                    <a:pt x="491" y="800"/>
                    <a:pt x="426" y="916"/>
                    <a:pt x="375" y="968"/>
                  </a:cubicBezTo>
                  <a:lnTo>
                    <a:pt x="323" y="1020"/>
                  </a:lnTo>
                  <a:lnTo>
                    <a:pt x="220" y="1020"/>
                  </a:lnTo>
                  <a:lnTo>
                    <a:pt x="220" y="968"/>
                  </a:lnTo>
                  <a:lnTo>
                    <a:pt x="220" y="865"/>
                  </a:lnTo>
                  <a:lnTo>
                    <a:pt x="220" y="646"/>
                  </a:lnTo>
                  <a:cubicBezTo>
                    <a:pt x="220" y="646"/>
                    <a:pt x="272" y="594"/>
                    <a:pt x="272" y="542"/>
                  </a:cubicBezTo>
                  <a:lnTo>
                    <a:pt x="272" y="478"/>
                  </a:lnTo>
                  <a:lnTo>
                    <a:pt x="323" y="426"/>
                  </a:lnTo>
                  <a:cubicBezTo>
                    <a:pt x="323" y="375"/>
                    <a:pt x="375" y="323"/>
                    <a:pt x="426" y="272"/>
                  </a:cubicBezTo>
                  <a:lnTo>
                    <a:pt x="426" y="220"/>
                  </a:lnTo>
                  <a:close/>
                  <a:moveTo>
                    <a:pt x="491" y="1"/>
                  </a:moveTo>
                  <a:cubicBezTo>
                    <a:pt x="426" y="1"/>
                    <a:pt x="375" y="52"/>
                    <a:pt x="323" y="104"/>
                  </a:cubicBezTo>
                  <a:cubicBezTo>
                    <a:pt x="272" y="156"/>
                    <a:pt x="220" y="220"/>
                    <a:pt x="169" y="272"/>
                  </a:cubicBezTo>
                  <a:cubicBezTo>
                    <a:pt x="169" y="323"/>
                    <a:pt x="104" y="375"/>
                    <a:pt x="104" y="426"/>
                  </a:cubicBezTo>
                  <a:cubicBezTo>
                    <a:pt x="104" y="426"/>
                    <a:pt x="104" y="478"/>
                    <a:pt x="53" y="478"/>
                  </a:cubicBezTo>
                  <a:cubicBezTo>
                    <a:pt x="53" y="594"/>
                    <a:pt x="1" y="749"/>
                    <a:pt x="1" y="865"/>
                  </a:cubicBezTo>
                  <a:cubicBezTo>
                    <a:pt x="1" y="916"/>
                    <a:pt x="1" y="968"/>
                    <a:pt x="53" y="1020"/>
                  </a:cubicBezTo>
                  <a:cubicBezTo>
                    <a:pt x="53" y="1071"/>
                    <a:pt x="53" y="1123"/>
                    <a:pt x="104" y="1187"/>
                  </a:cubicBezTo>
                  <a:cubicBezTo>
                    <a:pt x="169" y="1187"/>
                    <a:pt x="220" y="1239"/>
                    <a:pt x="272" y="1239"/>
                  </a:cubicBezTo>
                  <a:cubicBezTo>
                    <a:pt x="323" y="1239"/>
                    <a:pt x="375" y="1187"/>
                    <a:pt x="426" y="1187"/>
                  </a:cubicBezTo>
                  <a:cubicBezTo>
                    <a:pt x="491" y="1123"/>
                    <a:pt x="543" y="1071"/>
                    <a:pt x="594" y="1020"/>
                  </a:cubicBezTo>
                  <a:cubicBezTo>
                    <a:pt x="646" y="916"/>
                    <a:pt x="646" y="865"/>
                    <a:pt x="697" y="749"/>
                  </a:cubicBezTo>
                  <a:cubicBezTo>
                    <a:pt x="749" y="594"/>
                    <a:pt x="813" y="478"/>
                    <a:pt x="813" y="375"/>
                  </a:cubicBezTo>
                  <a:cubicBezTo>
                    <a:pt x="813" y="323"/>
                    <a:pt x="813" y="272"/>
                    <a:pt x="749" y="220"/>
                  </a:cubicBezTo>
                  <a:cubicBezTo>
                    <a:pt x="749" y="156"/>
                    <a:pt x="697" y="104"/>
                    <a:pt x="646" y="52"/>
                  </a:cubicBezTo>
                  <a:cubicBezTo>
                    <a:pt x="594" y="52"/>
                    <a:pt x="543" y="1"/>
                    <a:pt x="49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2"/>
            <p:cNvSpPr/>
            <p:nvPr/>
          </p:nvSpPr>
          <p:spPr>
            <a:xfrm>
              <a:off x="3408975" y="4396625"/>
              <a:ext cx="16125" cy="28375"/>
            </a:xfrm>
            <a:custGeom>
              <a:avLst/>
              <a:gdLst/>
              <a:ahLst/>
              <a:cxnLst/>
              <a:rect l="l" t="t" r="r" b="b"/>
              <a:pathLst>
                <a:path w="645" h="1135" extrusionOk="0">
                  <a:moveTo>
                    <a:pt x="374" y="219"/>
                  </a:moveTo>
                  <a:cubicBezTo>
                    <a:pt x="439" y="219"/>
                    <a:pt x="439" y="219"/>
                    <a:pt x="439" y="271"/>
                  </a:cubicBezTo>
                  <a:lnTo>
                    <a:pt x="439" y="374"/>
                  </a:lnTo>
                  <a:lnTo>
                    <a:pt x="439" y="645"/>
                  </a:lnTo>
                  <a:cubicBezTo>
                    <a:pt x="374" y="748"/>
                    <a:pt x="374" y="813"/>
                    <a:pt x="323" y="916"/>
                  </a:cubicBezTo>
                  <a:lnTo>
                    <a:pt x="271" y="967"/>
                  </a:lnTo>
                  <a:lnTo>
                    <a:pt x="219" y="967"/>
                  </a:lnTo>
                  <a:lnTo>
                    <a:pt x="219" y="748"/>
                  </a:lnTo>
                  <a:lnTo>
                    <a:pt x="219" y="593"/>
                  </a:lnTo>
                  <a:lnTo>
                    <a:pt x="219" y="490"/>
                  </a:lnTo>
                  <a:cubicBezTo>
                    <a:pt x="219" y="490"/>
                    <a:pt x="271" y="426"/>
                    <a:pt x="271" y="374"/>
                  </a:cubicBezTo>
                  <a:cubicBezTo>
                    <a:pt x="271" y="323"/>
                    <a:pt x="271" y="271"/>
                    <a:pt x="323" y="271"/>
                  </a:cubicBezTo>
                  <a:lnTo>
                    <a:pt x="323" y="219"/>
                  </a:lnTo>
                  <a:close/>
                  <a:moveTo>
                    <a:pt x="374" y="0"/>
                  </a:moveTo>
                  <a:cubicBezTo>
                    <a:pt x="323" y="0"/>
                    <a:pt x="219" y="52"/>
                    <a:pt x="219" y="103"/>
                  </a:cubicBezTo>
                  <a:cubicBezTo>
                    <a:pt x="168" y="168"/>
                    <a:pt x="116" y="219"/>
                    <a:pt x="116" y="271"/>
                  </a:cubicBezTo>
                  <a:cubicBezTo>
                    <a:pt x="52" y="323"/>
                    <a:pt x="52" y="426"/>
                    <a:pt x="52" y="426"/>
                  </a:cubicBezTo>
                  <a:cubicBezTo>
                    <a:pt x="52" y="490"/>
                    <a:pt x="52" y="490"/>
                    <a:pt x="0" y="542"/>
                  </a:cubicBezTo>
                  <a:lnTo>
                    <a:pt x="0" y="748"/>
                  </a:lnTo>
                  <a:cubicBezTo>
                    <a:pt x="0" y="813"/>
                    <a:pt x="0" y="864"/>
                    <a:pt x="52" y="967"/>
                  </a:cubicBezTo>
                  <a:cubicBezTo>
                    <a:pt x="52" y="1019"/>
                    <a:pt x="52" y="1070"/>
                    <a:pt x="116" y="1135"/>
                  </a:cubicBezTo>
                  <a:lnTo>
                    <a:pt x="271" y="1135"/>
                  </a:lnTo>
                  <a:cubicBezTo>
                    <a:pt x="323" y="1135"/>
                    <a:pt x="323" y="1135"/>
                    <a:pt x="374" y="1070"/>
                  </a:cubicBezTo>
                  <a:cubicBezTo>
                    <a:pt x="439" y="1070"/>
                    <a:pt x="490" y="1019"/>
                    <a:pt x="542" y="916"/>
                  </a:cubicBezTo>
                  <a:cubicBezTo>
                    <a:pt x="542" y="864"/>
                    <a:pt x="593" y="748"/>
                    <a:pt x="593" y="645"/>
                  </a:cubicBezTo>
                  <a:cubicBezTo>
                    <a:pt x="645" y="542"/>
                    <a:pt x="645" y="490"/>
                    <a:pt x="645" y="374"/>
                  </a:cubicBezTo>
                  <a:cubicBezTo>
                    <a:pt x="645" y="323"/>
                    <a:pt x="645" y="271"/>
                    <a:pt x="593" y="168"/>
                  </a:cubicBezTo>
                  <a:cubicBezTo>
                    <a:pt x="593" y="103"/>
                    <a:pt x="542" y="52"/>
                    <a:pt x="490" y="52"/>
                  </a:cubicBezTo>
                  <a:cubicBezTo>
                    <a:pt x="439" y="0"/>
                    <a:pt x="439" y="0"/>
                    <a:pt x="37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2"/>
            <p:cNvSpPr/>
            <p:nvPr/>
          </p:nvSpPr>
          <p:spPr>
            <a:xfrm>
              <a:off x="3814825" y="4250275"/>
              <a:ext cx="73850" cy="69975"/>
            </a:xfrm>
            <a:custGeom>
              <a:avLst/>
              <a:gdLst/>
              <a:ahLst/>
              <a:cxnLst/>
              <a:rect l="l" t="t" r="r" b="b"/>
              <a:pathLst>
                <a:path w="2954" h="2799" extrusionOk="0">
                  <a:moveTo>
                    <a:pt x="2089" y="0"/>
                  </a:moveTo>
                  <a:lnTo>
                    <a:pt x="0" y="1186"/>
                  </a:lnTo>
                  <a:lnTo>
                    <a:pt x="851" y="2798"/>
                  </a:lnTo>
                  <a:lnTo>
                    <a:pt x="2953" y="1509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2"/>
            <p:cNvSpPr/>
            <p:nvPr/>
          </p:nvSpPr>
          <p:spPr>
            <a:xfrm>
              <a:off x="3802575" y="4238900"/>
              <a:ext cx="96725" cy="91975"/>
            </a:xfrm>
            <a:custGeom>
              <a:avLst/>
              <a:gdLst/>
              <a:ahLst/>
              <a:cxnLst/>
              <a:rect l="l" t="t" r="r" b="b"/>
              <a:pathLst>
                <a:path w="3869" h="3679" extrusionOk="0">
                  <a:moveTo>
                    <a:pt x="2579" y="455"/>
                  </a:moveTo>
                  <a:lnTo>
                    <a:pt x="3443" y="1964"/>
                  </a:lnTo>
                  <a:lnTo>
                    <a:pt x="1341" y="3253"/>
                  </a:lnTo>
                  <a:lnTo>
                    <a:pt x="490" y="1641"/>
                  </a:lnTo>
                  <a:lnTo>
                    <a:pt x="2579" y="455"/>
                  </a:lnTo>
                  <a:close/>
                  <a:moveTo>
                    <a:pt x="2644" y="1"/>
                  </a:moveTo>
                  <a:cubicBezTo>
                    <a:pt x="2625" y="1"/>
                    <a:pt x="2614" y="30"/>
                    <a:pt x="2579" y="30"/>
                  </a:cubicBezTo>
                  <a:lnTo>
                    <a:pt x="104" y="1422"/>
                  </a:lnTo>
                  <a:cubicBezTo>
                    <a:pt x="52" y="1474"/>
                    <a:pt x="0" y="1577"/>
                    <a:pt x="52" y="1693"/>
                  </a:cubicBezTo>
                  <a:lnTo>
                    <a:pt x="1135" y="3576"/>
                  </a:lnTo>
                  <a:cubicBezTo>
                    <a:pt x="1187" y="3627"/>
                    <a:pt x="1187" y="3679"/>
                    <a:pt x="1238" y="3679"/>
                  </a:cubicBezTo>
                  <a:lnTo>
                    <a:pt x="1393" y="3679"/>
                  </a:lnTo>
                  <a:lnTo>
                    <a:pt x="3766" y="2170"/>
                  </a:lnTo>
                  <a:cubicBezTo>
                    <a:pt x="3869" y="2118"/>
                    <a:pt x="3869" y="2015"/>
                    <a:pt x="3817" y="1964"/>
                  </a:cubicBezTo>
                  <a:lnTo>
                    <a:pt x="2799" y="81"/>
                  </a:lnTo>
                  <a:cubicBezTo>
                    <a:pt x="2799" y="81"/>
                    <a:pt x="2747" y="30"/>
                    <a:pt x="2683" y="30"/>
                  </a:cubicBezTo>
                  <a:cubicBezTo>
                    <a:pt x="2665" y="8"/>
                    <a:pt x="2654" y="1"/>
                    <a:pt x="264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2"/>
            <p:cNvSpPr/>
            <p:nvPr/>
          </p:nvSpPr>
          <p:spPr>
            <a:xfrm>
              <a:off x="3875100" y="4007200"/>
              <a:ext cx="64500" cy="72550"/>
            </a:xfrm>
            <a:custGeom>
              <a:avLst/>
              <a:gdLst/>
              <a:ahLst/>
              <a:cxnLst/>
              <a:rect l="l" t="t" r="r" b="b"/>
              <a:pathLst>
                <a:path w="2580" h="2902" extrusionOk="0">
                  <a:moveTo>
                    <a:pt x="749" y="1"/>
                  </a:moveTo>
                  <a:lnTo>
                    <a:pt x="491" y="207"/>
                  </a:lnTo>
                  <a:lnTo>
                    <a:pt x="1071" y="1238"/>
                  </a:lnTo>
                  <a:lnTo>
                    <a:pt x="1" y="2141"/>
                  </a:lnTo>
                  <a:lnTo>
                    <a:pt x="375" y="2412"/>
                  </a:lnTo>
                  <a:lnTo>
                    <a:pt x="1290" y="1561"/>
                  </a:lnTo>
                  <a:lnTo>
                    <a:pt x="2103" y="2902"/>
                  </a:lnTo>
                  <a:lnTo>
                    <a:pt x="2580" y="2631"/>
                  </a:lnTo>
                  <a:lnTo>
                    <a:pt x="1613" y="1290"/>
                  </a:lnTo>
                  <a:lnTo>
                    <a:pt x="2580" y="426"/>
                  </a:lnTo>
                  <a:lnTo>
                    <a:pt x="2309" y="207"/>
                  </a:lnTo>
                  <a:lnTo>
                    <a:pt x="1393" y="968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2"/>
            <p:cNvSpPr/>
            <p:nvPr/>
          </p:nvSpPr>
          <p:spPr>
            <a:xfrm>
              <a:off x="4033700" y="4123900"/>
              <a:ext cx="84500" cy="83525"/>
            </a:xfrm>
            <a:custGeom>
              <a:avLst/>
              <a:gdLst/>
              <a:ahLst/>
              <a:cxnLst/>
              <a:rect l="l" t="t" r="r" b="b"/>
              <a:pathLst>
                <a:path w="3380" h="3341" extrusionOk="0">
                  <a:moveTo>
                    <a:pt x="1561" y="0"/>
                  </a:moveTo>
                  <a:lnTo>
                    <a:pt x="1" y="1831"/>
                  </a:lnTo>
                  <a:lnTo>
                    <a:pt x="1819" y="3340"/>
                  </a:lnTo>
                  <a:lnTo>
                    <a:pt x="3379" y="1561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2"/>
            <p:cNvSpPr/>
            <p:nvPr/>
          </p:nvSpPr>
          <p:spPr>
            <a:xfrm>
              <a:off x="4026950" y="4017850"/>
              <a:ext cx="83175" cy="83175"/>
            </a:xfrm>
            <a:custGeom>
              <a:avLst/>
              <a:gdLst/>
              <a:ahLst/>
              <a:cxnLst/>
              <a:rect l="l" t="t" r="r" b="b"/>
              <a:pathLst>
                <a:path w="3327" h="3327" extrusionOk="0">
                  <a:moveTo>
                    <a:pt x="1560" y="0"/>
                  </a:moveTo>
                  <a:lnTo>
                    <a:pt x="0" y="1780"/>
                  </a:lnTo>
                  <a:lnTo>
                    <a:pt x="1767" y="3327"/>
                  </a:lnTo>
                  <a:lnTo>
                    <a:pt x="3327" y="1560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2"/>
            <p:cNvSpPr/>
            <p:nvPr/>
          </p:nvSpPr>
          <p:spPr>
            <a:xfrm>
              <a:off x="3977300" y="4074250"/>
              <a:ext cx="83200" cy="83200"/>
            </a:xfrm>
            <a:custGeom>
              <a:avLst/>
              <a:gdLst/>
              <a:ahLst/>
              <a:cxnLst/>
              <a:rect l="l" t="t" r="r" b="b"/>
              <a:pathLst>
                <a:path w="3328" h="3328" extrusionOk="0">
                  <a:moveTo>
                    <a:pt x="1561" y="1"/>
                  </a:moveTo>
                  <a:lnTo>
                    <a:pt x="0" y="1780"/>
                  </a:lnTo>
                  <a:lnTo>
                    <a:pt x="1767" y="3327"/>
                  </a:lnTo>
                  <a:lnTo>
                    <a:pt x="3327" y="1561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2"/>
            <p:cNvSpPr/>
            <p:nvPr/>
          </p:nvSpPr>
          <p:spPr>
            <a:xfrm>
              <a:off x="3927650" y="4130675"/>
              <a:ext cx="83200" cy="84800"/>
            </a:xfrm>
            <a:custGeom>
              <a:avLst/>
              <a:gdLst/>
              <a:ahLst/>
              <a:cxnLst/>
              <a:rect l="l" t="t" r="r" b="b"/>
              <a:pathLst>
                <a:path w="3328" h="3392" extrusionOk="0">
                  <a:moveTo>
                    <a:pt x="1548" y="0"/>
                  </a:moveTo>
                  <a:lnTo>
                    <a:pt x="1" y="1831"/>
                  </a:lnTo>
                  <a:lnTo>
                    <a:pt x="1767" y="3391"/>
                  </a:lnTo>
                  <a:lnTo>
                    <a:pt x="3327" y="1560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2"/>
            <p:cNvSpPr/>
            <p:nvPr/>
          </p:nvSpPr>
          <p:spPr>
            <a:xfrm>
              <a:off x="4018875" y="4010100"/>
              <a:ext cx="98025" cy="98675"/>
            </a:xfrm>
            <a:custGeom>
              <a:avLst/>
              <a:gdLst/>
              <a:ahLst/>
              <a:cxnLst/>
              <a:rect l="l" t="t" r="r" b="b"/>
              <a:pathLst>
                <a:path w="3921" h="3947" extrusionOk="0">
                  <a:moveTo>
                    <a:pt x="1883" y="310"/>
                  </a:moveTo>
                  <a:lnTo>
                    <a:pt x="3650" y="1870"/>
                  </a:lnTo>
                  <a:lnTo>
                    <a:pt x="2090" y="3637"/>
                  </a:lnTo>
                  <a:lnTo>
                    <a:pt x="323" y="2090"/>
                  </a:lnTo>
                  <a:lnTo>
                    <a:pt x="1883" y="310"/>
                  </a:lnTo>
                  <a:close/>
                  <a:moveTo>
                    <a:pt x="1832" y="1"/>
                  </a:moveTo>
                  <a:cubicBezTo>
                    <a:pt x="1796" y="1"/>
                    <a:pt x="1767" y="14"/>
                    <a:pt x="1767" y="39"/>
                  </a:cubicBezTo>
                  <a:lnTo>
                    <a:pt x="52" y="2025"/>
                  </a:lnTo>
                  <a:cubicBezTo>
                    <a:pt x="1" y="2090"/>
                    <a:pt x="1" y="2141"/>
                    <a:pt x="52" y="2193"/>
                  </a:cubicBezTo>
                  <a:lnTo>
                    <a:pt x="2038" y="3908"/>
                  </a:lnTo>
                  <a:cubicBezTo>
                    <a:pt x="2064" y="3933"/>
                    <a:pt x="2093" y="3946"/>
                    <a:pt x="2122" y="3946"/>
                  </a:cubicBezTo>
                  <a:cubicBezTo>
                    <a:pt x="2151" y="3946"/>
                    <a:pt x="2180" y="3933"/>
                    <a:pt x="2206" y="3908"/>
                  </a:cubicBezTo>
                  <a:lnTo>
                    <a:pt x="3921" y="1922"/>
                  </a:lnTo>
                  <a:lnTo>
                    <a:pt x="3921" y="1870"/>
                  </a:lnTo>
                  <a:lnTo>
                    <a:pt x="3921" y="1767"/>
                  </a:lnTo>
                  <a:lnTo>
                    <a:pt x="1935" y="39"/>
                  </a:lnTo>
                  <a:cubicBezTo>
                    <a:pt x="1909" y="14"/>
                    <a:pt x="1867" y="1"/>
                    <a:pt x="18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2"/>
            <p:cNvSpPr/>
            <p:nvPr/>
          </p:nvSpPr>
          <p:spPr>
            <a:xfrm>
              <a:off x="3969225" y="4067475"/>
              <a:ext cx="99325" cy="97700"/>
            </a:xfrm>
            <a:custGeom>
              <a:avLst/>
              <a:gdLst/>
              <a:ahLst/>
              <a:cxnLst/>
              <a:rect l="l" t="t" r="r" b="b"/>
              <a:pathLst>
                <a:path w="3973" h="3908" extrusionOk="0">
                  <a:moveTo>
                    <a:pt x="1884" y="272"/>
                  </a:moveTo>
                  <a:lnTo>
                    <a:pt x="3650" y="1832"/>
                  </a:lnTo>
                  <a:lnTo>
                    <a:pt x="2090" y="3598"/>
                  </a:lnTo>
                  <a:lnTo>
                    <a:pt x="323" y="2051"/>
                  </a:lnTo>
                  <a:lnTo>
                    <a:pt x="1884" y="272"/>
                  </a:lnTo>
                  <a:close/>
                  <a:moveTo>
                    <a:pt x="1935" y="1"/>
                  </a:moveTo>
                  <a:cubicBezTo>
                    <a:pt x="1884" y="1"/>
                    <a:pt x="1819" y="1"/>
                    <a:pt x="1767" y="52"/>
                  </a:cubicBezTo>
                  <a:lnTo>
                    <a:pt x="53" y="1987"/>
                  </a:lnTo>
                  <a:cubicBezTo>
                    <a:pt x="53" y="2051"/>
                    <a:pt x="1" y="2051"/>
                    <a:pt x="1" y="2103"/>
                  </a:cubicBezTo>
                  <a:lnTo>
                    <a:pt x="53" y="2154"/>
                  </a:lnTo>
                  <a:lnTo>
                    <a:pt x="2038" y="3869"/>
                  </a:lnTo>
                  <a:cubicBezTo>
                    <a:pt x="2064" y="3895"/>
                    <a:pt x="2090" y="3908"/>
                    <a:pt x="2117" y="3908"/>
                  </a:cubicBezTo>
                  <a:cubicBezTo>
                    <a:pt x="2145" y="3908"/>
                    <a:pt x="2174" y="3895"/>
                    <a:pt x="2206" y="3869"/>
                  </a:cubicBezTo>
                  <a:lnTo>
                    <a:pt x="3921" y="1935"/>
                  </a:lnTo>
                  <a:cubicBezTo>
                    <a:pt x="3972" y="1883"/>
                    <a:pt x="3972" y="1780"/>
                    <a:pt x="3921" y="1729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2"/>
            <p:cNvSpPr/>
            <p:nvPr/>
          </p:nvSpPr>
          <p:spPr>
            <a:xfrm>
              <a:off x="4026950" y="4117125"/>
              <a:ext cx="98025" cy="98350"/>
            </a:xfrm>
            <a:custGeom>
              <a:avLst/>
              <a:gdLst/>
              <a:ahLst/>
              <a:cxnLst/>
              <a:rect l="l" t="t" r="r" b="b"/>
              <a:pathLst>
                <a:path w="3921" h="3934" extrusionOk="0">
                  <a:moveTo>
                    <a:pt x="1831" y="271"/>
                  </a:moveTo>
                  <a:lnTo>
                    <a:pt x="3649" y="1832"/>
                  </a:lnTo>
                  <a:lnTo>
                    <a:pt x="2089" y="3611"/>
                  </a:lnTo>
                  <a:lnTo>
                    <a:pt x="271" y="2102"/>
                  </a:lnTo>
                  <a:lnTo>
                    <a:pt x="1831" y="271"/>
                  </a:lnTo>
                  <a:close/>
                  <a:moveTo>
                    <a:pt x="1934" y="1"/>
                  </a:moveTo>
                  <a:cubicBezTo>
                    <a:pt x="1883" y="1"/>
                    <a:pt x="1767" y="1"/>
                    <a:pt x="1715" y="65"/>
                  </a:cubicBezTo>
                  <a:lnTo>
                    <a:pt x="52" y="1999"/>
                  </a:lnTo>
                  <a:cubicBezTo>
                    <a:pt x="0" y="2051"/>
                    <a:pt x="0" y="2154"/>
                    <a:pt x="52" y="2206"/>
                  </a:cubicBezTo>
                  <a:lnTo>
                    <a:pt x="1986" y="3869"/>
                  </a:lnTo>
                  <a:cubicBezTo>
                    <a:pt x="2037" y="3933"/>
                    <a:pt x="2037" y="3933"/>
                    <a:pt x="2089" y="3933"/>
                  </a:cubicBezTo>
                  <a:cubicBezTo>
                    <a:pt x="2153" y="3933"/>
                    <a:pt x="2153" y="3933"/>
                    <a:pt x="2205" y="3869"/>
                  </a:cubicBezTo>
                  <a:lnTo>
                    <a:pt x="3920" y="1935"/>
                  </a:lnTo>
                  <a:lnTo>
                    <a:pt x="3920" y="1832"/>
                  </a:lnTo>
                  <a:cubicBezTo>
                    <a:pt x="3920" y="1780"/>
                    <a:pt x="3920" y="1780"/>
                    <a:pt x="3868" y="1728"/>
                  </a:cubicBezTo>
                  <a:lnTo>
                    <a:pt x="193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2"/>
            <p:cNvSpPr/>
            <p:nvPr/>
          </p:nvSpPr>
          <p:spPr>
            <a:xfrm>
              <a:off x="3919600" y="4123900"/>
              <a:ext cx="99300" cy="98025"/>
            </a:xfrm>
            <a:custGeom>
              <a:avLst/>
              <a:gdLst/>
              <a:ahLst/>
              <a:cxnLst/>
              <a:rect l="l" t="t" r="r" b="b"/>
              <a:pathLst>
                <a:path w="3972" h="3921" extrusionOk="0">
                  <a:moveTo>
                    <a:pt x="1870" y="271"/>
                  </a:moveTo>
                  <a:lnTo>
                    <a:pt x="3649" y="1831"/>
                  </a:lnTo>
                  <a:lnTo>
                    <a:pt x="2089" y="3662"/>
                  </a:lnTo>
                  <a:lnTo>
                    <a:pt x="323" y="2102"/>
                  </a:lnTo>
                  <a:lnTo>
                    <a:pt x="1870" y="271"/>
                  </a:lnTo>
                  <a:close/>
                  <a:moveTo>
                    <a:pt x="1934" y="0"/>
                  </a:moveTo>
                  <a:cubicBezTo>
                    <a:pt x="1870" y="0"/>
                    <a:pt x="1818" y="0"/>
                    <a:pt x="1767" y="52"/>
                  </a:cubicBezTo>
                  <a:lnTo>
                    <a:pt x="52" y="1986"/>
                  </a:lnTo>
                  <a:cubicBezTo>
                    <a:pt x="0" y="2051"/>
                    <a:pt x="52" y="2154"/>
                    <a:pt x="103" y="2205"/>
                  </a:cubicBezTo>
                  <a:lnTo>
                    <a:pt x="2038" y="3869"/>
                  </a:lnTo>
                  <a:cubicBezTo>
                    <a:pt x="2089" y="3920"/>
                    <a:pt x="2089" y="3920"/>
                    <a:pt x="2141" y="3920"/>
                  </a:cubicBezTo>
                  <a:cubicBezTo>
                    <a:pt x="2141" y="3920"/>
                    <a:pt x="2192" y="3920"/>
                    <a:pt x="2192" y="3869"/>
                  </a:cubicBezTo>
                  <a:lnTo>
                    <a:pt x="3920" y="1935"/>
                  </a:lnTo>
                  <a:cubicBezTo>
                    <a:pt x="3972" y="1883"/>
                    <a:pt x="3972" y="1883"/>
                    <a:pt x="3972" y="1831"/>
                  </a:cubicBezTo>
                  <a:cubicBezTo>
                    <a:pt x="3972" y="1780"/>
                    <a:pt x="3972" y="1780"/>
                    <a:pt x="3920" y="1728"/>
                  </a:cubicBezTo>
                  <a:lnTo>
                    <a:pt x="1934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2"/>
            <p:cNvSpPr/>
            <p:nvPr/>
          </p:nvSpPr>
          <p:spPr>
            <a:xfrm>
              <a:off x="4107525" y="4221900"/>
              <a:ext cx="83200" cy="83525"/>
            </a:xfrm>
            <a:custGeom>
              <a:avLst/>
              <a:gdLst/>
              <a:ahLst/>
              <a:cxnLst/>
              <a:rect l="l" t="t" r="r" b="b"/>
              <a:pathLst>
                <a:path w="3328" h="3341" extrusionOk="0">
                  <a:moveTo>
                    <a:pt x="1561" y="0"/>
                  </a:moveTo>
                  <a:lnTo>
                    <a:pt x="1" y="1780"/>
                  </a:lnTo>
                  <a:lnTo>
                    <a:pt x="1767" y="3340"/>
                  </a:lnTo>
                  <a:lnTo>
                    <a:pt x="3328" y="1561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2"/>
            <p:cNvSpPr/>
            <p:nvPr/>
          </p:nvSpPr>
          <p:spPr>
            <a:xfrm>
              <a:off x="4157175" y="4165475"/>
              <a:ext cx="83200" cy="83525"/>
            </a:xfrm>
            <a:custGeom>
              <a:avLst/>
              <a:gdLst/>
              <a:ahLst/>
              <a:cxnLst/>
              <a:rect l="l" t="t" r="r" b="b"/>
              <a:pathLst>
                <a:path w="3328" h="3341" extrusionOk="0">
                  <a:moveTo>
                    <a:pt x="1561" y="1"/>
                  </a:moveTo>
                  <a:lnTo>
                    <a:pt x="0" y="1780"/>
                  </a:lnTo>
                  <a:lnTo>
                    <a:pt x="1780" y="3341"/>
                  </a:lnTo>
                  <a:lnTo>
                    <a:pt x="3327" y="1561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2"/>
            <p:cNvSpPr/>
            <p:nvPr/>
          </p:nvSpPr>
          <p:spPr>
            <a:xfrm>
              <a:off x="4263225" y="4159025"/>
              <a:ext cx="83525" cy="83200"/>
            </a:xfrm>
            <a:custGeom>
              <a:avLst/>
              <a:gdLst/>
              <a:ahLst/>
              <a:cxnLst/>
              <a:rect l="l" t="t" r="r" b="b"/>
              <a:pathLst>
                <a:path w="3341" h="3328" extrusionOk="0">
                  <a:moveTo>
                    <a:pt x="1561" y="1"/>
                  </a:moveTo>
                  <a:lnTo>
                    <a:pt x="1" y="1767"/>
                  </a:lnTo>
                  <a:lnTo>
                    <a:pt x="1780" y="3328"/>
                  </a:lnTo>
                  <a:lnTo>
                    <a:pt x="3340" y="1548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2"/>
            <p:cNvSpPr/>
            <p:nvPr/>
          </p:nvSpPr>
          <p:spPr>
            <a:xfrm>
              <a:off x="4213600" y="4215450"/>
              <a:ext cx="84800" cy="83200"/>
            </a:xfrm>
            <a:custGeom>
              <a:avLst/>
              <a:gdLst/>
              <a:ahLst/>
              <a:cxnLst/>
              <a:rect l="l" t="t" r="r" b="b"/>
              <a:pathLst>
                <a:path w="3392" h="3328" extrusionOk="0">
                  <a:moveTo>
                    <a:pt x="1560" y="0"/>
                  </a:moveTo>
                  <a:lnTo>
                    <a:pt x="0" y="1767"/>
                  </a:lnTo>
                  <a:lnTo>
                    <a:pt x="1831" y="3327"/>
                  </a:lnTo>
                  <a:lnTo>
                    <a:pt x="3391" y="1548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2"/>
            <p:cNvSpPr/>
            <p:nvPr/>
          </p:nvSpPr>
          <p:spPr>
            <a:xfrm>
              <a:off x="4149125" y="4157825"/>
              <a:ext cx="99300" cy="98900"/>
            </a:xfrm>
            <a:custGeom>
              <a:avLst/>
              <a:gdLst/>
              <a:ahLst/>
              <a:cxnLst/>
              <a:rect l="l" t="t" r="r" b="b"/>
              <a:pathLst>
                <a:path w="3972" h="3956" extrusionOk="0">
                  <a:moveTo>
                    <a:pt x="1883" y="307"/>
                  </a:moveTo>
                  <a:lnTo>
                    <a:pt x="3649" y="1867"/>
                  </a:lnTo>
                  <a:lnTo>
                    <a:pt x="2102" y="3647"/>
                  </a:lnTo>
                  <a:lnTo>
                    <a:pt x="322" y="2086"/>
                  </a:lnTo>
                  <a:lnTo>
                    <a:pt x="1883" y="307"/>
                  </a:lnTo>
                  <a:close/>
                  <a:moveTo>
                    <a:pt x="1857" y="1"/>
                  </a:moveTo>
                  <a:cubicBezTo>
                    <a:pt x="1831" y="1"/>
                    <a:pt x="1805" y="17"/>
                    <a:pt x="1780" y="49"/>
                  </a:cubicBezTo>
                  <a:lnTo>
                    <a:pt x="52" y="2035"/>
                  </a:lnTo>
                  <a:cubicBezTo>
                    <a:pt x="0" y="2086"/>
                    <a:pt x="0" y="2138"/>
                    <a:pt x="52" y="2189"/>
                  </a:cubicBezTo>
                  <a:lnTo>
                    <a:pt x="2037" y="3917"/>
                  </a:lnTo>
                  <a:cubicBezTo>
                    <a:pt x="2070" y="3943"/>
                    <a:pt x="2099" y="3956"/>
                    <a:pt x="2126" y="3956"/>
                  </a:cubicBezTo>
                  <a:cubicBezTo>
                    <a:pt x="2154" y="3956"/>
                    <a:pt x="2179" y="3943"/>
                    <a:pt x="2205" y="3917"/>
                  </a:cubicBezTo>
                  <a:lnTo>
                    <a:pt x="3920" y="1919"/>
                  </a:lnTo>
                  <a:cubicBezTo>
                    <a:pt x="3920" y="1919"/>
                    <a:pt x="3972" y="1867"/>
                    <a:pt x="3972" y="1815"/>
                  </a:cubicBezTo>
                  <a:lnTo>
                    <a:pt x="3920" y="1764"/>
                  </a:lnTo>
                  <a:lnTo>
                    <a:pt x="1934" y="49"/>
                  </a:lnTo>
                  <a:cubicBezTo>
                    <a:pt x="1909" y="17"/>
                    <a:pt x="1883" y="1"/>
                    <a:pt x="18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2"/>
            <p:cNvSpPr/>
            <p:nvPr/>
          </p:nvSpPr>
          <p:spPr>
            <a:xfrm>
              <a:off x="4206825" y="4207725"/>
              <a:ext cx="98025" cy="98650"/>
            </a:xfrm>
            <a:custGeom>
              <a:avLst/>
              <a:gdLst/>
              <a:ahLst/>
              <a:cxnLst/>
              <a:rect l="l" t="t" r="r" b="b"/>
              <a:pathLst>
                <a:path w="3921" h="3946" extrusionOk="0">
                  <a:moveTo>
                    <a:pt x="1831" y="309"/>
                  </a:moveTo>
                  <a:lnTo>
                    <a:pt x="3662" y="1857"/>
                  </a:lnTo>
                  <a:lnTo>
                    <a:pt x="2102" y="3636"/>
                  </a:lnTo>
                  <a:lnTo>
                    <a:pt x="271" y="2076"/>
                  </a:lnTo>
                  <a:lnTo>
                    <a:pt x="1831" y="309"/>
                  </a:lnTo>
                  <a:close/>
                  <a:moveTo>
                    <a:pt x="1831" y="0"/>
                  </a:moveTo>
                  <a:cubicBezTo>
                    <a:pt x="1793" y="0"/>
                    <a:pt x="1754" y="13"/>
                    <a:pt x="1728" y="39"/>
                  </a:cubicBezTo>
                  <a:lnTo>
                    <a:pt x="52" y="2024"/>
                  </a:lnTo>
                  <a:cubicBezTo>
                    <a:pt x="0" y="2076"/>
                    <a:pt x="0" y="2128"/>
                    <a:pt x="52" y="2179"/>
                  </a:cubicBezTo>
                  <a:lnTo>
                    <a:pt x="1986" y="3907"/>
                  </a:lnTo>
                  <a:cubicBezTo>
                    <a:pt x="2018" y="3933"/>
                    <a:pt x="2060" y="3946"/>
                    <a:pt x="2100" y="3946"/>
                  </a:cubicBezTo>
                  <a:cubicBezTo>
                    <a:pt x="2141" y="3946"/>
                    <a:pt x="2179" y="3933"/>
                    <a:pt x="2205" y="3907"/>
                  </a:cubicBezTo>
                  <a:lnTo>
                    <a:pt x="3920" y="1921"/>
                  </a:lnTo>
                  <a:lnTo>
                    <a:pt x="3920" y="1805"/>
                  </a:lnTo>
                  <a:cubicBezTo>
                    <a:pt x="3920" y="1805"/>
                    <a:pt x="3920" y="1754"/>
                    <a:pt x="3869" y="1754"/>
                  </a:cubicBezTo>
                  <a:lnTo>
                    <a:pt x="1934" y="39"/>
                  </a:lnTo>
                  <a:cubicBezTo>
                    <a:pt x="1909" y="13"/>
                    <a:pt x="1870" y="0"/>
                    <a:pt x="183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2"/>
            <p:cNvSpPr/>
            <p:nvPr/>
          </p:nvSpPr>
          <p:spPr>
            <a:xfrm>
              <a:off x="4255175" y="4152275"/>
              <a:ext cx="99625" cy="98025"/>
            </a:xfrm>
            <a:custGeom>
              <a:avLst/>
              <a:gdLst/>
              <a:ahLst/>
              <a:cxnLst/>
              <a:rect l="l" t="t" r="r" b="b"/>
              <a:pathLst>
                <a:path w="3985" h="3921" extrusionOk="0">
                  <a:moveTo>
                    <a:pt x="1883" y="271"/>
                  </a:moveTo>
                  <a:lnTo>
                    <a:pt x="3662" y="1818"/>
                  </a:lnTo>
                  <a:lnTo>
                    <a:pt x="2102" y="3598"/>
                  </a:lnTo>
                  <a:lnTo>
                    <a:pt x="323" y="2037"/>
                  </a:lnTo>
                  <a:lnTo>
                    <a:pt x="1883" y="271"/>
                  </a:lnTo>
                  <a:close/>
                  <a:moveTo>
                    <a:pt x="1780" y="0"/>
                  </a:moveTo>
                  <a:lnTo>
                    <a:pt x="52" y="1986"/>
                  </a:lnTo>
                  <a:cubicBezTo>
                    <a:pt x="0" y="2037"/>
                    <a:pt x="0" y="2141"/>
                    <a:pt x="52" y="2141"/>
                  </a:cubicBezTo>
                  <a:lnTo>
                    <a:pt x="2051" y="3869"/>
                  </a:lnTo>
                  <a:cubicBezTo>
                    <a:pt x="2051" y="3920"/>
                    <a:pt x="2102" y="3920"/>
                    <a:pt x="2102" y="3920"/>
                  </a:cubicBezTo>
                  <a:cubicBezTo>
                    <a:pt x="2154" y="3920"/>
                    <a:pt x="2205" y="3869"/>
                    <a:pt x="2205" y="3869"/>
                  </a:cubicBezTo>
                  <a:lnTo>
                    <a:pt x="3920" y="1883"/>
                  </a:lnTo>
                  <a:cubicBezTo>
                    <a:pt x="3985" y="1818"/>
                    <a:pt x="3985" y="1767"/>
                    <a:pt x="3920" y="1715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2"/>
            <p:cNvSpPr/>
            <p:nvPr/>
          </p:nvSpPr>
          <p:spPr>
            <a:xfrm>
              <a:off x="4099475" y="4214250"/>
              <a:ext cx="99300" cy="99225"/>
            </a:xfrm>
            <a:custGeom>
              <a:avLst/>
              <a:gdLst/>
              <a:ahLst/>
              <a:cxnLst/>
              <a:rect l="l" t="t" r="r" b="b"/>
              <a:pathLst>
                <a:path w="3972" h="3969" extrusionOk="0">
                  <a:moveTo>
                    <a:pt x="1883" y="306"/>
                  </a:moveTo>
                  <a:lnTo>
                    <a:pt x="3650" y="1867"/>
                  </a:lnTo>
                  <a:lnTo>
                    <a:pt x="2089" y="3646"/>
                  </a:lnTo>
                  <a:lnTo>
                    <a:pt x="323" y="2086"/>
                  </a:lnTo>
                  <a:lnTo>
                    <a:pt x="1883" y="306"/>
                  </a:lnTo>
                  <a:close/>
                  <a:moveTo>
                    <a:pt x="1856" y="0"/>
                  </a:moveTo>
                  <a:cubicBezTo>
                    <a:pt x="1828" y="0"/>
                    <a:pt x="1799" y="16"/>
                    <a:pt x="1767" y="48"/>
                  </a:cubicBezTo>
                  <a:lnTo>
                    <a:pt x="52" y="2034"/>
                  </a:lnTo>
                  <a:cubicBezTo>
                    <a:pt x="0" y="2086"/>
                    <a:pt x="52" y="2137"/>
                    <a:pt x="52" y="2189"/>
                  </a:cubicBezTo>
                  <a:lnTo>
                    <a:pt x="2038" y="3917"/>
                  </a:lnTo>
                  <a:cubicBezTo>
                    <a:pt x="2089" y="3917"/>
                    <a:pt x="2089" y="3968"/>
                    <a:pt x="2154" y="3968"/>
                  </a:cubicBezTo>
                  <a:lnTo>
                    <a:pt x="2205" y="3917"/>
                  </a:lnTo>
                  <a:lnTo>
                    <a:pt x="3920" y="1918"/>
                  </a:lnTo>
                  <a:cubicBezTo>
                    <a:pt x="3972" y="1918"/>
                    <a:pt x="3972" y="1867"/>
                    <a:pt x="3972" y="1867"/>
                  </a:cubicBezTo>
                  <a:cubicBezTo>
                    <a:pt x="3972" y="1815"/>
                    <a:pt x="3972" y="1763"/>
                    <a:pt x="3920" y="1763"/>
                  </a:cubicBezTo>
                  <a:lnTo>
                    <a:pt x="1935" y="48"/>
                  </a:lnTo>
                  <a:cubicBezTo>
                    <a:pt x="1909" y="16"/>
                    <a:pt x="1883" y="0"/>
                    <a:pt x="185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2"/>
            <p:cNvSpPr/>
            <p:nvPr/>
          </p:nvSpPr>
          <p:spPr>
            <a:xfrm>
              <a:off x="4029525" y="4304100"/>
              <a:ext cx="83500" cy="83200"/>
            </a:xfrm>
            <a:custGeom>
              <a:avLst/>
              <a:gdLst/>
              <a:ahLst/>
              <a:cxnLst/>
              <a:rect l="l" t="t" r="r" b="b"/>
              <a:pathLst>
                <a:path w="3340" h="3328" extrusionOk="0">
                  <a:moveTo>
                    <a:pt x="1560" y="0"/>
                  </a:moveTo>
                  <a:lnTo>
                    <a:pt x="0" y="1767"/>
                  </a:lnTo>
                  <a:lnTo>
                    <a:pt x="1780" y="3327"/>
                  </a:lnTo>
                  <a:lnTo>
                    <a:pt x="3340" y="1548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2"/>
            <p:cNvSpPr/>
            <p:nvPr/>
          </p:nvSpPr>
          <p:spPr>
            <a:xfrm>
              <a:off x="3973100" y="4254125"/>
              <a:ext cx="83525" cy="83525"/>
            </a:xfrm>
            <a:custGeom>
              <a:avLst/>
              <a:gdLst/>
              <a:ahLst/>
              <a:cxnLst/>
              <a:rect l="l" t="t" r="r" b="b"/>
              <a:pathLst>
                <a:path w="3341" h="3341" extrusionOk="0">
                  <a:moveTo>
                    <a:pt x="1509" y="1"/>
                  </a:moveTo>
                  <a:lnTo>
                    <a:pt x="1" y="1832"/>
                  </a:lnTo>
                  <a:lnTo>
                    <a:pt x="1780" y="3341"/>
                  </a:lnTo>
                  <a:lnTo>
                    <a:pt x="3340" y="1561"/>
                  </a:lnTo>
                  <a:lnTo>
                    <a:pt x="1509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2"/>
            <p:cNvSpPr/>
            <p:nvPr/>
          </p:nvSpPr>
          <p:spPr>
            <a:xfrm>
              <a:off x="4085925" y="4353750"/>
              <a:ext cx="83525" cy="83200"/>
            </a:xfrm>
            <a:custGeom>
              <a:avLst/>
              <a:gdLst/>
              <a:ahLst/>
              <a:cxnLst/>
              <a:rect l="l" t="t" r="r" b="b"/>
              <a:pathLst>
                <a:path w="3341" h="3328" extrusionOk="0">
                  <a:moveTo>
                    <a:pt x="1561" y="0"/>
                  </a:moveTo>
                  <a:lnTo>
                    <a:pt x="1" y="1767"/>
                  </a:lnTo>
                  <a:lnTo>
                    <a:pt x="1780" y="3327"/>
                  </a:lnTo>
                  <a:lnTo>
                    <a:pt x="3340" y="1496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2"/>
            <p:cNvSpPr/>
            <p:nvPr/>
          </p:nvSpPr>
          <p:spPr>
            <a:xfrm>
              <a:off x="4037575" y="4408875"/>
              <a:ext cx="84800" cy="83200"/>
            </a:xfrm>
            <a:custGeom>
              <a:avLst/>
              <a:gdLst/>
              <a:ahLst/>
              <a:cxnLst/>
              <a:rect l="l" t="t" r="r" b="b"/>
              <a:pathLst>
                <a:path w="3392" h="3328" extrusionOk="0">
                  <a:moveTo>
                    <a:pt x="1561" y="0"/>
                  </a:moveTo>
                  <a:lnTo>
                    <a:pt x="1" y="1767"/>
                  </a:lnTo>
                  <a:lnTo>
                    <a:pt x="1832" y="3327"/>
                  </a:lnTo>
                  <a:lnTo>
                    <a:pt x="3392" y="1496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2"/>
            <p:cNvSpPr/>
            <p:nvPr/>
          </p:nvSpPr>
          <p:spPr>
            <a:xfrm>
              <a:off x="3965050" y="4247675"/>
              <a:ext cx="98025" cy="97700"/>
            </a:xfrm>
            <a:custGeom>
              <a:avLst/>
              <a:gdLst/>
              <a:ahLst/>
              <a:cxnLst/>
              <a:rect l="l" t="t" r="r" b="b"/>
              <a:pathLst>
                <a:path w="3921" h="3908" extrusionOk="0">
                  <a:moveTo>
                    <a:pt x="1831" y="259"/>
                  </a:moveTo>
                  <a:lnTo>
                    <a:pt x="3662" y="1819"/>
                  </a:lnTo>
                  <a:lnTo>
                    <a:pt x="2102" y="3599"/>
                  </a:lnTo>
                  <a:lnTo>
                    <a:pt x="323" y="2090"/>
                  </a:lnTo>
                  <a:lnTo>
                    <a:pt x="1831" y="259"/>
                  </a:lnTo>
                  <a:close/>
                  <a:moveTo>
                    <a:pt x="1831" y="1"/>
                  </a:moveTo>
                  <a:cubicBezTo>
                    <a:pt x="1780" y="1"/>
                    <a:pt x="1780" y="1"/>
                    <a:pt x="1780" y="53"/>
                  </a:cubicBezTo>
                  <a:lnTo>
                    <a:pt x="52" y="1987"/>
                  </a:lnTo>
                  <a:cubicBezTo>
                    <a:pt x="0" y="2038"/>
                    <a:pt x="0" y="2038"/>
                    <a:pt x="0" y="2090"/>
                  </a:cubicBezTo>
                  <a:cubicBezTo>
                    <a:pt x="0" y="2141"/>
                    <a:pt x="0" y="2141"/>
                    <a:pt x="52" y="2141"/>
                  </a:cubicBezTo>
                  <a:lnTo>
                    <a:pt x="2051" y="3869"/>
                  </a:lnTo>
                  <a:cubicBezTo>
                    <a:pt x="2076" y="3895"/>
                    <a:pt x="2102" y="3908"/>
                    <a:pt x="2128" y="3908"/>
                  </a:cubicBezTo>
                  <a:cubicBezTo>
                    <a:pt x="2154" y="3908"/>
                    <a:pt x="2179" y="3895"/>
                    <a:pt x="2205" y="3869"/>
                  </a:cubicBezTo>
                  <a:lnTo>
                    <a:pt x="3920" y="1871"/>
                  </a:lnTo>
                  <a:lnTo>
                    <a:pt x="3920" y="1819"/>
                  </a:lnTo>
                  <a:cubicBezTo>
                    <a:pt x="3920" y="1767"/>
                    <a:pt x="3920" y="1767"/>
                    <a:pt x="3869" y="1716"/>
                  </a:cubicBezTo>
                  <a:lnTo>
                    <a:pt x="193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2"/>
            <p:cNvSpPr/>
            <p:nvPr/>
          </p:nvSpPr>
          <p:spPr>
            <a:xfrm>
              <a:off x="4021450" y="4296050"/>
              <a:ext cx="99650" cy="99300"/>
            </a:xfrm>
            <a:custGeom>
              <a:avLst/>
              <a:gdLst/>
              <a:ahLst/>
              <a:cxnLst/>
              <a:rect l="l" t="t" r="r" b="b"/>
              <a:pathLst>
                <a:path w="3986" h="3972" extrusionOk="0">
                  <a:moveTo>
                    <a:pt x="1883" y="322"/>
                  </a:moveTo>
                  <a:lnTo>
                    <a:pt x="3663" y="1870"/>
                  </a:lnTo>
                  <a:lnTo>
                    <a:pt x="2103" y="3649"/>
                  </a:lnTo>
                  <a:lnTo>
                    <a:pt x="323" y="2089"/>
                  </a:lnTo>
                  <a:lnTo>
                    <a:pt x="1883" y="322"/>
                  </a:lnTo>
                  <a:close/>
                  <a:moveTo>
                    <a:pt x="1832" y="0"/>
                  </a:moveTo>
                  <a:lnTo>
                    <a:pt x="1780" y="52"/>
                  </a:lnTo>
                  <a:lnTo>
                    <a:pt x="52" y="2037"/>
                  </a:lnTo>
                  <a:cubicBezTo>
                    <a:pt x="1" y="2089"/>
                    <a:pt x="1" y="2141"/>
                    <a:pt x="52" y="2192"/>
                  </a:cubicBezTo>
                  <a:lnTo>
                    <a:pt x="2051" y="3920"/>
                  </a:lnTo>
                  <a:lnTo>
                    <a:pt x="2103" y="3972"/>
                  </a:lnTo>
                  <a:cubicBezTo>
                    <a:pt x="2154" y="3920"/>
                    <a:pt x="2206" y="3920"/>
                    <a:pt x="2206" y="3920"/>
                  </a:cubicBezTo>
                  <a:lnTo>
                    <a:pt x="3921" y="1934"/>
                  </a:lnTo>
                  <a:cubicBezTo>
                    <a:pt x="3985" y="1870"/>
                    <a:pt x="3985" y="1818"/>
                    <a:pt x="3921" y="1767"/>
                  </a:cubicBezTo>
                  <a:lnTo>
                    <a:pt x="1935" y="52"/>
                  </a:lnTo>
                  <a:cubicBezTo>
                    <a:pt x="1883" y="52"/>
                    <a:pt x="1883" y="0"/>
                    <a:pt x="183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2"/>
            <p:cNvSpPr/>
            <p:nvPr/>
          </p:nvSpPr>
          <p:spPr>
            <a:xfrm>
              <a:off x="4077875" y="4346000"/>
              <a:ext cx="99625" cy="97700"/>
            </a:xfrm>
            <a:custGeom>
              <a:avLst/>
              <a:gdLst/>
              <a:ahLst/>
              <a:cxnLst/>
              <a:rect l="l" t="t" r="r" b="b"/>
              <a:pathLst>
                <a:path w="3985" h="3908" extrusionOk="0">
                  <a:moveTo>
                    <a:pt x="1883" y="310"/>
                  </a:moveTo>
                  <a:lnTo>
                    <a:pt x="3662" y="1806"/>
                  </a:lnTo>
                  <a:lnTo>
                    <a:pt x="2102" y="3637"/>
                  </a:lnTo>
                  <a:lnTo>
                    <a:pt x="323" y="2077"/>
                  </a:lnTo>
                  <a:lnTo>
                    <a:pt x="1883" y="310"/>
                  </a:lnTo>
                  <a:close/>
                  <a:moveTo>
                    <a:pt x="1857" y="1"/>
                  </a:moveTo>
                  <a:cubicBezTo>
                    <a:pt x="1831" y="1"/>
                    <a:pt x="1806" y="14"/>
                    <a:pt x="1780" y="39"/>
                  </a:cubicBezTo>
                  <a:lnTo>
                    <a:pt x="52" y="2025"/>
                  </a:lnTo>
                  <a:cubicBezTo>
                    <a:pt x="0" y="2025"/>
                    <a:pt x="0" y="2128"/>
                    <a:pt x="52" y="2193"/>
                  </a:cubicBezTo>
                  <a:lnTo>
                    <a:pt x="2051" y="3908"/>
                  </a:lnTo>
                  <a:lnTo>
                    <a:pt x="2154" y="3908"/>
                  </a:lnTo>
                  <a:cubicBezTo>
                    <a:pt x="2154" y="3908"/>
                    <a:pt x="2205" y="3908"/>
                    <a:pt x="2205" y="3856"/>
                  </a:cubicBezTo>
                  <a:lnTo>
                    <a:pt x="3920" y="1922"/>
                  </a:lnTo>
                  <a:cubicBezTo>
                    <a:pt x="3920" y="1870"/>
                    <a:pt x="3985" y="1870"/>
                    <a:pt x="3985" y="1806"/>
                  </a:cubicBezTo>
                  <a:cubicBezTo>
                    <a:pt x="3985" y="1754"/>
                    <a:pt x="3920" y="1754"/>
                    <a:pt x="3920" y="1703"/>
                  </a:cubicBezTo>
                  <a:lnTo>
                    <a:pt x="1935" y="39"/>
                  </a:lnTo>
                  <a:cubicBezTo>
                    <a:pt x="1909" y="14"/>
                    <a:pt x="1883" y="1"/>
                    <a:pt x="18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2"/>
            <p:cNvSpPr/>
            <p:nvPr/>
          </p:nvSpPr>
          <p:spPr>
            <a:xfrm>
              <a:off x="4030800" y="4401125"/>
              <a:ext cx="98350" cy="97700"/>
            </a:xfrm>
            <a:custGeom>
              <a:avLst/>
              <a:gdLst/>
              <a:ahLst/>
              <a:cxnLst/>
              <a:rect l="l" t="t" r="r" b="b"/>
              <a:pathLst>
                <a:path w="3934" h="3908" extrusionOk="0">
                  <a:moveTo>
                    <a:pt x="1832" y="310"/>
                  </a:moveTo>
                  <a:lnTo>
                    <a:pt x="3663" y="1806"/>
                  </a:lnTo>
                  <a:lnTo>
                    <a:pt x="2103" y="3637"/>
                  </a:lnTo>
                  <a:lnTo>
                    <a:pt x="272" y="2077"/>
                  </a:lnTo>
                  <a:lnTo>
                    <a:pt x="1832" y="310"/>
                  </a:lnTo>
                  <a:close/>
                  <a:moveTo>
                    <a:pt x="1832" y="1"/>
                  </a:moveTo>
                  <a:cubicBezTo>
                    <a:pt x="1793" y="1"/>
                    <a:pt x="1754" y="14"/>
                    <a:pt x="1729" y="39"/>
                  </a:cubicBezTo>
                  <a:lnTo>
                    <a:pt x="1" y="1974"/>
                  </a:lnTo>
                  <a:cubicBezTo>
                    <a:pt x="1" y="2025"/>
                    <a:pt x="1" y="2128"/>
                    <a:pt x="65" y="2180"/>
                  </a:cubicBezTo>
                  <a:lnTo>
                    <a:pt x="1999" y="3908"/>
                  </a:lnTo>
                  <a:lnTo>
                    <a:pt x="2103" y="3908"/>
                  </a:lnTo>
                  <a:cubicBezTo>
                    <a:pt x="2154" y="3908"/>
                    <a:pt x="2154" y="3908"/>
                    <a:pt x="2206" y="3856"/>
                  </a:cubicBezTo>
                  <a:lnTo>
                    <a:pt x="3934" y="1922"/>
                  </a:lnTo>
                  <a:lnTo>
                    <a:pt x="3934" y="1806"/>
                  </a:lnTo>
                  <a:cubicBezTo>
                    <a:pt x="3934" y="1754"/>
                    <a:pt x="3934" y="1754"/>
                    <a:pt x="3869" y="1703"/>
                  </a:cubicBezTo>
                  <a:lnTo>
                    <a:pt x="1935" y="39"/>
                  </a:lnTo>
                  <a:cubicBezTo>
                    <a:pt x="1909" y="14"/>
                    <a:pt x="1871" y="1"/>
                    <a:pt x="18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2"/>
            <p:cNvSpPr/>
            <p:nvPr/>
          </p:nvSpPr>
          <p:spPr>
            <a:xfrm>
              <a:off x="4174575" y="4497525"/>
              <a:ext cx="172175" cy="171850"/>
            </a:xfrm>
            <a:custGeom>
              <a:avLst/>
              <a:gdLst/>
              <a:ahLst/>
              <a:cxnLst/>
              <a:rect l="l" t="t" r="r" b="b"/>
              <a:pathLst>
                <a:path w="6887" h="6874" extrusionOk="0">
                  <a:moveTo>
                    <a:pt x="2477" y="1174"/>
                  </a:moveTo>
                  <a:cubicBezTo>
                    <a:pt x="2747" y="1174"/>
                    <a:pt x="3018" y="1393"/>
                    <a:pt x="3018" y="1715"/>
                  </a:cubicBezTo>
                  <a:cubicBezTo>
                    <a:pt x="3018" y="1986"/>
                    <a:pt x="2747" y="2257"/>
                    <a:pt x="2477" y="2257"/>
                  </a:cubicBezTo>
                  <a:cubicBezTo>
                    <a:pt x="2154" y="2257"/>
                    <a:pt x="1935" y="1986"/>
                    <a:pt x="1935" y="1715"/>
                  </a:cubicBezTo>
                  <a:cubicBezTo>
                    <a:pt x="1935" y="1393"/>
                    <a:pt x="2154" y="1174"/>
                    <a:pt x="2477" y="1174"/>
                  </a:cubicBezTo>
                  <a:close/>
                  <a:moveTo>
                    <a:pt x="5210" y="2192"/>
                  </a:moveTo>
                  <a:cubicBezTo>
                    <a:pt x="5481" y="2192"/>
                    <a:pt x="5752" y="2412"/>
                    <a:pt x="5752" y="2734"/>
                  </a:cubicBezTo>
                  <a:cubicBezTo>
                    <a:pt x="5752" y="3005"/>
                    <a:pt x="5481" y="3224"/>
                    <a:pt x="5210" y="3224"/>
                  </a:cubicBezTo>
                  <a:cubicBezTo>
                    <a:pt x="4888" y="3224"/>
                    <a:pt x="4682" y="3005"/>
                    <a:pt x="4682" y="2734"/>
                  </a:cubicBezTo>
                  <a:cubicBezTo>
                    <a:pt x="4682" y="2412"/>
                    <a:pt x="4888" y="2192"/>
                    <a:pt x="5210" y="2192"/>
                  </a:cubicBezTo>
                  <a:close/>
                  <a:moveTo>
                    <a:pt x="1509" y="3804"/>
                  </a:moveTo>
                  <a:cubicBezTo>
                    <a:pt x="1780" y="3804"/>
                    <a:pt x="1987" y="4075"/>
                    <a:pt x="1987" y="4346"/>
                  </a:cubicBezTo>
                  <a:cubicBezTo>
                    <a:pt x="1987" y="4617"/>
                    <a:pt x="1780" y="4887"/>
                    <a:pt x="1509" y="4887"/>
                  </a:cubicBezTo>
                  <a:cubicBezTo>
                    <a:pt x="1187" y="4887"/>
                    <a:pt x="968" y="4617"/>
                    <a:pt x="968" y="4346"/>
                  </a:cubicBezTo>
                  <a:cubicBezTo>
                    <a:pt x="968" y="4075"/>
                    <a:pt x="1187" y="3804"/>
                    <a:pt x="1509" y="3804"/>
                  </a:cubicBezTo>
                  <a:close/>
                  <a:moveTo>
                    <a:pt x="4192" y="4836"/>
                  </a:moveTo>
                  <a:cubicBezTo>
                    <a:pt x="4514" y="4836"/>
                    <a:pt x="4733" y="5094"/>
                    <a:pt x="4733" y="5364"/>
                  </a:cubicBezTo>
                  <a:cubicBezTo>
                    <a:pt x="4733" y="5635"/>
                    <a:pt x="4514" y="5906"/>
                    <a:pt x="4192" y="5906"/>
                  </a:cubicBezTo>
                  <a:cubicBezTo>
                    <a:pt x="3921" y="5906"/>
                    <a:pt x="3714" y="5635"/>
                    <a:pt x="3714" y="5364"/>
                  </a:cubicBezTo>
                  <a:cubicBezTo>
                    <a:pt x="3714" y="5094"/>
                    <a:pt x="3921" y="4836"/>
                    <a:pt x="4192" y="4836"/>
                  </a:cubicBezTo>
                  <a:close/>
                  <a:moveTo>
                    <a:pt x="1883" y="0"/>
                  </a:moveTo>
                  <a:cubicBezTo>
                    <a:pt x="1780" y="0"/>
                    <a:pt x="1729" y="52"/>
                    <a:pt x="1729" y="103"/>
                  </a:cubicBezTo>
                  <a:lnTo>
                    <a:pt x="1" y="4939"/>
                  </a:lnTo>
                  <a:lnTo>
                    <a:pt x="1" y="4990"/>
                  </a:lnTo>
                  <a:cubicBezTo>
                    <a:pt x="1" y="5042"/>
                    <a:pt x="52" y="5158"/>
                    <a:pt x="117" y="5158"/>
                  </a:cubicBezTo>
                  <a:lnTo>
                    <a:pt x="4888" y="6873"/>
                  </a:lnTo>
                  <a:lnTo>
                    <a:pt x="4952" y="6873"/>
                  </a:lnTo>
                  <a:cubicBezTo>
                    <a:pt x="5055" y="6873"/>
                    <a:pt x="5107" y="6821"/>
                    <a:pt x="5159" y="6705"/>
                  </a:cubicBezTo>
                  <a:lnTo>
                    <a:pt x="6822" y="1934"/>
                  </a:lnTo>
                  <a:cubicBezTo>
                    <a:pt x="6822" y="1934"/>
                    <a:pt x="6886" y="1934"/>
                    <a:pt x="6886" y="1870"/>
                  </a:cubicBezTo>
                  <a:cubicBezTo>
                    <a:pt x="6886" y="1818"/>
                    <a:pt x="6822" y="1715"/>
                    <a:pt x="6719" y="1715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2"/>
            <p:cNvSpPr/>
            <p:nvPr/>
          </p:nvSpPr>
          <p:spPr>
            <a:xfrm>
              <a:off x="4167800" y="4490750"/>
              <a:ext cx="184100" cy="184100"/>
            </a:xfrm>
            <a:custGeom>
              <a:avLst/>
              <a:gdLst/>
              <a:ahLst/>
              <a:cxnLst/>
              <a:rect l="l" t="t" r="r" b="b"/>
              <a:pathLst>
                <a:path w="7364" h="7364" extrusionOk="0">
                  <a:moveTo>
                    <a:pt x="2206" y="271"/>
                  </a:moveTo>
                  <a:lnTo>
                    <a:pt x="6990" y="1986"/>
                  </a:lnTo>
                  <a:cubicBezTo>
                    <a:pt x="7093" y="1986"/>
                    <a:pt x="7157" y="2089"/>
                    <a:pt x="7157" y="2141"/>
                  </a:cubicBezTo>
                  <a:cubicBezTo>
                    <a:pt x="7157" y="2205"/>
                    <a:pt x="7093" y="2205"/>
                    <a:pt x="7093" y="2205"/>
                  </a:cubicBezTo>
                  <a:lnTo>
                    <a:pt x="5430" y="6976"/>
                  </a:lnTo>
                  <a:cubicBezTo>
                    <a:pt x="5378" y="7092"/>
                    <a:pt x="5326" y="7144"/>
                    <a:pt x="5223" y="7144"/>
                  </a:cubicBezTo>
                  <a:lnTo>
                    <a:pt x="5159" y="7144"/>
                  </a:lnTo>
                  <a:lnTo>
                    <a:pt x="388" y="5429"/>
                  </a:lnTo>
                  <a:cubicBezTo>
                    <a:pt x="323" y="5429"/>
                    <a:pt x="272" y="5313"/>
                    <a:pt x="272" y="5261"/>
                  </a:cubicBezTo>
                  <a:lnTo>
                    <a:pt x="272" y="5210"/>
                  </a:lnTo>
                  <a:lnTo>
                    <a:pt x="2000" y="374"/>
                  </a:lnTo>
                  <a:cubicBezTo>
                    <a:pt x="2000" y="323"/>
                    <a:pt x="2051" y="271"/>
                    <a:pt x="2154" y="271"/>
                  </a:cubicBezTo>
                  <a:close/>
                  <a:moveTo>
                    <a:pt x="2154" y="0"/>
                  </a:moveTo>
                  <a:cubicBezTo>
                    <a:pt x="2000" y="0"/>
                    <a:pt x="1780" y="155"/>
                    <a:pt x="1729" y="323"/>
                  </a:cubicBezTo>
                  <a:lnTo>
                    <a:pt x="65" y="5107"/>
                  </a:lnTo>
                  <a:cubicBezTo>
                    <a:pt x="1" y="5158"/>
                    <a:pt x="1" y="5210"/>
                    <a:pt x="1" y="5261"/>
                  </a:cubicBezTo>
                  <a:cubicBezTo>
                    <a:pt x="1" y="5429"/>
                    <a:pt x="117" y="5584"/>
                    <a:pt x="323" y="5635"/>
                  </a:cubicBezTo>
                  <a:lnTo>
                    <a:pt x="5107" y="7363"/>
                  </a:lnTo>
                  <a:lnTo>
                    <a:pt x="5223" y="7363"/>
                  </a:lnTo>
                  <a:cubicBezTo>
                    <a:pt x="5430" y="7363"/>
                    <a:pt x="5597" y="7247"/>
                    <a:pt x="5649" y="7092"/>
                  </a:cubicBezTo>
                  <a:lnTo>
                    <a:pt x="7364" y="2309"/>
                  </a:lnTo>
                  <a:lnTo>
                    <a:pt x="7364" y="2141"/>
                  </a:lnTo>
                  <a:cubicBezTo>
                    <a:pt x="7364" y="1986"/>
                    <a:pt x="7261" y="1819"/>
                    <a:pt x="7093" y="1767"/>
                  </a:cubicBezTo>
                  <a:lnTo>
                    <a:pt x="2322" y="52"/>
                  </a:lnTo>
                  <a:cubicBezTo>
                    <a:pt x="2258" y="52"/>
                    <a:pt x="2206" y="0"/>
                    <a:pt x="21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2"/>
            <p:cNvSpPr/>
            <p:nvPr/>
          </p:nvSpPr>
          <p:spPr>
            <a:xfrm>
              <a:off x="4222925" y="4526850"/>
              <a:ext cx="27125" cy="27100"/>
            </a:xfrm>
            <a:custGeom>
              <a:avLst/>
              <a:gdLst/>
              <a:ahLst/>
              <a:cxnLst/>
              <a:rect l="l" t="t" r="r" b="b"/>
              <a:pathLst>
                <a:path w="1085" h="1084" extrusionOk="0">
                  <a:moveTo>
                    <a:pt x="543" y="1"/>
                  </a:moveTo>
                  <a:cubicBezTo>
                    <a:pt x="220" y="1"/>
                    <a:pt x="1" y="220"/>
                    <a:pt x="1" y="542"/>
                  </a:cubicBezTo>
                  <a:cubicBezTo>
                    <a:pt x="1" y="813"/>
                    <a:pt x="220" y="1084"/>
                    <a:pt x="543" y="1084"/>
                  </a:cubicBezTo>
                  <a:cubicBezTo>
                    <a:pt x="813" y="1084"/>
                    <a:pt x="1084" y="813"/>
                    <a:pt x="1084" y="542"/>
                  </a:cubicBezTo>
                  <a:cubicBezTo>
                    <a:pt x="1084" y="220"/>
                    <a:pt x="813" y="1"/>
                    <a:pt x="543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2"/>
            <p:cNvSpPr/>
            <p:nvPr/>
          </p:nvSpPr>
          <p:spPr>
            <a:xfrm>
              <a:off x="4291600" y="4552325"/>
              <a:ext cx="26775" cy="25800"/>
            </a:xfrm>
            <a:custGeom>
              <a:avLst/>
              <a:gdLst/>
              <a:ahLst/>
              <a:cxnLst/>
              <a:rect l="l" t="t" r="r" b="b"/>
              <a:pathLst>
                <a:path w="1071" h="1032" extrusionOk="0">
                  <a:moveTo>
                    <a:pt x="529" y="0"/>
                  </a:moveTo>
                  <a:cubicBezTo>
                    <a:pt x="207" y="0"/>
                    <a:pt x="1" y="220"/>
                    <a:pt x="1" y="542"/>
                  </a:cubicBezTo>
                  <a:cubicBezTo>
                    <a:pt x="1" y="813"/>
                    <a:pt x="207" y="1032"/>
                    <a:pt x="529" y="1032"/>
                  </a:cubicBezTo>
                  <a:cubicBezTo>
                    <a:pt x="800" y="1032"/>
                    <a:pt x="1071" y="813"/>
                    <a:pt x="1071" y="542"/>
                  </a:cubicBezTo>
                  <a:cubicBezTo>
                    <a:pt x="1071" y="220"/>
                    <a:pt x="800" y="0"/>
                    <a:pt x="52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2"/>
            <p:cNvSpPr/>
            <p:nvPr/>
          </p:nvSpPr>
          <p:spPr>
            <a:xfrm>
              <a:off x="4198750" y="4592625"/>
              <a:ext cx="25500" cy="27100"/>
            </a:xfrm>
            <a:custGeom>
              <a:avLst/>
              <a:gdLst/>
              <a:ahLst/>
              <a:cxnLst/>
              <a:rect l="l" t="t" r="r" b="b"/>
              <a:pathLst>
                <a:path w="1020" h="1084" extrusionOk="0">
                  <a:moveTo>
                    <a:pt x="542" y="0"/>
                  </a:moveTo>
                  <a:cubicBezTo>
                    <a:pt x="220" y="0"/>
                    <a:pt x="1" y="271"/>
                    <a:pt x="1" y="542"/>
                  </a:cubicBezTo>
                  <a:cubicBezTo>
                    <a:pt x="1" y="813"/>
                    <a:pt x="220" y="1083"/>
                    <a:pt x="542" y="1083"/>
                  </a:cubicBezTo>
                  <a:cubicBezTo>
                    <a:pt x="813" y="1083"/>
                    <a:pt x="1020" y="813"/>
                    <a:pt x="1020" y="542"/>
                  </a:cubicBezTo>
                  <a:cubicBezTo>
                    <a:pt x="1020" y="271"/>
                    <a:pt x="813" y="0"/>
                    <a:pt x="54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2"/>
            <p:cNvSpPr/>
            <p:nvPr/>
          </p:nvSpPr>
          <p:spPr>
            <a:xfrm>
              <a:off x="4267425" y="4618400"/>
              <a:ext cx="25500" cy="26775"/>
            </a:xfrm>
            <a:custGeom>
              <a:avLst/>
              <a:gdLst/>
              <a:ahLst/>
              <a:cxnLst/>
              <a:rect l="l" t="t" r="r" b="b"/>
              <a:pathLst>
                <a:path w="1020" h="1071" extrusionOk="0">
                  <a:moveTo>
                    <a:pt x="478" y="1"/>
                  </a:moveTo>
                  <a:cubicBezTo>
                    <a:pt x="207" y="1"/>
                    <a:pt x="0" y="259"/>
                    <a:pt x="0" y="529"/>
                  </a:cubicBezTo>
                  <a:cubicBezTo>
                    <a:pt x="0" y="800"/>
                    <a:pt x="207" y="1071"/>
                    <a:pt x="478" y="1071"/>
                  </a:cubicBezTo>
                  <a:cubicBezTo>
                    <a:pt x="800" y="1071"/>
                    <a:pt x="1019" y="800"/>
                    <a:pt x="1019" y="529"/>
                  </a:cubicBezTo>
                  <a:cubicBezTo>
                    <a:pt x="1019" y="259"/>
                    <a:pt x="800" y="1"/>
                    <a:pt x="478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2"/>
            <p:cNvSpPr/>
            <p:nvPr/>
          </p:nvSpPr>
          <p:spPr>
            <a:xfrm>
              <a:off x="4400225" y="4580700"/>
              <a:ext cx="61925" cy="60300"/>
            </a:xfrm>
            <a:custGeom>
              <a:avLst/>
              <a:gdLst/>
              <a:ahLst/>
              <a:cxnLst/>
              <a:rect l="l" t="t" r="r" b="b"/>
              <a:pathLst>
                <a:path w="2477" h="2412" extrusionOk="0">
                  <a:moveTo>
                    <a:pt x="1239" y="0"/>
                  </a:moveTo>
                  <a:cubicBezTo>
                    <a:pt x="917" y="0"/>
                    <a:pt x="594" y="155"/>
                    <a:pt x="375" y="374"/>
                  </a:cubicBezTo>
                  <a:cubicBezTo>
                    <a:pt x="169" y="593"/>
                    <a:pt x="1" y="916"/>
                    <a:pt x="1" y="1238"/>
                  </a:cubicBezTo>
                  <a:cubicBezTo>
                    <a:pt x="1" y="1560"/>
                    <a:pt x="169" y="1883"/>
                    <a:pt x="375" y="2089"/>
                  </a:cubicBezTo>
                  <a:cubicBezTo>
                    <a:pt x="594" y="2308"/>
                    <a:pt x="917" y="2411"/>
                    <a:pt x="1239" y="2411"/>
                  </a:cubicBezTo>
                  <a:cubicBezTo>
                    <a:pt x="1561" y="2411"/>
                    <a:pt x="1884" y="2308"/>
                    <a:pt x="2103" y="2089"/>
                  </a:cubicBezTo>
                  <a:cubicBezTo>
                    <a:pt x="2309" y="1883"/>
                    <a:pt x="2477" y="1560"/>
                    <a:pt x="2477" y="1238"/>
                  </a:cubicBezTo>
                  <a:cubicBezTo>
                    <a:pt x="2477" y="916"/>
                    <a:pt x="2309" y="593"/>
                    <a:pt x="2103" y="374"/>
                  </a:cubicBezTo>
                  <a:cubicBezTo>
                    <a:pt x="1884" y="155"/>
                    <a:pt x="1561" y="0"/>
                    <a:pt x="123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2"/>
            <p:cNvSpPr/>
            <p:nvPr/>
          </p:nvSpPr>
          <p:spPr>
            <a:xfrm>
              <a:off x="4392175" y="4571350"/>
              <a:ext cx="79325" cy="79325"/>
            </a:xfrm>
            <a:custGeom>
              <a:avLst/>
              <a:gdLst/>
              <a:ahLst/>
              <a:cxnLst/>
              <a:rect l="l" t="t" r="r" b="b"/>
              <a:pathLst>
                <a:path w="3173" h="3173" extrusionOk="0">
                  <a:moveTo>
                    <a:pt x="1561" y="374"/>
                  </a:moveTo>
                  <a:cubicBezTo>
                    <a:pt x="1883" y="374"/>
                    <a:pt x="2206" y="529"/>
                    <a:pt x="2425" y="748"/>
                  </a:cubicBezTo>
                  <a:cubicBezTo>
                    <a:pt x="2631" y="967"/>
                    <a:pt x="2799" y="1290"/>
                    <a:pt x="2799" y="1612"/>
                  </a:cubicBezTo>
                  <a:cubicBezTo>
                    <a:pt x="2799" y="1934"/>
                    <a:pt x="2631" y="2257"/>
                    <a:pt x="2425" y="2463"/>
                  </a:cubicBezTo>
                  <a:cubicBezTo>
                    <a:pt x="2206" y="2682"/>
                    <a:pt x="1883" y="2785"/>
                    <a:pt x="1561" y="2785"/>
                  </a:cubicBezTo>
                  <a:cubicBezTo>
                    <a:pt x="1239" y="2785"/>
                    <a:pt x="916" y="2682"/>
                    <a:pt x="697" y="2463"/>
                  </a:cubicBezTo>
                  <a:cubicBezTo>
                    <a:pt x="491" y="2257"/>
                    <a:pt x="323" y="1934"/>
                    <a:pt x="323" y="1612"/>
                  </a:cubicBezTo>
                  <a:cubicBezTo>
                    <a:pt x="323" y="1290"/>
                    <a:pt x="491" y="967"/>
                    <a:pt x="697" y="748"/>
                  </a:cubicBezTo>
                  <a:cubicBezTo>
                    <a:pt x="916" y="529"/>
                    <a:pt x="1239" y="374"/>
                    <a:pt x="1561" y="374"/>
                  </a:cubicBezTo>
                  <a:close/>
                  <a:moveTo>
                    <a:pt x="1561" y="0"/>
                  </a:moveTo>
                  <a:cubicBezTo>
                    <a:pt x="697" y="0"/>
                    <a:pt x="1" y="696"/>
                    <a:pt x="1" y="1612"/>
                  </a:cubicBezTo>
                  <a:cubicBezTo>
                    <a:pt x="1" y="2463"/>
                    <a:pt x="697" y="3172"/>
                    <a:pt x="1561" y="3172"/>
                  </a:cubicBezTo>
                  <a:cubicBezTo>
                    <a:pt x="2425" y="3172"/>
                    <a:pt x="3173" y="2463"/>
                    <a:pt x="3173" y="1612"/>
                  </a:cubicBezTo>
                  <a:cubicBezTo>
                    <a:pt x="3173" y="696"/>
                    <a:pt x="2425" y="0"/>
                    <a:pt x="156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2"/>
            <p:cNvSpPr/>
            <p:nvPr/>
          </p:nvSpPr>
          <p:spPr>
            <a:xfrm>
              <a:off x="4299650" y="4704150"/>
              <a:ext cx="225700" cy="225675"/>
            </a:xfrm>
            <a:custGeom>
              <a:avLst/>
              <a:gdLst/>
              <a:ahLst/>
              <a:cxnLst/>
              <a:rect l="l" t="t" r="r" b="b"/>
              <a:pathLst>
                <a:path w="9028" h="9027" extrusionOk="0">
                  <a:moveTo>
                    <a:pt x="2141" y="2902"/>
                  </a:moveTo>
                  <a:cubicBezTo>
                    <a:pt x="2528" y="2902"/>
                    <a:pt x="2786" y="3173"/>
                    <a:pt x="2786" y="3547"/>
                  </a:cubicBezTo>
                  <a:cubicBezTo>
                    <a:pt x="2786" y="3869"/>
                    <a:pt x="2528" y="4140"/>
                    <a:pt x="2141" y="4140"/>
                  </a:cubicBezTo>
                  <a:cubicBezTo>
                    <a:pt x="1819" y="4140"/>
                    <a:pt x="1561" y="3869"/>
                    <a:pt x="1561" y="3547"/>
                  </a:cubicBezTo>
                  <a:cubicBezTo>
                    <a:pt x="1561" y="3173"/>
                    <a:pt x="1819" y="2902"/>
                    <a:pt x="2141" y="2902"/>
                  </a:cubicBezTo>
                  <a:close/>
                  <a:moveTo>
                    <a:pt x="4514" y="3869"/>
                  </a:moveTo>
                  <a:cubicBezTo>
                    <a:pt x="4836" y="3869"/>
                    <a:pt x="5107" y="4140"/>
                    <a:pt x="5107" y="4462"/>
                  </a:cubicBezTo>
                  <a:cubicBezTo>
                    <a:pt x="5107" y="4836"/>
                    <a:pt x="4836" y="5107"/>
                    <a:pt x="4514" y="5107"/>
                  </a:cubicBezTo>
                  <a:cubicBezTo>
                    <a:pt x="4192" y="5107"/>
                    <a:pt x="3921" y="4836"/>
                    <a:pt x="3921" y="4462"/>
                  </a:cubicBezTo>
                  <a:cubicBezTo>
                    <a:pt x="3921" y="4140"/>
                    <a:pt x="4192" y="3869"/>
                    <a:pt x="4514" y="3869"/>
                  </a:cubicBezTo>
                  <a:close/>
                  <a:moveTo>
                    <a:pt x="6874" y="4785"/>
                  </a:moveTo>
                  <a:cubicBezTo>
                    <a:pt x="7196" y="4785"/>
                    <a:pt x="7518" y="5055"/>
                    <a:pt x="7518" y="5429"/>
                  </a:cubicBezTo>
                  <a:cubicBezTo>
                    <a:pt x="7518" y="5752"/>
                    <a:pt x="7196" y="6022"/>
                    <a:pt x="6874" y="6022"/>
                  </a:cubicBezTo>
                  <a:cubicBezTo>
                    <a:pt x="6551" y="6022"/>
                    <a:pt x="6281" y="5752"/>
                    <a:pt x="6281" y="5429"/>
                  </a:cubicBezTo>
                  <a:cubicBezTo>
                    <a:pt x="6281" y="5055"/>
                    <a:pt x="6551" y="4785"/>
                    <a:pt x="6874" y="4785"/>
                  </a:cubicBezTo>
                  <a:close/>
                  <a:moveTo>
                    <a:pt x="6126" y="1"/>
                  </a:moveTo>
                  <a:lnTo>
                    <a:pt x="104" y="2580"/>
                  </a:lnTo>
                  <a:cubicBezTo>
                    <a:pt x="1" y="2631"/>
                    <a:pt x="1" y="2696"/>
                    <a:pt x="1" y="2799"/>
                  </a:cubicBezTo>
                  <a:lnTo>
                    <a:pt x="1" y="2850"/>
                  </a:lnTo>
                  <a:lnTo>
                    <a:pt x="2580" y="8924"/>
                  </a:lnTo>
                  <a:cubicBezTo>
                    <a:pt x="2631" y="8975"/>
                    <a:pt x="2683" y="9027"/>
                    <a:pt x="2735" y="9027"/>
                  </a:cubicBezTo>
                  <a:lnTo>
                    <a:pt x="2851" y="9027"/>
                  </a:lnTo>
                  <a:lnTo>
                    <a:pt x="8859" y="6396"/>
                  </a:lnTo>
                  <a:cubicBezTo>
                    <a:pt x="8976" y="6396"/>
                    <a:pt x="9027" y="6345"/>
                    <a:pt x="9027" y="6242"/>
                  </a:cubicBezTo>
                  <a:lnTo>
                    <a:pt x="8976" y="6177"/>
                  </a:lnTo>
                  <a:lnTo>
                    <a:pt x="6397" y="117"/>
                  </a:lnTo>
                  <a:cubicBezTo>
                    <a:pt x="6332" y="52"/>
                    <a:pt x="6281" y="1"/>
                    <a:pt x="622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2"/>
            <p:cNvSpPr/>
            <p:nvPr/>
          </p:nvSpPr>
          <p:spPr>
            <a:xfrm>
              <a:off x="4292900" y="4697375"/>
              <a:ext cx="237600" cy="237950"/>
            </a:xfrm>
            <a:custGeom>
              <a:avLst/>
              <a:gdLst/>
              <a:ahLst/>
              <a:cxnLst/>
              <a:rect l="l" t="t" r="r" b="b"/>
              <a:pathLst>
                <a:path w="9504" h="9518" extrusionOk="0">
                  <a:moveTo>
                    <a:pt x="6499" y="272"/>
                  </a:moveTo>
                  <a:cubicBezTo>
                    <a:pt x="6551" y="272"/>
                    <a:pt x="6602" y="323"/>
                    <a:pt x="6667" y="388"/>
                  </a:cubicBezTo>
                  <a:lnTo>
                    <a:pt x="9246" y="6448"/>
                  </a:lnTo>
                  <a:lnTo>
                    <a:pt x="9297" y="6513"/>
                  </a:lnTo>
                  <a:cubicBezTo>
                    <a:pt x="9297" y="6616"/>
                    <a:pt x="9246" y="6667"/>
                    <a:pt x="9129" y="6667"/>
                  </a:cubicBezTo>
                  <a:lnTo>
                    <a:pt x="3121" y="9298"/>
                  </a:lnTo>
                  <a:lnTo>
                    <a:pt x="3005" y="9298"/>
                  </a:lnTo>
                  <a:cubicBezTo>
                    <a:pt x="2953" y="9298"/>
                    <a:pt x="2901" y="9246"/>
                    <a:pt x="2850" y="9195"/>
                  </a:cubicBezTo>
                  <a:lnTo>
                    <a:pt x="271" y="3121"/>
                  </a:lnTo>
                  <a:lnTo>
                    <a:pt x="271" y="3070"/>
                  </a:lnTo>
                  <a:cubicBezTo>
                    <a:pt x="271" y="2967"/>
                    <a:pt x="271" y="2902"/>
                    <a:pt x="374" y="2851"/>
                  </a:cubicBezTo>
                  <a:lnTo>
                    <a:pt x="6396" y="272"/>
                  </a:lnTo>
                  <a:close/>
                  <a:moveTo>
                    <a:pt x="6499" y="1"/>
                  </a:moveTo>
                  <a:cubicBezTo>
                    <a:pt x="6447" y="1"/>
                    <a:pt x="6396" y="65"/>
                    <a:pt x="6344" y="65"/>
                  </a:cubicBezTo>
                  <a:lnTo>
                    <a:pt x="271" y="2644"/>
                  </a:lnTo>
                  <a:cubicBezTo>
                    <a:pt x="103" y="2747"/>
                    <a:pt x="0" y="2851"/>
                    <a:pt x="0" y="3070"/>
                  </a:cubicBezTo>
                  <a:cubicBezTo>
                    <a:pt x="0" y="3121"/>
                    <a:pt x="0" y="3173"/>
                    <a:pt x="52" y="3225"/>
                  </a:cubicBezTo>
                  <a:lnTo>
                    <a:pt x="2631" y="9298"/>
                  </a:lnTo>
                  <a:cubicBezTo>
                    <a:pt x="2682" y="9466"/>
                    <a:pt x="2850" y="9517"/>
                    <a:pt x="3005" y="9517"/>
                  </a:cubicBezTo>
                  <a:lnTo>
                    <a:pt x="3172" y="9517"/>
                  </a:lnTo>
                  <a:lnTo>
                    <a:pt x="9246" y="6938"/>
                  </a:lnTo>
                  <a:cubicBezTo>
                    <a:pt x="9400" y="6835"/>
                    <a:pt x="9503" y="6667"/>
                    <a:pt x="9503" y="6513"/>
                  </a:cubicBezTo>
                  <a:cubicBezTo>
                    <a:pt x="9503" y="6448"/>
                    <a:pt x="9503" y="6397"/>
                    <a:pt x="9452" y="6345"/>
                  </a:cubicBezTo>
                  <a:lnTo>
                    <a:pt x="6873" y="272"/>
                  </a:lnTo>
                  <a:cubicBezTo>
                    <a:pt x="6821" y="117"/>
                    <a:pt x="6667" y="1"/>
                    <a:pt x="649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2"/>
            <p:cNvSpPr/>
            <p:nvPr/>
          </p:nvSpPr>
          <p:spPr>
            <a:xfrm>
              <a:off x="4338675" y="4776675"/>
              <a:ext cx="30650" cy="30975"/>
            </a:xfrm>
            <a:custGeom>
              <a:avLst/>
              <a:gdLst/>
              <a:ahLst/>
              <a:cxnLst/>
              <a:rect l="l" t="t" r="r" b="b"/>
              <a:pathLst>
                <a:path w="1226" h="1239" extrusionOk="0">
                  <a:moveTo>
                    <a:pt x="580" y="1"/>
                  </a:moveTo>
                  <a:cubicBezTo>
                    <a:pt x="258" y="1"/>
                    <a:pt x="0" y="272"/>
                    <a:pt x="0" y="646"/>
                  </a:cubicBezTo>
                  <a:cubicBezTo>
                    <a:pt x="0" y="968"/>
                    <a:pt x="258" y="1239"/>
                    <a:pt x="580" y="1239"/>
                  </a:cubicBezTo>
                  <a:cubicBezTo>
                    <a:pt x="967" y="1239"/>
                    <a:pt x="1225" y="968"/>
                    <a:pt x="1225" y="646"/>
                  </a:cubicBezTo>
                  <a:cubicBezTo>
                    <a:pt x="1225" y="272"/>
                    <a:pt x="967" y="1"/>
                    <a:pt x="580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2"/>
            <p:cNvSpPr/>
            <p:nvPr/>
          </p:nvSpPr>
          <p:spPr>
            <a:xfrm>
              <a:off x="4397650" y="4800875"/>
              <a:ext cx="29700" cy="30950"/>
            </a:xfrm>
            <a:custGeom>
              <a:avLst/>
              <a:gdLst/>
              <a:ahLst/>
              <a:cxnLst/>
              <a:rect l="l" t="t" r="r" b="b"/>
              <a:pathLst>
                <a:path w="1188" h="1238" extrusionOk="0">
                  <a:moveTo>
                    <a:pt x="594" y="0"/>
                  </a:moveTo>
                  <a:cubicBezTo>
                    <a:pt x="272" y="0"/>
                    <a:pt x="1" y="271"/>
                    <a:pt x="1" y="593"/>
                  </a:cubicBezTo>
                  <a:cubicBezTo>
                    <a:pt x="1" y="967"/>
                    <a:pt x="272" y="1238"/>
                    <a:pt x="594" y="1238"/>
                  </a:cubicBezTo>
                  <a:cubicBezTo>
                    <a:pt x="916" y="1238"/>
                    <a:pt x="1187" y="967"/>
                    <a:pt x="1187" y="593"/>
                  </a:cubicBezTo>
                  <a:cubicBezTo>
                    <a:pt x="1187" y="271"/>
                    <a:pt x="916" y="0"/>
                    <a:pt x="594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2"/>
            <p:cNvSpPr/>
            <p:nvPr/>
          </p:nvSpPr>
          <p:spPr>
            <a:xfrm>
              <a:off x="4456650" y="4823750"/>
              <a:ext cx="30975" cy="30975"/>
            </a:xfrm>
            <a:custGeom>
              <a:avLst/>
              <a:gdLst/>
              <a:ahLst/>
              <a:cxnLst/>
              <a:rect l="l" t="t" r="r" b="b"/>
              <a:pathLst>
                <a:path w="1239" h="1239" extrusionOk="0">
                  <a:moveTo>
                    <a:pt x="594" y="1"/>
                  </a:moveTo>
                  <a:cubicBezTo>
                    <a:pt x="271" y="1"/>
                    <a:pt x="1" y="271"/>
                    <a:pt x="1" y="645"/>
                  </a:cubicBezTo>
                  <a:cubicBezTo>
                    <a:pt x="1" y="968"/>
                    <a:pt x="271" y="1238"/>
                    <a:pt x="594" y="1238"/>
                  </a:cubicBezTo>
                  <a:cubicBezTo>
                    <a:pt x="916" y="1238"/>
                    <a:pt x="1238" y="968"/>
                    <a:pt x="1238" y="645"/>
                  </a:cubicBezTo>
                  <a:cubicBezTo>
                    <a:pt x="1238" y="271"/>
                    <a:pt x="916" y="1"/>
                    <a:pt x="594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4342525" y="4342775"/>
              <a:ext cx="159925" cy="159925"/>
            </a:xfrm>
            <a:custGeom>
              <a:avLst/>
              <a:gdLst/>
              <a:ahLst/>
              <a:cxnLst/>
              <a:rect l="l" t="t" r="r" b="b"/>
              <a:pathLst>
                <a:path w="6397" h="6397" extrusionOk="0">
                  <a:moveTo>
                    <a:pt x="3276" y="1510"/>
                  </a:moveTo>
                  <a:cubicBezTo>
                    <a:pt x="3598" y="1510"/>
                    <a:pt x="3818" y="1729"/>
                    <a:pt x="3818" y="1999"/>
                  </a:cubicBezTo>
                  <a:cubicBezTo>
                    <a:pt x="3818" y="2322"/>
                    <a:pt x="3598" y="2528"/>
                    <a:pt x="3276" y="2528"/>
                  </a:cubicBezTo>
                  <a:cubicBezTo>
                    <a:pt x="3005" y="2528"/>
                    <a:pt x="2747" y="2322"/>
                    <a:pt x="2747" y="1999"/>
                  </a:cubicBezTo>
                  <a:cubicBezTo>
                    <a:pt x="2747" y="1729"/>
                    <a:pt x="3005" y="1510"/>
                    <a:pt x="3276" y="1510"/>
                  </a:cubicBezTo>
                  <a:close/>
                  <a:moveTo>
                    <a:pt x="3005" y="3547"/>
                  </a:moveTo>
                  <a:cubicBezTo>
                    <a:pt x="3276" y="3547"/>
                    <a:pt x="3547" y="3766"/>
                    <a:pt x="3547" y="4088"/>
                  </a:cubicBezTo>
                  <a:cubicBezTo>
                    <a:pt x="3547" y="4359"/>
                    <a:pt x="3276" y="4630"/>
                    <a:pt x="3005" y="4630"/>
                  </a:cubicBezTo>
                  <a:cubicBezTo>
                    <a:pt x="2747" y="4630"/>
                    <a:pt x="2477" y="4359"/>
                    <a:pt x="2477" y="4088"/>
                  </a:cubicBezTo>
                  <a:cubicBezTo>
                    <a:pt x="2477" y="3766"/>
                    <a:pt x="2747" y="3547"/>
                    <a:pt x="3005" y="3547"/>
                  </a:cubicBezTo>
                  <a:close/>
                  <a:moveTo>
                    <a:pt x="3766" y="1"/>
                  </a:moveTo>
                  <a:cubicBezTo>
                    <a:pt x="3766" y="1"/>
                    <a:pt x="3715" y="65"/>
                    <a:pt x="3650" y="65"/>
                  </a:cubicBezTo>
                  <a:lnTo>
                    <a:pt x="52" y="2477"/>
                  </a:lnTo>
                  <a:cubicBezTo>
                    <a:pt x="1" y="2477"/>
                    <a:pt x="1" y="2528"/>
                    <a:pt x="1" y="2580"/>
                  </a:cubicBezTo>
                  <a:lnTo>
                    <a:pt x="1" y="2696"/>
                  </a:lnTo>
                  <a:lnTo>
                    <a:pt x="2425" y="6293"/>
                  </a:lnTo>
                  <a:cubicBezTo>
                    <a:pt x="2477" y="6345"/>
                    <a:pt x="2528" y="6397"/>
                    <a:pt x="2580" y="6397"/>
                  </a:cubicBezTo>
                  <a:cubicBezTo>
                    <a:pt x="2631" y="6397"/>
                    <a:pt x="2631" y="6397"/>
                    <a:pt x="2683" y="6345"/>
                  </a:cubicBezTo>
                  <a:lnTo>
                    <a:pt x="6293" y="3985"/>
                  </a:lnTo>
                  <a:cubicBezTo>
                    <a:pt x="6345" y="3934"/>
                    <a:pt x="6397" y="3869"/>
                    <a:pt x="6397" y="3818"/>
                  </a:cubicBezTo>
                  <a:cubicBezTo>
                    <a:pt x="6397" y="3766"/>
                    <a:pt x="6345" y="3714"/>
                    <a:pt x="6345" y="3714"/>
                  </a:cubicBezTo>
                  <a:lnTo>
                    <a:pt x="3921" y="117"/>
                  </a:lnTo>
                  <a:cubicBezTo>
                    <a:pt x="3921" y="65"/>
                    <a:pt x="3818" y="1"/>
                    <a:pt x="376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4335775" y="4337625"/>
              <a:ext cx="172150" cy="171850"/>
            </a:xfrm>
            <a:custGeom>
              <a:avLst/>
              <a:gdLst/>
              <a:ahLst/>
              <a:cxnLst/>
              <a:rect l="l" t="t" r="r" b="b"/>
              <a:pathLst>
                <a:path w="6886" h="6874" extrusionOk="0">
                  <a:moveTo>
                    <a:pt x="4036" y="207"/>
                  </a:moveTo>
                  <a:cubicBezTo>
                    <a:pt x="4088" y="207"/>
                    <a:pt x="4191" y="271"/>
                    <a:pt x="4191" y="323"/>
                  </a:cubicBezTo>
                  <a:lnTo>
                    <a:pt x="6615" y="3920"/>
                  </a:lnTo>
                  <a:cubicBezTo>
                    <a:pt x="6615" y="3920"/>
                    <a:pt x="6667" y="3972"/>
                    <a:pt x="6667" y="4024"/>
                  </a:cubicBezTo>
                  <a:cubicBezTo>
                    <a:pt x="6667" y="4075"/>
                    <a:pt x="6615" y="4140"/>
                    <a:pt x="6563" y="4191"/>
                  </a:cubicBezTo>
                  <a:lnTo>
                    <a:pt x="2953" y="6551"/>
                  </a:lnTo>
                  <a:cubicBezTo>
                    <a:pt x="2901" y="6603"/>
                    <a:pt x="2901" y="6603"/>
                    <a:pt x="2850" y="6603"/>
                  </a:cubicBezTo>
                  <a:cubicBezTo>
                    <a:pt x="2798" y="6603"/>
                    <a:pt x="2747" y="6551"/>
                    <a:pt x="2695" y="6499"/>
                  </a:cubicBezTo>
                  <a:lnTo>
                    <a:pt x="271" y="2902"/>
                  </a:lnTo>
                  <a:lnTo>
                    <a:pt x="271" y="2786"/>
                  </a:lnTo>
                  <a:cubicBezTo>
                    <a:pt x="271" y="2734"/>
                    <a:pt x="271" y="2683"/>
                    <a:pt x="322" y="2683"/>
                  </a:cubicBezTo>
                  <a:lnTo>
                    <a:pt x="3920" y="271"/>
                  </a:lnTo>
                  <a:cubicBezTo>
                    <a:pt x="3985" y="271"/>
                    <a:pt x="4036" y="207"/>
                    <a:pt x="4036" y="207"/>
                  </a:cubicBezTo>
                  <a:close/>
                  <a:moveTo>
                    <a:pt x="4036" y="1"/>
                  </a:moveTo>
                  <a:cubicBezTo>
                    <a:pt x="3985" y="1"/>
                    <a:pt x="3868" y="1"/>
                    <a:pt x="3817" y="52"/>
                  </a:cubicBezTo>
                  <a:lnTo>
                    <a:pt x="219" y="2463"/>
                  </a:lnTo>
                  <a:cubicBezTo>
                    <a:pt x="116" y="2528"/>
                    <a:pt x="0" y="2683"/>
                    <a:pt x="0" y="2786"/>
                  </a:cubicBezTo>
                  <a:cubicBezTo>
                    <a:pt x="0" y="2902"/>
                    <a:pt x="52" y="3005"/>
                    <a:pt x="116" y="3057"/>
                  </a:cubicBezTo>
                  <a:lnTo>
                    <a:pt x="2476" y="6654"/>
                  </a:lnTo>
                  <a:cubicBezTo>
                    <a:pt x="2579" y="6770"/>
                    <a:pt x="2695" y="6873"/>
                    <a:pt x="2850" y="6873"/>
                  </a:cubicBezTo>
                  <a:cubicBezTo>
                    <a:pt x="2953" y="6873"/>
                    <a:pt x="3017" y="6822"/>
                    <a:pt x="3121" y="6770"/>
                  </a:cubicBezTo>
                  <a:lnTo>
                    <a:pt x="6718" y="4398"/>
                  </a:lnTo>
                  <a:cubicBezTo>
                    <a:pt x="6821" y="4294"/>
                    <a:pt x="6886" y="4140"/>
                    <a:pt x="6886" y="4024"/>
                  </a:cubicBezTo>
                  <a:cubicBezTo>
                    <a:pt x="6886" y="3920"/>
                    <a:pt x="6886" y="3869"/>
                    <a:pt x="6821" y="3753"/>
                  </a:cubicBezTo>
                  <a:lnTo>
                    <a:pt x="4410" y="155"/>
                  </a:lnTo>
                  <a:cubicBezTo>
                    <a:pt x="4358" y="52"/>
                    <a:pt x="4191" y="1"/>
                    <a:pt x="403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4411200" y="4380500"/>
              <a:ext cx="26775" cy="25500"/>
            </a:xfrm>
            <a:custGeom>
              <a:avLst/>
              <a:gdLst/>
              <a:ahLst/>
              <a:cxnLst/>
              <a:rect l="l" t="t" r="r" b="b"/>
              <a:pathLst>
                <a:path w="1071" h="1020" extrusionOk="0">
                  <a:moveTo>
                    <a:pt x="529" y="1"/>
                  </a:moveTo>
                  <a:cubicBezTo>
                    <a:pt x="258" y="1"/>
                    <a:pt x="0" y="220"/>
                    <a:pt x="0" y="490"/>
                  </a:cubicBezTo>
                  <a:cubicBezTo>
                    <a:pt x="0" y="813"/>
                    <a:pt x="258" y="1019"/>
                    <a:pt x="529" y="1019"/>
                  </a:cubicBezTo>
                  <a:cubicBezTo>
                    <a:pt x="851" y="1019"/>
                    <a:pt x="1071" y="813"/>
                    <a:pt x="1071" y="490"/>
                  </a:cubicBezTo>
                  <a:cubicBezTo>
                    <a:pt x="1071" y="220"/>
                    <a:pt x="851" y="1"/>
                    <a:pt x="52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4404425" y="4431425"/>
              <a:ext cx="26775" cy="27100"/>
            </a:xfrm>
            <a:custGeom>
              <a:avLst/>
              <a:gdLst/>
              <a:ahLst/>
              <a:cxnLst/>
              <a:rect l="l" t="t" r="r" b="b"/>
              <a:pathLst>
                <a:path w="1071" h="1084" extrusionOk="0">
                  <a:moveTo>
                    <a:pt x="529" y="1"/>
                  </a:moveTo>
                  <a:cubicBezTo>
                    <a:pt x="271" y="1"/>
                    <a:pt x="1" y="220"/>
                    <a:pt x="1" y="542"/>
                  </a:cubicBezTo>
                  <a:cubicBezTo>
                    <a:pt x="1" y="813"/>
                    <a:pt x="271" y="1084"/>
                    <a:pt x="529" y="1084"/>
                  </a:cubicBezTo>
                  <a:cubicBezTo>
                    <a:pt x="800" y="1084"/>
                    <a:pt x="1071" y="813"/>
                    <a:pt x="1071" y="542"/>
                  </a:cubicBezTo>
                  <a:cubicBezTo>
                    <a:pt x="1071" y="220"/>
                    <a:pt x="800" y="1"/>
                    <a:pt x="52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3819975" y="4383075"/>
              <a:ext cx="126400" cy="72550"/>
            </a:xfrm>
            <a:custGeom>
              <a:avLst/>
              <a:gdLst/>
              <a:ahLst/>
              <a:cxnLst/>
              <a:rect l="l" t="t" r="r" b="b"/>
              <a:pathLst>
                <a:path w="5056" h="2902" extrusionOk="0">
                  <a:moveTo>
                    <a:pt x="2954" y="168"/>
                  </a:moveTo>
                  <a:cubicBezTo>
                    <a:pt x="3224" y="168"/>
                    <a:pt x="3495" y="220"/>
                    <a:pt x="3766" y="271"/>
                  </a:cubicBezTo>
                  <a:cubicBezTo>
                    <a:pt x="3985" y="387"/>
                    <a:pt x="4191" y="491"/>
                    <a:pt x="4308" y="645"/>
                  </a:cubicBezTo>
                  <a:cubicBezTo>
                    <a:pt x="4411" y="761"/>
                    <a:pt x="4462" y="865"/>
                    <a:pt x="4514" y="1032"/>
                  </a:cubicBezTo>
                  <a:lnTo>
                    <a:pt x="4514" y="1187"/>
                  </a:lnTo>
                  <a:cubicBezTo>
                    <a:pt x="4514" y="1355"/>
                    <a:pt x="4462" y="1509"/>
                    <a:pt x="4359" y="1677"/>
                  </a:cubicBezTo>
                  <a:cubicBezTo>
                    <a:pt x="4308" y="1832"/>
                    <a:pt x="4140" y="1935"/>
                    <a:pt x="4037" y="2102"/>
                  </a:cubicBezTo>
                  <a:cubicBezTo>
                    <a:pt x="3714" y="2322"/>
                    <a:pt x="3276" y="2528"/>
                    <a:pt x="2799" y="2644"/>
                  </a:cubicBezTo>
                  <a:cubicBezTo>
                    <a:pt x="2580" y="2696"/>
                    <a:pt x="2309" y="2747"/>
                    <a:pt x="2103" y="2747"/>
                  </a:cubicBezTo>
                  <a:cubicBezTo>
                    <a:pt x="1832" y="2747"/>
                    <a:pt x="1561" y="2696"/>
                    <a:pt x="1290" y="2580"/>
                  </a:cubicBezTo>
                  <a:cubicBezTo>
                    <a:pt x="1084" y="2528"/>
                    <a:pt x="865" y="2373"/>
                    <a:pt x="762" y="2257"/>
                  </a:cubicBezTo>
                  <a:cubicBezTo>
                    <a:pt x="645" y="2154"/>
                    <a:pt x="594" y="1999"/>
                    <a:pt x="542" y="1883"/>
                  </a:cubicBezTo>
                  <a:lnTo>
                    <a:pt x="542" y="1677"/>
                  </a:lnTo>
                  <a:cubicBezTo>
                    <a:pt x="542" y="1509"/>
                    <a:pt x="594" y="1355"/>
                    <a:pt x="697" y="1239"/>
                  </a:cubicBezTo>
                  <a:cubicBezTo>
                    <a:pt x="762" y="1084"/>
                    <a:pt x="916" y="916"/>
                    <a:pt x="1019" y="813"/>
                  </a:cubicBezTo>
                  <a:cubicBezTo>
                    <a:pt x="1342" y="542"/>
                    <a:pt x="1780" y="323"/>
                    <a:pt x="2257" y="220"/>
                  </a:cubicBezTo>
                  <a:cubicBezTo>
                    <a:pt x="2477" y="168"/>
                    <a:pt x="2747" y="168"/>
                    <a:pt x="2954" y="168"/>
                  </a:cubicBezTo>
                  <a:close/>
                  <a:moveTo>
                    <a:pt x="3070" y="1"/>
                  </a:moveTo>
                  <a:cubicBezTo>
                    <a:pt x="2850" y="1"/>
                    <a:pt x="2528" y="65"/>
                    <a:pt x="2257" y="117"/>
                  </a:cubicBezTo>
                  <a:cubicBezTo>
                    <a:pt x="1780" y="168"/>
                    <a:pt x="1342" y="323"/>
                    <a:pt x="968" y="542"/>
                  </a:cubicBezTo>
                  <a:cubicBezTo>
                    <a:pt x="594" y="761"/>
                    <a:pt x="323" y="1032"/>
                    <a:pt x="168" y="1290"/>
                  </a:cubicBezTo>
                  <a:cubicBezTo>
                    <a:pt x="52" y="1458"/>
                    <a:pt x="1" y="1612"/>
                    <a:pt x="1" y="1780"/>
                  </a:cubicBezTo>
                  <a:cubicBezTo>
                    <a:pt x="1" y="1832"/>
                    <a:pt x="1" y="1883"/>
                    <a:pt x="52" y="1935"/>
                  </a:cubicBezTo>
                  <a:cubicBezTo>
                    <a:pt x="52" y="2102"/>
                    <a:pt x="117" y="2206"/>
                    <a:pt x="220" y="2322"/>
                  </a:cubicBezTo>
                  <a:cubicBezTo>
                    <a:pt x="323" y="2425"/>
                    <a:pt x="491" y="2528"/>
                    <a:pt x="645" y="2644"/>
                  </a:cubicBezTo>
                  <a:cubicBezTo>
                    <a:pt x="968" y="2799"/>
                    <a:pt x="1458" y="2902"/>
                    <a:pt x="1987" y="2902"/>
                  </a:cubicBezTo>
                  <a:cubicBezTo>
                    <a:pt x="2257" y="2902"/>
                    <a:pt x="2528" y="2902"/>
                    <a:pt x="2799" y="2850"/>
                  </a:cubicBezTo>
                  <a:cubicBezTo>
                    <a:pt x="3276" y="2747"/>
                    <a:pt x="3714" y="2580"/>
                    <a:pt x="4088" y="2373"/>
                  </a:cubicBezTo>
                  <a:cubicBezTo>
                    <a:pt x="4462" y="2154"/>
                    <a:pt x="4733" y="1883"/>
                    <a:pt x="4888" y="1612"/>
                  </a:cubicBezTo>
                  <a:cubicBezTo>
                    <a:pt x="5004" y="1458"/>
                    <a:pt x="5055" y="1290"/>
                    <a:pt x="5055" y="1135"/>
                  </a:cubicBezTo>
                  <a:lnTo>
                    <a:pt x="5055" y="968"/>
                  </a:lnTo>
                  <a:cubicBezTo>
                    <a:pt x="5004" y="865"/>
                    <a:pt x="4952" y="710"/>
                    <a:pt x="4836" y="594"/>
                  </a:cubicBezTo>
                  <a:cubicBezTo>
                    <a:pt x="4733" y="491"/>
                    <a:pt x="4565" y="387"/>
                    <a:pt x="4411" y="271"/>
                  </a:cubicBezTo>
                  <a:cubicBezTo>
                    <a:pt x="4088" y="117"/>
                    <a:pt x="3598" y="1"/>
                    <a:pt x="3070" y="1"/>
                  </a:cubicBez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2"/>
            <p:cNvSpPr/>
            <p:nvPr/>
          </p:nvSpPr>
          <p:spPr>
            <a:xfrm>
              <a:off x="3825450" y="4430150"/>
              <a:ext cx="119625" cy="36450"/>
            </a:xfrm>
            <a:custGeom>
              <a:avLst/>
              <a:gdLst/>
              <a:ahLst/>
              <a:cxnLst/>
              <a:rect l="l" t="t" r="r" b="b"/>
              <a:pathLst>
                <a:path w="4785" h="1458" extrusionOk="0">
                  <a:moveTo>
                    <a:pt x="4785" y="0"/>
                  </a:moveTo>
                  <a:lnTo>
                    <a:pt x="4785" y="0"/>
                  </a:lnTo>
                  <a:cubicBezTo>
                    <a:pt x="4669" y="168"/>
                    <a:pt x="4514" y="323"/>
                    <a:pt x="4346" y="439"/>
                  </a:cubicBezTo>
                  <a:cubicBezTo>
                    <a:pt x="3921" y="813"/>
                    <a:pt x="3328" y="1083"/>
                    <a:pt x="2631" y="1187"/>
                  </a:cubicBezTo>
                  <a:cubicBezTo>
                    <a:pt x="2309" y="1238"/>
                    <a:pt x="2038" y="1290"/>
                    <a:pt x="1768" y="1290"/>
                  </a:cubicBezTo>
                  <a:cubicBezTo>
                    <a:pt x="1342" y="1290"/>
                    <a:pt x="968" y="1238"/>
                    <a:pt x="646" y="1135"/>
                  </a:cubicBezTo>
                  <a:cubicBezTo>
                    <a:pt x="375" y="1019"/>
                    <a:pt x="156" y="916"/>
                    <a:pt x="1" y="813"/>
                  </a:cubicBezTo>
                  <a:lnTo>
                    <a:pt x="1" y="813"/>
                  </a:lnTo>
                  <a:cubicBezTo>
                    <a:pt x="104" y="916"/>
                    <a:pt x="220" y="1019"/>
                    <a:pt x="375" y="1135"/>
                  </a:cubicBezTo>
                  <a:cubicBezTo>
                    <a:pt x="749" y="1341"/>
                    <a:pt x="1239" y="1457"/>
                    <a:pt x="1832" y="1457"/>
                  </a:cubicBezTo>
                  <a:cubicBezTo>
                    <a:pt x="2090" y="1457"/>
                    <a:pt x="2361" y="1457"/>
                    <a:pt x="2683" y="1406"/>
                  </a:cubicBezTo>
                  <a:cubicBezTo>
                    <a:pt x="3121" y="1290"/>
                    <a:pt x="3599" y="1135"/>
                    <a:pt x="3921" y="916"/>
                  </a:cubicBezTo>
                  <a:cubicBezTo>
                    <a:pt x="4295" y="697"/>
                    <a:pt x="4566" y="439"/>
                    <a:pt x="4733" y="116"/>
                  </a:cubicBezTo>
                  <a:cubicBezTo>
                    <a:pt x="4733" y="116"/>
                    <a:pt x="4785" y="52"/>
                    <a:pt x="4785" y="0"/>
                  </a:cubicBezTo>
                  <a:close/>
                </a:path>
              </a:pathLst>
            </a:custGeom>
            <a:solidFill>
              <a:srgbClr val="DD9C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2"/>
            <p:cNvSpPr/>
            <p:nvPr/>
          </p:nvSpPr>
          <p:spPr>
            <a:xfrm>
              <a:off x="3840300" y="4392750"/>
              <a:ext cx="85775" cy="52250"/>
            </a:xfrm>
            <a:custGeom>
              <a:avLst/>
              <a:gdLst/>
              <a:ahLst/>
              <a:cxnLst/>
              <a:rect l="l" t="t" r="r" b="b"/>
              <a:pathLst>
                <a:path w="3431" h="2090" extrusionOk="0">
                  <a:moveTo>
                    <a:pt x="2455" y="152"/>
                  </a:moveTo>
                  <a:cubicBezTo>
                    <a:pt x="2458" y="152"/>
                    <a:pt x="2461" y="153"/>
                    <a:pt x="2463" y="155"/>
                  </a:cubicBezTo>
                  <a:cubicBezTo>
                    <a:pt x="2527" y="155"/>
                    <a:pt x="2360" y="697"/>
                    <a:pt x="2141" y="1225"/>
                  </a:cubicBezTo>
                  <a:cubicBezTo>
                    <a:pt x="1934" y="1715"/>
                    <a:pt x="1934" y="1715"/>
                    <a:pt x="1883" y="1715"/>
                  </a:cubicBezTo>
                  <a:cubicBezTo>
                    <a:pt x="1818" y="1715"/>
                    <a:pt x="1818" y="1664"/>
                    <a:pt x="1986" y="1174"/>
                  </a:cubicBezTo>
                  <a:cubicBezTo>
                    <a:pt x="2195" y="669"/>
                    <a:pt x="2393" y="152"/>
                    <a:pt x="2455" y="152"/>
                  </a:cubicBezTo>
                  <a:close/>
                  <a:moveTo>
                    <a:pt x="2141" y="0"/>
                  </a:moveTo>
                  <a:cubicBezTo>
                    <a:pt x="1934" y="0"/>
                    <a:pt x="1715" y="52"/>
                    <a:pt x="1496" y="104"/>
                  </a:cubicBezTo>
                  <a:cubicBezTo>
                    <a:pt x="1444" y="104"/>
                    <a:pt x="1341" y="104"/>
                    <a:pt x="1290" y="155"/>
                  </a:cubicBezTo>
                  <a:cubicBezTo>
                    <a:pt x="1290" y="258"/>
                    <a:pt x="1122" y="748"/>
                    <a:pt x="967" y="1174"/>
                  </a:cubicBezTo>
                  <a:cubicBezTo>
                    <a:pt x="800" y="1715"/>
                    <a:pt x="748" y="1715"/>
                    <a:pt x="696" y="1715"/>
                  </a:cubicBezTo>
                  <a:cubicBezTo>
                    <a:pt x="645" y="1664"/>
                    <a:pt x="645" y="1664"/>
                    <a:pt x="800" y="1122"/>
                  </a:cubicBezTo>
                  <a:cubicBezTo>
                    <a:pt x="967" y="697"/>
                    <a:pt x="1122" y="323"/>
                    <a:pt x="1238" y="155"/>
                  </a:cubicBezTo>
                  <a:lnTo>
                    <a:pt x="1238" y="155"/>
                  </a:lnTo>
                  <a:cubicBezTo>
                    <a:pt x="1019" y="207"/>
                    <a:pt x="800" y="323"/>
                    <a:pt x="645" y="426"/>
                  </a:cubicBezTo>
                  <a:cubicBezTo>
                    <a:pt x="374" y="581"/>
                    <a:pt x="206" y="748"/>
                    <a:pt x="103" y="968"/>
                  </a:cubicBezTo>
                  <a:cubicBezTo>
                    <a:pt x="0" y="1071"/>
                    <a:pt x="0" y="1174"/>
                    <a:pt x="0" y="1290"/>
                  </a:cubicBezTo>
                  <a:lnTo>
                    <a:pt x="0" y="1445"/>
                  </a:lnTo>
                  <a:cubicBezTo>
                    <a:pt x="0" y="1496"/>
                    <a:pt x="52" y="1612"/>
                    <a:pt x="103" y="1664"/>
                  </a:cubicBezTo>
                  <a:cubicBezTo>
                    <a:pt x="206" y="1767"/>
                    <a:pt x="271" y="1819"/>
                    <a:pt x="374" y="1870"/>
                  </a:cubicBezTo>
                  <a:cubicBezTo>
                    <a:pt x="645" y="2038"/>
                    <a:pt x="967" y="2089"/>
                    <a:pt x="1290" y="2089"/>
                  </a:cubicBezTo>
                  <a:cubicBezTo>
                    <a:pt x="1496" y="2089"/>
                    <a:pt x="1715" y="2089"/>
                    <a:pt x="1934" y="2038"/>
                  </a:cubicBezTo>
                  <a:cubicBezTo>
                    <a:pt x="2257" y="1935"/>
                    <a:pt x="2579" y="1819"/>
                    <a:pt x="2785" y="1664"/>
                  </a:cubicBezTo>
                  <a:cubicBezTo>
                    <a:pt x="3056" y="1496"/>
                    <a:pt x="3275" y="1342"/>
                    <a:pt x="3327" y="1122"/>
                  </a:cubicBezTo>
                  <a:cubicBezTo>
                    <a:pt x="3430" y="1019"/>
                    <a:pt x="3430" y="903"/>
                    <a:pt x="3430" y="800"/>
                  </a:cubicBezTo>
                  <a:lnTo>
                    <a:pt x="3430" y="697"/>
                  </a:lnTo>
                  <a:cubicBezTo>
                    <a:pt x="3430" y="581"/>
                    <a:pt x="3378" y="478"/>
                    <a:pt x="3327" y="426"/>
                  </a:cubicBezTo>
                  <a:cubicBezTo>
                    <a:pt x="3224" y="323"/>
                    <a:pt x="3172" y="258"/>
                    <a:pt x="3056" y="207"/>
                  </a:cubicBezTo>
                  <a:cubicBezTo>
                    <a:pt x="2785" y="104"/>
                    <a:pt x="2463" y="0"/>
                    <a:pt x="2141" y="0"/>
                  </a:cubicBezTo>
                  <a:close/>
                </a:path>
              </a:pathLst>
            </a:custGeom>
            <a:solidFill>
              <a:srgbClr val="DD9C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2"/>
            <p:cNvSpPr/>
            <p:nvPr/>
          </p:nvSpPr>
          <p:spPr>
            <a:xfrm>
              <a:off x="3814825" y="4376625"/>
              <a:ext cx="139600" cy="96750"/>
            </a:xfrm>
            <a:custGeom>
              <a:avLst/>
              <a:gdLst/>
              <a:ahLst/>
              <a:cxnLst/>
              <a:rect l="l" t="t" r="r" b="b"/>
              <a:pathLst>
                <a:path w="5584" h="3870" extrusionOk="0">
                  <a:moveTo>
                    <a:pt x="3276" y="259"/>
                  </a:moveTo>
                  <a:cubicBezTo>
                    <a:pt x="3804" y="259"/>
                    <a:pt x="4294" y="375"/>
                    <a:pt x="4617" y="529"/>
                  </a:cubicBezTo>
                  <a:cubicBezTo>
                    <a:pt x="4771" y="645"/>
                    <a:pt x="4939" y="749"/>
                    <a:pt x="5042" y="852"/>
                  </a:cubicBezTo>
                  <a:cubicBezTo>
                    <a:pt x="5158" y="968"/>
                    <a:pt x="5210" y="1123"/>
                    <a:pt x="5261" y="1226"/>
                  </a:cubicBezTo>
                  <a:lnTo>
                    <a:pt x="5261" y="1393"/>
                  </a:lnTo>
                  <a:cubicBezTo>
                    <a:pt x="5261" y="1548"/>
                    <a:pt x="5210" y="1716"/>
                    <a:pt x="5094" y="1870"/>
                  </a:cubicBezTo>
                  <a:cubicBezTo>
                    <a:pt x="4939" y="2141"/>
                    <a:pt x="4668" y="2412"/>
                    <a:pt x="4294" y="2631"/>
                  </a:cubicBezTo>
                  <a:cubicBezTo>
                    <a:pt x="3920" y="2838"/>
                    <a:pt x="3482" y="3005"/>
                    <a:pt x="3005" y="3108"/>
                  </a:cubicBezTo>
                  <a:cubicBezTo>
                    <a:pt x="2734" y="3160"/>
                    <a:pt x="2463" y="3160"/>
                    <a:pt x="2193" y="3160"/>
                  </a:cubicBezTo>
                  <a:cubicBezTo>
                    <a:pt x="1664" y="3160"/>
                    <a:pt x="1174" y="3057"/>
                    <a:pt x="851" y="2902"/>
                  </a:cubicBezTo>
                  <a:cubicBezTo>
                    <a:pt x="697" y="2786"/>
                    <a:pt x="529" y="2683"/>
                    <a:pt x="426" y="2580"/>
                  </a:cubicBezTo>
                  <a:cubicBezTo>
                    <a:pt x="323" y="2464"/>
                    <a:pt x="258" y="2360"/>
                    <a:pt x="258" y="2193"/>
                  </a:cubicBezTo>
                  <a:cubicBezTo>
                    <a:pt x="207" y="2141"/>
                    <a:pt x="207" y="2090"/>
                    <a:pt x="207" y="2038"/>
                  </a:cubicBezTo>
                  <a:cubicBezTo>
                    <a:pt x="207" y="1870"/>
                    <a:pt x="258" y="1716"/>
                    <a:pt x="374" y="1548"/>
                  </a:cubicBezTo>
                  <a:cubicBezTo>
                    <a:pt x="529" y="1290"/>
                    <a:pt x="800" y="1019"/>
                    <a:pt x="1174" y="800"/>
                  </a:cubicBezTo>
                  <a:cubicBezTo>
                    <a:pt x="1548" y="581"/>
                    <a:pt x="1986" y="426"/>
                    <a:pt x="2463" y="375"/>
                  </a:cubicBezTo>
                  <a:cubicBezTo>
                    <a:pt x="2734" y="323"/>
                    <a:pt x="3056" y="259"/>
                    <a:pt x="3276" y="259"/>
                  </a:cubicBezTo>
                  <a:close/>
                  <a:moveTo>
                    <a:pt x="5210" y="2141"/>
                  </a:moveTo>
                  <a:cubicBezTo>
                    <a:pt x="5210" y="2193"/>
                    <a:pt x="5158" y="2257"/>
                    <a:pt x="5158" y="2257"/>
                  </a:cubicBezTo>
                  <a:cubicBezTo>
                    <a:pt x="4991" y="2580"/>
                    <a:pt x="4720" y="2838"/>
                    <a:pt x="4346" y="3057"/>
                  </a:cubicBezTo>
                  <a:cubicBezTo>
                    <a:pt x="4024" y="3276"/>
                    <a:pt x="3546" y="3431"/>
                    <a:pt x="3108" y="3547"/>
                  </a:cubicBezTo>
                  <a:cubicBezTo>
                    <a:pt x="2786" y="3598"/>
                    <a:pt x="2515" y="3598"/>
                    <a:pt x="2257" y="3598"/>
                  </a:cubicBezTo>
                  <a:cubicBezTo>
                    <a:pt x="1664" y="3598"/>
                    <a:pt x="1174" y="3482"/>
                    <a:pt x="800" y="3276"/>
                  </a:cubicBezTo>
                  <a:cubicBezTo>
                    <a:pt x="645" y="3160"/>
                    <a:pt x="529" y="3057"/>
                    <a:pt x="426" y="2954"/>
                  </a:cubicBezTo>
                  <a:lnTo>
                    <a:pt x="426" y="2954"/>
                  </a:lnTo>
                  <a:cubicBezTo>
                    <a:pt x="581" y="3057"/>
                    <a:pt x="800" y="3160"/>
                    <a:pt x="1071" y="3276"/>
                  </a:cubicBezTo>
                  <a:cubicBezTo>
                    <a:pt x="1393" y="3379"/>
                    <a:pt x="1767" y="3431"/>
                    <a:pt x="2193" y="3431"/>
                  </a:cubicBezTo>
                  <a:cubicBezTo>
                    <a:pt x="2463" y="3431"/>
                    <a:pt x="2734" y="3379"/>
                    <a:pt x="3056" y="3328"/>
                  </a:cubicBezTo>
                  <a:cubicBezTo>
                    <a:pt x="3753" y="3224"/>
                    <a:pt x="4346" y="2954"/>
                    <a:pt x="4771" y="2580"/>
                  </a:cubicBezTo>
                  <a:cubicBezTo>
                    <a:pt x="4939" y="2464"/>
                    <a:pt x="5094" y="2309"/>
                    <a:pt x="5210" y="2141"/>
                  </a:cubicBezTo>
                  <a:close/>
                  <a:moveTo>
                    <a:pt x="3276" y="1"/>
                  </a:moveTo>
                  <a:cubicBezTo>
                    <a:pt x="3005" y="1"/>
                    <a:pt x="2734" y="52"/>
                    <a:pt x="2412" y="104"/>
                  </a:cubicBezTo>
                  <a:cubicBezTo>
                    <a:pt x="1935" y="207"/>
                    <a:pt x="1496" y="375"/>
                    <a:pt x="1122" y="581"/>
                  </a:cubicBezTo>
                  <a:cubicBezTo>
                    <a:pt x="968" y="645"/>
                    <a:pt x="800" y="749"/>
                    <a:pt x="697" y="852"/>
                  </a:cubicBezTo>
                  <a:cubicBezTo>
                    <a:pt x="478" y="1019"/>
                    <a:pt x="323" y="1226"/>
                    <a:pt x="155" y="1393"/>
                  </a:cubicBezTo>
                  <a:cubicBezTo>
                    <a:pt x="52" y="1613"/>
                    <a:pt x="0" y="1819"/>
                    <a:pt x="0" y="2038"/>
                  </a:cubicBezTo>
                  <a:lnTo>
                    <a:pt x="0" y="2257"/>
                  </a:lnTo>
                  <a:cubicBezTo>
                    <a:pt x="0" y="2515"/>
                    <a:pt x="52" y="2786"/>
                    <a:pt x="207" y="3005"/>
                  </a:cubicBezTo>
                  <a:cubicBezTo>
                    <a:pt x="374" y="3276"/>
                    <a:pt x="645" y="3547"/>
                    <a:pt x="1019" y="3650"/>
                  </a:cubicBezTo>
                  <a:cubicBezTo>
                    <a:pt x="1393" y="3805"/>
                    <a:pt x="1767" y="3869"/>
                    <a:pt x="2257" y="3869"/>
                  </a:cubicBezTo>
                  <a:cubicBezTo>
                    <a:pt x="2515" y="3869"/>
                    <a:pt x="2837" y="3805"/>
                    <a:pt x="3108" y="3753"/>
                  </a:cubicBezTo>
                  <a:cubicBezTo>
                    <a:pt x="3804" y="3650"/>
                    <a:pt x="4397" y="3379"/>
                    <a:pt x="4836" y="3005"/>
                  </a:cubicBezTo>
                  <a:cubicBezTo>
                    <a:pt x="5042" y="2838"/>
                    <a:pt x="5261" y="2631"/>
                    <a:pt x="5365" y="2412"/>
                  </a:cubicBezTo>
                  <a:cubicBezTo>
                    <a:pt x="5481" y="2141"/>
                    <a:pt x="5584" y="1935"/>
                    <a:pt x="5584" y="1664"/>
                  </a:cubicBezTo>
                  <a:cubicBezTo>
                    <a:pt x="5584" y="1548"/>
                    <a:pt x="5584" y="1393"/>
                    <a:pt x="5532" y="1290"/>
                  </a:cubicBezTo>
                  <a:cubicBezTo>
                    <a:pt x="5481" y="1123"/>
                    <a:pt x="5416" y="1019"/>
                    <a:pt x="5365" y="852"/>
                  </a:cubicBezTo>
                  <a:cubicBezTo>
                    <a:pt x="5313" y="800"/>
                    <a:pt x="5261" y="749"/>
                    <a:pt x="5210" y="697"/>
                  </a:cubicBezTo>
                  <a:cubicBezTo>
                    <a:pt x="5042" y="478"/>
                    <a:pt x="4771" y="323"/>
                    <a:pt x="4449" y="207"/>
                  </a:cubicBezTo>
                  <a:cubicBezTo>
                    <a:pt x="4346" y="156"/>
                    <a:pt x="4243" y="104"/>
                    <a:pt x="4075" y="104"/>
                  </a:cubicBezTo>
                  <a:lnTo>
                    <a:pt x="4024" y="104"/>
                  </a:lnTo>
                  <a:cubicBezTo>
                    <a:pt x="3972" y="52"/>
                    <a:pt x="3920" y="52"/>
                    <a:pt x="3869" y="52"/>
                  </a:cubicBezTo>
                  <a:lnTo>
                    <a:pt x="3598" y="52"/>
                  </a:lnTo>
                  <a:cubicBezTo>
                    <a:pt x="3482" y="52"/>
                    <a:pt x="3379" y="1"/>
                    <a:pt x="327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2"/>
            <p:cNvSpPr/>
            <p:nvPr/>
          </p:nvSpPr>
          <p:spPr>
            <a:xfrm>
              <a:off x="3833525" y="4387275"/>
              <a:ext cx="99300" cy="64500"/>
            </a:xfrm>
            <a:custGeom>
              <a:avLst/>
              <a:gdLst/>
              <a:ahLst/>
              <a:cxnLst/>
              <a:rect l="l" t="t" r="r" b="b"/>
              <a:pathLst>
                <a:path w="3972" h="2580" extrusionOk="0">
                  <a:moveTo>
                    <a:pt x="2412" y="219"/>
                  </a:moveTo>
                  <a:cubicBezTo>
                    <a:pt x="2734" y="219"/>
                    <a:pt x="3056" y="323"/>
                    <a:pt x="3327" y="426"/>
                  </a:cubicBezTo>
                  <a:cubicBezTo>
                    <a:pt x="3443" y="477"/>
                    <a:pt x="3495" y="542"/>
                    <a:pt x="3598" y="645"/>
                  </a:cubicBezTo>
                  <a:cubicBezTo>
                    <a:pt x="3649" y="697"/>
                    <a:pt x="3701" y="800"/>
                    <a:pt x="3701" y="916"/>
                  </a:cubicBezTo>
                  <a:lnTo>
                    <a:pt x="3701" y="1019"/>
                  </a:lnTo>
                  <a:cubicBezTo>
                    <a:pt x="3701" y="1122"/>
                    <a:pt x="3701" y="1238"/>
                    <a:pt x="3598" y="1341"/>
                  </a:cubicBezTo>
                  <a:cubicBezTo>
                    <a:pt x="3546" y="1561"/>
                    <a:pt x="3327" y="1715"/>
                    <a:pt x="3056" y="1883"/>
                  </a:cubicBezTo>
                  <a:cubicBezTo>
                    <a:pt x="2850" y="2038"/>
                    <a:pt x="2528" y="2154"/>
                    <a:pt x="2205" y="2257"/>
                  </a:cubicBezTo>
                  <a:cubicBezTo>
                    <a:pt x="1986" y="2308"/>
                    <a:pt x="1767" y="2308"/>
                    <a:pt x="1561" y="2308"/>
                  </a:cubicBezTo>
                  <a:cubicBezTo>
                    <a:pt x="1238" y="2308"/>
                    <a:pt x="916" y="2257"/>
                    <a:pt x="645" y="2089"/>
                  </a:cubicBezTo>
                  <a:cubicBezTo>
                    <a:pt x="542" y="2038"/>
                    <a:pt x="477" y="1986"/>
                    <a:pt x="374" y="1883"/>
                  </a:cubicBezTo>
                  <a:cubicBezTo>
                    <a:pt x="323" y="1831"/>
                    <a:pt x="271" y="1715"/>
                    <a:pt x="271" y="1664"/>
                  </a:cubicBezTo>
                  <a:lnTo>
                    <a:pt x="271" y="1509"/>
                  </a:lnTo>
                  <a:cubicBezTo>
                    <a:pt x="271" y="1393"/>
                    <a:pt x="271" y="1290"/>
                    <a:pt x="374" y="1187"/>
                  </a:cubicBezTo>
                  <a:cubicBezTo>
                    <a:pt x="477" y="967"/>
                    <a:pt x="645" y="800"/>
                    <a:pt x="916" y="645"/>
                  </a:cubicBezTo>
                  <a:cubicBezTo>
                    <a:pt x="1122" y="477"/>
                    <a:pt x="1445" y="374"/>
                    <a:pt x="1767" y="323"/>
                  </a:cubicBezTo>
                  <a:cubicBezTo>
                    <a:pt x="1986" y="271"/>
                    <a:pt x="2205" y="219"/>
                    <a:pt x="2412" y="219"/>
                  </a:cubicBezTo>
                  <a:close/>
                  <a:moveTo>
                    <a:pt x="2412" y="0"/>
                  </a:moveTo>
                  <a:cubicBezTo>
                    <a:pt x="2205" y="0"/>
                    <a:pt x="1935" y="0"/>
                    <a:pt x="1715" y="52"/>
                  </a:cubicBezTo>
                  <a:cubicBezTo>
                    <a:pt x="1238" y="155"/>
                    <a:pt x="800" y="374"/>
                    <a:pt x="477" y="645"/>
                  </a:cubicBezTo>
                  <a:cubicBezTo>
                    <a:pt x="374" y="748"/>
                    <a:pt x="220" y="916"/>
                    <a:pt x="155" y="1071"/>
                  </a:cubicBezTo>
                  <a:cubicBezTo>
                    <a:pt x="52" y="1187"/>
                    <a:pt x="0" y="1341"/>
                    <a:pt x="0" y="1509"/>
                  </a:cubicBezTo>
                  <a:lnTo>
                    <a:pt x="0" y="1715"/>
                  </a:lnTo>
                  <a:cubicBezTo>
                    <a:pt x="52" y="1831"/>
                    <a:pt x="103" y="1986"/>
                    <a:pt x="220" y="2089"/>
                  </a:cubicBezTo>
                  <a:cubicBezTo>
                    <a:pt x="323" y="2205"/>
                    <a:pt x="542" y="2360"/>
                    <a:pt x="748" y="2412"/>
                  </a:cubicBezTo>
                  <a:cubicBezTo>
                    <a:pt x="1019" y="2528"/>
                    <a:pt x="1290" y="2579"/>
                    <a:pt x="1561" y="2579"/>
                  </a:cubicBezTo>
                  <a:cubicBezTo>
                    <a:pt x="1767" y="2579"/>
                    <a:pt x="2038" y="2528"/>
                    <a:pt x="2257" y="2476"/>
                  </a:cubicBezTo>
                  <a:cubicBezTo>
                    <a:pt x="2734" y="2360"/>
                    <a:pt x="3172" y="2154"/>
                    <a:pt x="3495" y="1934"/>
                  </a:cubicBezTo>
                  <a:cubicBezTo>
                    <a:pt x="3598" y="1767"/>
                    <a:pt x="3766" y="1664"/>
                    <a:pt x="3817" y="1509"/>
                  </a:cubicBezTo>
                  <a:cubicBezTo>
                    <a:pt x="3920" y="1341"/>
                    <a:pt x="3972" y="1187"/>
                    <a:pt x="3972" y="1019"/>
                  </a:cubicBezTo>
                  <a:lnTo>
                    <a:pt x="3972" y="864"/>
                  </a:lnTo>
                  <a:cubicBezTo>
                    <a:pt x="3920" y="697"/>
                    <a:pt x="3869" y="593"/>
                    <a:pt x="3766" y="477"/>
                  </a:cubicBezTo>
                  <a:cubicBezTo>
                    <a:pt x="3649" y="323"/>
                    <a:pt x="3443" y="219"/>
                    <a:pt x="3224" y="103"/>
                  </a:cubicBezTo>
                  <a:cubicBezTo>
                    <a:pt x="2953" y="52"/>
                    <a:pt x="2682" y="0"/>
                    <a:pt x="2412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2"/>
            <p:cNvSpPr/>
            <p:nvPr/>
          </p:nvSpPr>
          <p:spPr>
            <a:xfrm>
              <a:off x="3885750" y="4396525"/>
              <a:ext cx="17750" cy="39125"/>
            </a:xfrm>
            <a:custGeom>
              <a:avLst/>
              <a:gdLst/>
              <a:ahLst/>
              <a:cxnLst/>
              <a:rect l="l" t="t" r="r" b="b"/>
              <a:pathLst>
                <a:path w="710" h="1565" extrusionOk="0">
                  <a:moveTo>
                    <a:pt x="637" y="1"/>
                  </a:moveTo>
                  <a:cubicBezTo>
                    <a:pt x="575" y="1"/>
                    <a:pt x="377" y="518"/>
                    <a:pt x="168" y="1023"/>
                  </a:cubicBezTo>
                  <a:cubicBezTo>
                    <a:pt x="0" y="1513"/>
                    <a:pt x="0" y="1564"/>
                    <a:pt x="65" y="1564"/>
                  </a:cubicBezTo>
                  <a:cubicBezTo>
                    <a:pt x="116" y="1564"/>
                    <a:pt x="116" y="1564"/>
                    <a:pt x="323" y="1074"/>
                  </a:cubicBezTo>
                  <a:cubicBezTo>
                    <a:pt x="542" y="546"/>
                    <a:pt x="709" y="4"/>
                    <a:pt x="645" y="4"/>
                  </a:cubicBezTo>
                  <a:cubicBezTo>
                    <a:pt x="643" y="2"/>
                    <a:pt x="640" y="1"/>
                    <a:pt x="637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2"/>
            <p:cNvSpPr/>
            <p:nvPr/>
          </p:nvSpPr>
          <p:spPr>
            <a:xfrm>
              <a:off x="3856400" y="4395325"/>
              <a:ext cx="17450" cy="40325"/>
            </a:xfrm>
            <a:custGeom>
              <a:avLst/>
              <a:gdLst/>
              <a:ahLst/>
              <a:cxnLst/>
              <a:rect l="l" t="t" r="r" b="b"/>
              <a:pathLst>
                <a:path w="698" h="1613" extrusionOk="0">
                  <a:moveTo>
                    <a:pt x="646" y="1"/>
                  </a:moveTo>
                  <a:cubicBezTo>
                    <a:pt x="594" y="1"/>
                    <a:pt x="375" y="542"/>
                    <a:pt x="156" y="1019"/>
                  </a:cubicBezTo>
                  <a:cubicBezTo>
                    <a:pt x="1" y="1561"/>
                    <a:pt x="1" y="1561"/>
                    <a:pt x="52" y="1612"/>
                  </a:cubicBezTo>
                  <a:cubicBezTo>
                    <a:pt x="104" y="1612"/>
                    <a:pt x="156" y="1612"/>
                    <a:pt x="323" y="1071"/>
                  </a:cubicBezTo>
                  <a:cubicBezTo>
                    <a:pt x="530" y="594"/>
                    <a:pt x="697" y="1"/>
                    <a:pt x="646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3630750" y="4534925"/>
              <a:ext cx="115425" cy="79325"/>
            </a:xfrm>
            <a:custGeom>
              <a:avLst/>
              <a:gdLst/>
              <a:ahLst/>
              <a:cxnLst/>
              <a:rect l="l" t="t" r="r" b="b"/>
              <a:pathLst>
                <a:path w="4617" h="3173" extrusionOk="0">
                  <a:moveTo>
                    <a:pt x="3747" y="217"/>
                  </a:moveTo>
                  <a:cubicBezTo>
                    <a:pt x="3749" y="217"/>
                    <a:pt x="3751" y="218"/>
                    <a:pt x="3753" y="219"/>
                  </a:cubicBezTo>
                  <a:cubicBezTo>
                    <a:pt x="3817" y="219"/>
                    <a:pt x="3327" y="1019"/>
                    <a:pt x="2902" y="1831"/>
                  </a:cubicBezTo>
                  <a:cubicBezTo>
                    <a:pt x="2463" y="2579"/>
                    <a:pt x="2412" y="2579"/>
                    <a:pt x="2360" y="2579"/>
                  </a:cubicBezTo>
                  <a:cubicBezTo>
                    <a:pt x="2309" y="2527"/>
                    <a:pt x="2309" y="2527"/>
                    <a:pt x="2734" y="1728"/>
                  </a:cubicBezTo>
                  <a:cubicBezTo>
                    <a:pt x="3209" y="991"/>
                    <a:pt x="3672" y="217"/>
                    <a:pt x="3747" y="217"/>
                  </a:cubicBezTo>
                  <a:close/>
                  <a:moveTo>
                    <a:pt x="2136" y="217"/>
                  </a:moveTo>
                  <a:cubicBezTo>
                    <a:pt x="2138" y="217"/>
                    <a:pt x="2140" y="218"/>
                    <a:pt x="2141" y="219"/>
                  </a:cubicBezTo>
                  <a:cubicBezTo>
                    <a:pt x="2206" y="219"/>
                    <a:pt x="1716" y="1083"/>
                    <a:pt x="1290" y="1934"/>
                  </a:cubicBezTo>
                  <a:cubicBezTo>
                    <a:pt x="800" y="2798"/>
                    <a:pt x="749" y="2798"/>
                    <a:pt x="697" y="2798"/>
                  </a:cubicBezTo>
                  <a:cubicBezTo>
                    <a:pt x="697" y="2747"/>
                    <a:pt x="645" y="2695"/>
                    <a:pt x="1122" y="1883"/>
                  </a:cubicBezTo>
                  <a:cubicBezTo>
                    <a:pt x="1598" y="1044"/>
                    <a:pt x="2062" y="217"/>
                    <a:pt x="2136" y="217"/>
                  </a:cubicBezTo>
                  <a:close/>
                  <a:moveTo>
                    <a:pt x="3224" y="0"/>
                  </a:moveTo>
                  <a:cubicBezTo>
                    <a:pt x="2786" y="0"/>
                    <a:pt x="2257" y="116"/>
                    <a:pt x="1767" y="322"/>
                  </a:cubicBezTo>
                  <a:cubicBezTo>
                    <a:pt x="1238" y="542"/>
                    <a:pt x="800" y="864"/>
                    <a:pt x="478" y="1186"/>
                  </a:cubicBezTo>
                  <a:cubicBezTo>
                    <a:pt x="155" y="1560"/>
                    <a:pt x="1" y="1883"/>
                    <a:pt x="1" y="2205"/>
                  </a:cubicBezTo>
                  <a:cubicBezTo>
                    <a:pt x="1" y="2308"/>
                    <a:pt x="1" y="2424"/>
                    <a:pt x="52" y="2527"/>
                  </a:cubicBezTo>
                  <a:cubicBezTo>
                    <a:pt x="155" y="2747"/>
                    <a:pt x="323" y="2901"/>
                    <a:pt x="529" y="3017"/>
                  </a:cubicBezTo>
                  <a:cubicBezTo>
                    <a:pt x="800" y="3121"/>
                    <a:pt x="1071" y="3172"/>
                    <a:pt x="1393" y="3172"/>
                  </a:cubicBezTo>
                  <a:cubicBezTo>
                    <a:pt x="1883" y="3172"/>
                    <a:pt x="2360" y="3069"/>
                    <a:pt x="2850" y="2850"/>
                  </a:cubicBezTo>
                  <a:cubicBezTo>
                    <a:pt x="3379" y="2631"/>
                    <a:pt x="3817" y="2308"/>
                    <a:pt x="4140" y="1986"/>
                  </a:cubicBezTo>
                  <a:cubicBezTo>
                    <a:pt x="4462" y="1612"/>
                    <a:pt x="4617" y="1289"/>
                    <a:pt x="4617" y="967"/>
                  </a:cubicBezTo>
                  <a:cubicBezTo>
                    <a:pt x="4617" y="864"/>
                    <a:pt x="4617" y="761"/>
                    <a:pt x="4565" y="645"/>
                  </a:cubicBezTo>
                  <a:cubicBezTo>
                    <a:pt x="4462" y="438"/>
                    <a:pt x="4295" y="271"/>
                    <a:pt x="4075" y="168"/>
                  </a:cubicBezTo>
                  <a:cubicBezTo>
                    <a:pt x="3869" y="52"/>
                    <a:pt x="3547" y="0"/>
                    <a:pt x="3224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3606575" y="4520075"/>
              <a:ext cx="165075" cy="110275"/>
            </a:xfrm>
            <a:custGeom>
              <a:avLst/>
              <a:gdLst/>
              <a:ahLst/>
              <a:cxnLst/>
              <a:rect l="l" t="t" r="r" b="b"/>
              <a:pathLst>
                <a:path w="6603" h="4411" extrusionOk="0">
                  <a:moveTo>
                    <a:pt x="4191" y="323"/>
                  </a:moveTo>
                  <a:cubicBezTo>
                    <a:pt x="4565" y="323"/>
                    <a:pt x="4888" y="439"/>
                    <a:pt x="5158" y="542"/>
                  </a:cubicBezTo>
                  <a:cubicBezTo>
                    <a:pt x="5429" y="646"/>
                    <a:pt x="5635" y="865"/>
                    <a:pt x="5752" y="1136"/>
                  </a:cubicBezTo>
                  <a:cubicBezTo>
                    <a:pt x="5803" y="1290"/>
                    <a:pt x="5855" y="1406"/>
                    <a:pt x="5855" y="1561"/>
                  </a:cubicBezTo>
                  <a:cubicBezTo>
                    <a:pt x="5855" y="1935"/>
                    <a:pt x="5635" y="2373"/>
                    <a:pt x="5313" y="2747"/>
                  </a:cubicBezTo>
                  <a:cubicBezTo>
                    <a:pt x="4939" y="3121"/>
                    <a:pt x="4462" y="3444"/>
                    <a:pt x="3920" y="3663"/>
                  </a:cubicBezTo>
                  <a:cubicBezTo>
                    <a:pt x="3379" y="3869"/>
                    <a:pt x="2850" y="3985"/>
                    <a:pt x="2360" y="3985"/>
                  </a:cubicBezTo>
                  <a:cubicBezTo>
                    <a:pt x="2038" y="3985"/>
                    <a:pt x="1664" y="3934"/>
                    <a:pt x="1393" y="3818"/>
                  </a:cubicBezTo>
                  <a:cubicBezTo>
                    <a:pt x="1122" y="3663"/>
                    <a:pt x="916" y="3495"/>
                    <a:pt x="800" y="3225"/>
                  </a:cubicBezTo>
                  <a:cubicBezTo>
                    <a:pt x="748" y="3070"/>
                    <a:pt x="748" y="2967"/>
                    <a:pt x="748" y="2799"/>
                  </a:cubicBezTo>
                  <a:cubicBezTo>
                    <a:pt x="748" y="2425"/>
                    <a:pt x="916" y="2000"/>
                    <a:pt x="1290" y="1613"/>
                  </a:cubicBezTo>
                  <a:cubicBezTo>
                    <a:pt x="1612" y="1239"/>
                    <a:pt x="2089" y="916"/>
                    <a:pt x="2631" y="646"/>
                  </a:cubicBezTo>
                  <a:cubicBezTo>
                    <a:pt x="3173" y="439"/>
                    <a:pt x="3701" y="323"/>
                    <a:pt x="4191" y="323"/>
                  </a:cubicBezTo>
                  <a:close/>
                  <a:moveTo>
                    <a:pt x="4565" y="1"/>
                  </a:moveTo>
                  <a:cubicBezTo>
                    <a:pt x="3972" y="1"/>
                    <a:pt x="3276" y="117"/>
                    <a:pt x="2579" y="388"/>
                  </a:cubicBezTo>
                  <a:cubicBezTo>
                    <a:pt x="1819" y="710"/>
                    <a:pt x="1122" y="1136"/>
                    <a:pt x="697" y="1613"/>
                  </a:cubicBezTo>
                  <a:cubicBezTo>
                    <a:pt x="207" y="2103"/>
                    <a:pt x="1" y="2644"/>
                    <a:pt x="1" y="3070"/>
                  </a:cubicBezTo>
                  <a:cubicBezTo>
                    <a:pt x="1" y="3225"/>
                    <a:pt x="1" y="3341"/>
                    <a:pt x="52" y="3495"/>
                  </a:cubicBezTo>
                  <a:cubicBezTo>
                    <a:pt x="155" y="3766"/>
                    <a:pt x="426" y="3985"/>
                    <a:pt x="748" y="4140"/>
                  </a:cubicBezTo>
                  <a:cubicBezTo>
                    <a:pt x="1071" y="4308"/>
                    <a:pt x="1496" y="4411"/>
                    <a:pt x="2038" y="4411"/>
                  </a:cubicBezTo>
                  <a:cubicBezTo>
                    <a:pt x="2631" y="4411"/>
                    <a:pt x="3327" y="4308"/>
                    <a:pt x="3972" y="4037"/>
                  </a:cubicBezTo>
                  <a:cubicBezTo>
                    <a:pt x="4784" y="3715"/>
                    <a:pt x="5429" y="3289"/>
                    <a:pt x="5906" y="2799"/>
                  </a:cubicBezTo>
                  <a:cubicBezTo>
                    <a:pt x="6332" y="2322"/>
                    <a:pt x="6603" y="1780"/>
                    <a:pt x="6603" y="1355"/>
                  </a:cubicBezTo>
                  <a:cubicBezTo>
                    <a:pt x="6603" y="1187"/>
                    <a:pt x="6603" y="1084"/>
                    <a:pt x="6551" y="916"/>
                  </a:cubicBezTo>
                  <a:cubicBezTo>
                    <a:pt x="6448" y="646"/>
                    <a:pt x="6177" y="439"/>
                    <a:pt x="5855" y="272"/>
                  </a:cubicBezTo>
                  <a:cubicBezTo>
                    <a:pt x="5481" y="117"/>
                    <a:pt x="5042" y="1"/>
                    <a:pt x="456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3614625" y="4565850"/>
              <a:ext cx="161225" cy="79325"/>
            </a:xfrm>
            <a:custGeom>
              <a:avLst/>
              <a:gdLst/>
              <a:ahLst/>
              <a:cxnLst/>
              <a:rect l="l" t="t" r="r" b="b"/>
              <a:pathLst>
                <a:path w="6449" h="3173" extrusionOk="0">
                  <a:moveTo>
                    <a:pt x="6448" y="1"/>
                  </a:moveTo>
                  <a:cubicBezTo>
                    <a:pt x="6332" y="375"/>
                    <a:pt x="6126" y="749"/>
                    <a:pt x="5752" y="1136"/>
                  </a:cubicBezTo>
                  <a:cubicBezTo>
                    <a:pt x="5262" y="1664"/>
                    <a:pt x="4566" y="2103"/>
                    <a:pt x="3753" y="2425"/>
                  </a:cubicBezTo>
                  <a:cubicBezTo>
                    <a:pt x="3057" y="2683"/>
                    <a:pt x="2361" y="2851"/>
                    <a:pt x="1716" y="2851"/>
                  </a:cubicBezTo>
                  <a:cubicBezTo>
                    <a:pt x="1174" y="2851"/>
                    <a:pt x="697" y="2747"/>
                    <a:pt x="323" y="2580"/>
                  </a:cubicBezTo>
                  <a:cubicBezTo>
                    <a:pt x="207" y="2528"/>
                    <a:pt x="104" y="2425"/>
                    <a:pt x="1" y="2361"/>
                  </a:cubicBezTo>
                  <a:lnTo>
                    <a:pt x="1" y="2361"/>
                  </a:lnTo>
                  <a:cubicBezTo>
                    <a:pt x="104" y="2528"/>
                    <a:pt x="272" y="2683"/>
                    <a:pt x="478" y="2799"/>
                  </a:cubicBezTo>
                  <a:cubicBezTo>
                    <a:pt x="852" y="3070"/>
                    <a:pt x="1342" y="3173"/>
                    <a:pt x="1883" y="3173"/>
                  </a:cubicBezTo>
                  <a:cubicBezTo>
                    <a:pt x="2528" y="3173"/>
                    <a:pt x="3225" y="3005"/>
                    <a:pt x="3921" y="2747"/>
                  </a:cubicBezTo>
                  <a:cubicBezTo>
                    <a:pt x="4617" y="2477"/>
                    <a:pt x="5262" y="2038"/>
                    <a:pt x="5752" y="1561"/>
                  </a:cubicBezTo>
                  <a:cubicBezTo>
                    <a:pt x="6177" y="1071"/>
                    <a:pt x="6448" y="542"/>
                    <a:pt x="6448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3959875" y="4529750"/>
              <a:ext cx="148975" cy="91250"/>
            </a:xfrm>
            <a:custGeom>
              <a:avLst/>
              <a:gdLst/>
              <a:ahLst/>
              <a:cxnLst/>
              <a:rect l="l" t="t" r="r" b="b"/>
              <a:pathLst>
                <a:path w="5959" h="3650" extrusionOk="0">
                  <a:moveTo>
                    <a:pt x="2309" y="259"/>
                  </a:moveTo>
                  <a:cubicBezTo>
                    <a:pt x="2683" y="259"/>
                    <a:pt x="3057" y="323"/>
                    <a:pt x="3379" y="426"/>
                  </a:cubicBezTo>
                  <a:cubicBezTo>
                    <a:pt x="3805" y="529"/>
                    <a:pt x="4192" y="697"/>
                    <a:pt x="4514" y="903"/>
                  </a:cubicBezTo>
                  <a:cubicBezTo>
                    <a:pt x="4772" y="1123"/>
                    <a:pt x="5043" y="1393"/>
                    <a:pt x="5159" y="1664"/>
                  </a:cubicBezTo>
                  <a:cubicBezTo>
                    <a:pt x="5262" y="1819"/>
                    <a:pt x="5314" y="1986"/>
                    <a:pt x="5314" y="2193"/>
                  </a:cubicBezTo>
                  <a:cubicBezTo>
                    <a:pt x="5314" y="2309"/>
                    <a:pt x="5314" y="2360"/>
                    <a:pt x="5262" y="2464"/>
                  </a:cubicBezTo>
                  <a:cubicBezTo>
                    <a:pt x="5210" y="2734"/>
                    <a:pt x="4991" y="2954"/>
                    <a:pt x="4669" y="3108"/>
                  </a:cubicBezTo>
                  <a:cubicBezTo>
                    <a:pt x="4398" y="3224"/>
                    <a:pt x="4024" y="3328"/>
                    <a:pt x="3650" y="3328"/>
                  </a:cubicBezTo>
                  <a:cubicBezTo>
                    <a:pt x="3276" y="3328"/>
                    <a:pt x="2954" y="3276"/>
                    <a:pt x="2580" y="3160"/>
                  </a:cubicBezTo>
                  <a:cubicBezTo>
                    <a:pt x="2141" y="3005"/>
                    <a:pt x="1768" y="2838"/>
                    <a:pt x="1445" y="2631"/>
                  </a:cubicBezTo>
                  <a:cubicBezTo>
                    <a:pt x="1174" y="2412"/>
                    <a:pt x="904" y="2141"/>
                    <a:pt x="800" y="1935"/>
                  </a:cubicBezTo>
                  <a:cubicBezTo>
                    <a:pt x="697" y="1716"/>
                    <a:pt x="646" y="1548"/>
                    <a:pt x="646" y="1342"/>
                  </a:cubicBezTo>
                  <a:cubicBezTo>
                    <a:pt x="646" y="1290"/>
                    <a:pt x="646" y="1174"/>
                    <a:pt x="697" y="1071"/>
                  </a:cubicBezTo>
                  <a:cubicBezTo>
                    <a:pt x="749" y="800"/>
                    <a:pt x="1020" y="581"/>
                    <a:pt x="1290" y="478"/>
                  </a:cubicBezTo>
                  <a:cubicBezTo>
                    <a:pt x="1548" y="323"/>
                    <a:pt x="1935" y="259"/>
                    <a:pt x="2309" y="259"/>
                  </a:cubicBezTo>
                  <a:close/>
                  <a:moveTo>
                    <a:pt x="1935" y="1"/>
                  </a:moveTo>
                  <a:cubicBezTo>
                    <a:pt x="1445" y="1"/>
                    <a:pt x="1020" y="52"/>
                    <a:pt x="697" y="207"/>
                  </a:cubicBezTo>
                  <a:cubicBezTo>
                    <a:pt x="375" y="375"/>
                    <a:pt x="156" y="581"/>
                    <a:pt x="53" y="852"/>
                  </a:cubicBezTo>
                  <a:cubicBezTo>
                    <a:pt x="1" y="968"/>
                    <a:pt x="1" y="1071"/>
                    <a:pt x="1" y="1174"/>
                  </a:cubicBezTo>
                  <a:cubicBezTo>
                    <a:pt x="1" y="1342"/>
                    <a:pt x="53" y="1548"/>
                    <a:pt x="156" y="1767"/>
                  </a:cubicBezTo>
                  <a:cubicBezTo>
                    <a:pt x="259" y="1986"/>
                    <a:pt x="427" y="2193"/>
                    <a:pt x="646" y="2412"/>
                  </a:cubicBezTo>
                  <a:cubicBezTo>
                    <a:pt x="1071" y="2786"/>
                    <a:pt x="1716" y="3160"/>
                    <a:pt x="2412" y="3379"/>
                  </a:cubicBezTo>
                  <a:cubicBezTo>
                    <a:pt x="2954" y="3547"/>
                    <a:pt x="3483" y="3650"/>
                    <a:pt x="3973" y="3650"/>
                  </a:cubicBezTo>
                  <a:cubicBezTo>
                    <a:pt x="4514" y="3650"/>
                    <a:pt x="4940" y="3547"/>
                    <a:pt x="5262" y="3379"/>
                  </a:cubicBezTo>
                  <a:cubicBezTo>
                    <a:pt x="5584" y="3224"/>
                    <a:pt x="5804" y="3005"/>
                    <a:pt x="5907" y="2734"/>
                  </a:cubicBezTo>
                  <a:cubicBezTo>
                    <a:pt x="5907" y="2631"/>
                    <a:pt x="5958" y="2580"/>
                    <a:pt x="5958" y="2464"/>
                  </a:cubicBezTo>
                  <a:cubicBezTo>
                    <a:pt x="5958" y="2257"/>
                    <a:pt x="5907" y="2038"/>
                    <a:pt x="5804" y="1819"/>
                  </a:cubicBezTo>
                  <a:cubicBezTo>
                    <a:pt x="5688" y="1664"/>
                    <a:pt x="5481" y="1445"/>
                    <a:pt x="5262" y="1226"/>
                  </a:cubicBezTo>
                  <a:cubicBezTo>
                    <a:pt x="4836" y="800"/>
                    <a:pt x="4243" y="478"/>
                    <a:pt x="3483" y="207"/>
                  </a:cubicBezTo>
                  <a:cubicBezTo>
                    <a:pt x="2954" y="52"/>
                    <a:pt x="2412" y="1"/>
                    <a:pt x="193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3982450" y="4541675"/>
              <a:ext cx="103500" cy="64500"/>
            </a:xfrm>
            <a:custGeom>
              <a:avLst/>
              <a:gdLst/>
              <a:ahLst/>
              <a:cxnLst/>
              <a:rect l="l" t="t" r="r" b="b"/>
              <a:pathLst>
                <a:path w="4140" h="2580" extrusionOk="0">
                  <a:moveTo>
                    <a:pt x="3653" y="1015"/>
                  </a:moveTo>
                  <a:cubicBezTo>
                    <a:pt x="3659" y="1015"/>
                    <a:pt x="3663" y="1016"/>
                    <a:pt x="3663" y="1019"/>
                  </a:cubicBezTo>
                  <a:cubicBezTo>
                    <a:pt x="3714" y="1071"/>
                    <a:pt x="2850" y="1509"/>
                    <a:pt x="2051" y="1832"/>
                  </a:cubicBezTo>
                  <a:cubicBezTo>
                    <a:pt x="1421" y="2105"/>
                    <a:pt x="1250" y="2178"/>
                    <a:pt x="1184" y="2178"/>
                  </a:cubicBezTo>
                  <a:cubicBezTo>
                    <a:pt x="1159" y="2178"/>
                    <a:pt x="1149" y="2168"/>
                    <a:pt x="1135" y="2154"/>
                  </a:cubicBezTo>
                  <a:cubicBezTo>
                    <a:pt x="1135" y="2103"/>
                    <a:pt x="1135" y="2038"/>
                    <a:pt x="1935" y="1716"/>
                  </a:cubicBezTo>
                  <a:cubicBezTo>
                    <a:pt x="2745" y="1365"/>
                    <a:pt x="3555" y="1015"/>
                    <a:pt x="3653" y="1015"/>
                  </a:cubicBezTo>
                  <a:close/>
                  <a:moveTo>
                    <a:pt x="1406" y="1"/>
                  </a:moveTo>
                  <a:cubicBezTo>
                    <a:pt x="1084" y="1"/>
                    <a:pt x="710" y="104"/>
                    <a:pt x="491" y="220"/>
                  </a:cubicBezTo>
                  <a:cubicBezTo>
                    <a:pt x="220" y="323"/>
                    <a:pt x="65" y="491"/>
                    <a:pt x="1" y="697"/>
                  </a:cubicBezTo>
                  <a:lnTo>
                    <a:pt x="1" y="865"/>
                  </a:lnTo>
                  <a:cubicBezTo>
                    <a:pt x="1" y="1019"/>
                    <a:pt x="1" y="1187"/>
                    <a:pt x="117" y="1290"/>
                  </a:cubicBezTo>
                  <a:cubicBezTo>
                    <a:pt x="168" y="1458"/>
                    <a:pt x="323" y="1613"/>
                    <a:pt x="439" y="1716"/>
                  </a:cubicBezTo>
                  <a:cubicBezTo>
                    <a:pt x="761" y="2038"/>
                    <a:pt x="1187" y="2257"/>
                    <a:pt x="1728" y="2425"/>
                  </a:cubicBezTo>
                  <a:cubicBezTo>
                    <a:pt x="2051" y="2528"/>
                    <a:pt x="2425" y="2580"/>
                    <a:pt x="2747" y="2580"/>
                  </a:cubicBezTo>
                  <a:cubicBezTo>
                    <a:pt x="3121" y="2580"/>
                    <a:pt x="3443" y="2528"/>
                    <a:pt x="3663" y="2425"/>
                  </a:cubicBezTo>
                  <a:cubicBezTo>
                    <a:pt x="3933" y="2257"/>
                    <a:pt x="4088" y="2103"/>
                    <a:pt x="4140" y="1883"/>
                  </a:cubicBezTo>
                  <a:lnTo>
                    <a:pt x="4140" y="1716"/>
                  </a:lnTo>
                  <a:cubicBezTo>
                    <a:pt x="4140" y="1561"/>
                    <a:pt x="4140" y="1458"/>
                    <a:pt x="4037" y="1290"/>
                  </a:cubicBezTo>
                  <a:cubicBezTo>
                    <a:pt x="3985" y="1136"/>
                    <a:pt x="3869" y="968"/>
                    <a:pt x="3714" y="865"/>
                  </a:cubicBezTo>
                  <a:cubicBezTo>
                    <a:pt x="3443" y="594"/>
                    <a:pt x="3018" y="375"/>
                    <a:pt x="2580" y="220"/>
                  </a:cubicBezTo>
                  <a:cubicBezTo>
                    <a:pt x="2373" y="323"/>
                    <a:pt x="1780" y="646"/>
                    <a:pt x="1135" y="916"/>
                  </a:cubicBezTo>
                  <a:cubicBezTo>
                    <a:pt x="549" y="1209"/>
                    <a:pt x="383" y="1241"/>
                    <a:pt x="338" y="1241"/>
                  </a:cubicBezTo>
                  <a:cubicBezTo>
                    <a:pt x="326" y="1241"/>
                    <a:pt x="323" y="1239"/>
                    <a:pt x="323" y="1239"/>
                  </a:cubicBezTo>
                  <a:cubicBezTo>
                    <a:pt x="271" y="1187"/>
                    <a:pt x="271" y="1136"/>
                    <a:pt x="1084" y="813"/>
                  </a:cubicBezTo>
                  <a:cubicBezTo>
                    <a:pt x="1612" y="542"/>
                    <a:pt x="2206" y="272"/>
                    <a:pt x="2476" y="220"/>
                  </a:cubicBezTo>
                  <a:cubicBezTo>
                    <a:pt x="2476" y="168"/>
                    <a:pt x="2476" y="168"/>
                    <a:pt x="2425" y="168"/>
                  </a:cubicBezTo>
                  <a:cubicBezTo>
                    <a:pt x="2102" y="52"/>
                    <a:pt x="1728" y="1"/>
                    <a:pt x="1406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3954400" y="4564575"/>
              <a:ext cx="142525" cy="68350"/>
            </a:xfrm>
            <a:custGeom>
              <a:avLst/>
              <a:gdLst/>
              <a:ahLst/>
              <a:cxnLst/>
              <a:rect l="l" t="t" r="r" b="b"/>
              <a:pathLst>
                <a:path w="5701" h="2734" extrusionOk="0">
                  <a:moveTo>
                    <a:pt x="5700" y="2154"/>
                  </a:moveTo>
                  <a:lnTo>
                    <a:pt x="5700" y="2154"/>
                  </a:lnTo>
                  <a:cubicBezTo>
                    <a:pt x="5638" y="2204"/>
                    <a:pt x="5636" y="2205"/>
                    <a:pt x="5589" y="2252"/>
                  </a:cubicBezTo>
                  <a:lnTo>
                    <a:pt x="5589" y="2252"/>
                  </a:lnTo>
                  <a:cubicBezTo>
                    <a:pt x="5626" y="2221"/>
                    <a:pt x="5663" y="2187"/>
                    <a:pt x="5700" y="2154"/>
                  </a:cubicBezTo>
                  <a:close/>
                  <a:moveTo>
                    <a:pt x="5589" y="2252"/>
                  </a:moveTo>
                  <a:cubicBezTo>
                    <a:pt x="5587" y="2254"/>
                    <a:pt x="5585" y="2256"/>
                    <a:pt x="5582" y="2258"/>
                  </a:cubicBezTo>
                  <a:lnTo>
                    <a:pt x="5582" y="2258"/>
                  </a:lnTo>
                  <a:cubicBezTo>
                    <a:pt x="5583" y="2257"/>
                    <a:pt x="5584" y="2257"/>
                    <a:pt x="5584" y="2257"/>
                  </a:cubicBezTo>
                  <a:cubicBezTo>
                    <a:pt x="5586" y="2255"/>
                    <a:pt x="5587" y="2254"/>
                    <a:pt x="5589" y="2252"/>
                  </a:cubicBezTo>
                  <a:close/>
                  <a:moveTo>
                    <a:pt x="1" y="0"/>
                  </a:moveTo>
                  <a:lnTo>
                    <a:pt x="1" y="155"/>
                  </a:lnTo>
                  <a:cubicBezTo>
                    <a:pt x="1" y="374"/>
                    <a:pt x="52" y="645"/>
                    <a:pt x="156" y="864"/>
                  </a:cubicBezTo>
                  <a:cubicBezTo>
                    <a:pt x="323" y="1071"/>
                    <a:pt x="478" y="1290"/>
                    <a:pt x="697" y="1509"/>
                  </a:cubicBezTo>
                  <a:cubicBezTo>
                    <a:pt x="1187" y="1935"/>
                    <a:pt x="1832" y="2257"/>
                    <a:pt x="2477" y="2476"/>
                  </a:cubicBezTo>
                  <a:cubicBezTo>
                    <a:pt x="3005" y="2631"/>
                    <a:pt x="3495" y="2734"/>
                    <a:pt x="3972" y="2734"/>
                  </a:cubicBezTo>
                  <a:cubicBezTo>
                    <a:pt x="4514" y="2734"/>
                    <a:pt x="4991" y="2631"/>
                    <a:pt x="5313" y="2412"/>
                  </a:cubicBezTo>
                  <a:cubicBezTo>
                    <a:pt x="5424" y="2378"/>
                    <a:pt x="5506" y="2321"/>
                    <a:pt x="5582" y="2258"/>
                  </a:cubicBezTo>
                  <a:lnTo>
                    <a:pt x="5582" y="2258"/>
                  </a:lnTo>
                  <a:cubicBezTo>
                    <a:pt x="5209" y="2412"/>
                    <a:pt x="4732" y="2476"/>
                    <a:pt x="4192" y="2476"/>
                  </a:cubicBezTo>
                  <a:cubicBezTo>
                    <a:pt x="3702" y="2476"/>
                    <a:pt x="3121" y="2412"/>
                    <a:pt x="2580" y="2205"/>
                  </a:cubicBezTo>
                  <a:cubicBezTo>
                    <a:pt x="1987" y="2038"/>
                    <a:pt x="1509" y="1767"/>
                    <a:pt x="1071" y="1509"/>
                  </a:cubicBezTo>
                  <a:cubicBezTo>
                    <a:pt x="697" y="1187"/>
                    <a:pt x="375" y="864"/>
                    <a:pt x="156" y="477"/>
                  </a:cubicBezTo>
                  <a:cubicBezTo>
                    <a:pt x="52" y="323"/>
                    <a:pt x="1" y="155"/>
                    <a:pt x="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3976000" y="4536200"/>
              <a:ext cx="116725" cy="76750"/>
            </a:xfrm>
            <a:custGeom>
              <a:avLst/>
              <a:gdLst/>
              <a:ahLst/>
              <a:cxnLst/>
              <a:rect l="l" t="t" r="r" b="b"/>
              <a:pathLst>
                <a:path w="4669" h="3070" extrusionOk="0">
                  <a:moveTo>
                    <a:pt x="1664" y="220"/>
                  </a:moveTo>
                  <a:cubicBezTo>
                    <a:pt x="1986" y="220"/>
                    <a:pt x="2360" y="271"/>
                    <a:pt x="2683" y="387"/>
                  </a:cubicBezTo>
                  <a:cubicBezTo>
                    <a:pt x="3224" y="542"/>
                    <a:pt x="3650" y="813"/>
                    <a:pt x="3972" y="1084"/>
                  </a:cubicBezTo>
                  <a:cubicBezTo>
                    <a:pt x="4127" y="1187"/>
                    <a:pt x="4243" y="1355"/>
                    <a:pt x="4295" y="1509"/>
                  </a:cubicBezTo>
                  <a:cubicBezTo>
                    <a:pt x="4398" y="1677"/>
                    <a:pt x="4398" y="1780"/>
                    <a:pt x="4398" y="1935"/>
                  </a:cubicBezTo>
                  <a:lnTo>
                    <a:pt x="4398" y="2102"/>
                  </a:lnTo>
                  <a:cubicBezTo>
                    <a:pt x="4346" y="2322"/>
                    <a:pt x="4191" y="2476"/>
                    <a:pt x="3921" y="2644"/>
                  </a:cubicBezTo>
                  <a:cubicBezTo>
                    <a:pt x="3701" y="2747"/>
                    <a:pt x="3379" y="2799"/>
                    <a:pt x="3005" y="2799"/>
                  </a:cubicBezTo>
                  <a:cubicBezTo>
                    <a:pt x="2683" y="2799"/>
                    <a:pt x="2309" y="2747"/>
                    <a:pt x="1986" y="2644"/>
                  </a:cubicBezTo>
                  <a:cubicBezTo>
                    <a:pt x="1445" y="2476"/>
                    <a:pt x="1019" y="2257"/>
                    <a:pt x="697" y="1935"/>
                  </a:cubicBezTo>
                  <a:cubicBezTo>
                    <a:pt x="581" y="1832"/>
                    <a:pt x="426" y="1677"/>
                    <a:pt x="375" y="1509"/>
                  </a:cubicBezTo>
                  <a:cubicBezTo>
                    <a:pt x="259" y="1406"/>
                    <a:pt x="259" y="1238"/>
                    <a:pt x="259" y="1084"/>
                  </a:cubicBezTo>
                  <a:lnTo>
                    <a:pt x="259" y="916"/>
                  </a:lnTo>
                  <a:cubicBezTo>
                    <a:pt x="323" y="710"/>
                    <a:pt x="478" y="542"/>
                    <a:pt x="749" y="439"/>
                  </a:cubicBezTo>
                  <a:cubicBezTo>
                    <a:pt x="968" y="323"/>
                    <a:pt x="1342" y="220"/>
                    <a:pt x="1664" y="220"/>
                  </a:cubicBezTo>
                  <a:close/>
                  <a:moveTo>
                    <a:pt x="1664" y="1"/>
                  </a:moveTo>
                  <a:cubicBezTo>
                    <a:pt x="1290" y="1"/>
                    <a:pt x="903" y="65"/>
                    <a:pt x="645" y="220"/>
                  </a:cubicBezTo>
                  <a:cubicBezTo>
                    <a:pt x="375" y="323"/>
                    <a:pt x="104" y="542"/>
                    <a:pt x="52" y="813"/>
                  </a:cubicBezTo>
                  <a:cubicBezTo>
                    <a:pt x="1" y="916"/>
                    <a:pt x="1" y="1032"/>
                    <a:pt x="1" y="1084"/>
                  </a:cubicBezTo>
                  <a:cubicBezTo>
                    <a:pt x="1" y="1290"/>
                    <a:pt x="52" y="1458"/>
                    <a:pt x="155" y="1677"/>
                  </a:cubicBezTo>
                  <a:cubicBezTo>
                    <a:pt x="259" y="1883"/>
                    <a:pt x="529" y="2154"/>
                    <a:pt x="800" y="2373"/>
                  </a:cubicBezTo>
                  <a:cubicBezTo>
                    <a:pt x="1123" y="2580"/>
                    <a:pt x="1496" y="2747"/>
                    <a:pt x="1935" y="2902"/>
                  </a:cubicBezTo>
                  <a:cubicBezTo>
                    <a:pt x="2309" y="3018"/>
                    <a:pt x="2631" y="3070"/>
                    <a:pt x="3005" y="3070"/>
                  </a:cubicBezTo>
                  <a:cubicBezTo>
                    <a:pt x="3379" y="3070"/>
                    <a:pt x="3753" y="2966"/>
                    <a:pt x="4024" y="2850"/>
                  </a:cubicBezTo>
                  <a:cubicBezTo>
                    <a:pt x="4346" y="2696"/>
                    <a:pt x="4565" y="2476"/>
                    <a:pt x="4617" y="2206"/>
                  </a:cubicBezTo>
                  <a:cubicBezTo>
                    <a:pt x="4669" y="2102"/>
                    <a:pt x="4669" y="2051"/>
                    <a:pt x="4669" y="1935"/>
                  </a:cubicBezTo>
                  <a:cubicBezTo>
                    <a:pt x="4669" y="1728"/>
                    <a:pt x="4617" y="1561"/>
                    <a:pt x="4514" y="1406"/>
                  </a:cubicBezTo>
                  <a:cubicBezTo>
                    <a:pt x="4398" y="1135"/>
                    <a:pt x="4127" y="865"/>
                    <a:pt x="3869" y="645"/>
                  </a:cubicBezTo>
                  <a:cubicBezTo>
                    <a:pt x="3547" y="439"/>
                    <a:pt x="3160" y="271"/>
                    <a:pt x="2734" y="168"/>
                  </a:cubicBezTo>
                  <a:cubicBezTo>
                    <a:pt x="2412" y="65"/>
                    <a:pt x="2038" y="1"/>
                    <a:pt x="166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2"/>
            <p:cNvSpPr/>
            <p:nvPr/>
          </p:nvSpPr>
          <p:spPr>
            <a:xfrm>
              <a:off x="4010825" y="4567025"/>
              <a:ext cx="64500" cy="29125"/>
            </a:xfrm>
            <a:custGeom>
              <a:avLst/>
              <a:gdLst/>
              <a:ahLst/>
              <a:cxnLst/>
              <a:rect l="l" t="t" r="r" b="b"/>
              <a:pathLst>
                <a:path w="2580" h="1165" extrusionOk="0">
                  <a:moveTo>
                    <a:pt x="2518" y="1"/>
                  </a:moveTo>
                  <a:cubicBezTo>
                    <a:pt x="2420" y="1"/>
                    <a:pt x="1610" y="351"/>
                    <a:pt x="800" y="702"/>
                  </a:cubicBezTo>
                  <a:cubicBezTo>
                    <a:pt x="0" y="1024"/>
                    <a:pt x="0" y="1089"/>
                    <a:pt x="0" y="1140"/>
                  </a:cubicBezTo>
                  <a:cubicBezTo>
                    <a:pt x="14" y="1154"/>
                    <a:pt x="24" y="1164"/>
                    <a:pt x="49" y="1164"/>
                  </a:cubicBezTo>
                  <a:cubicBezTo>
                    <a:pt x="115" y="1164"/>
                    <a:pt x="286" y="1091"/>
                    <a:pt x="916" y="818"/>
                  </a:cubicBezTo>
                  <a:cubicBezTo>
                    <a:pt x="1715" y="495"/>
                    <a:pt x="2579" y="57"/>
                    <a:pt x="2528" y="5"/>
                  </a:cubicBezTo>
                  <a:cubicBezTo>
                    <a:pt x="2528" y="2"/>
                    <a:pt x="2524" y="1"/>
                    <a:pt x="251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2"/>
            <p:cNvSpPr/>
            <p:nvPr/>
          </p:nvSpPr>
          <p:spPr>
            <a:xfrm>
              <a:off x="3989225" y="4545675"/>
              <a:ext cx="60625" cy="27050"/>
            </a:xfrm>
            <a:custGeom>
              <a:avLst/>
              <a:gdLst/>
              <a:ahLst/>
              <a:cxnLst/>
              <a:rect l="l" t="t" r="r" b="b"/>
              <a:pathLst>
                <a:path w="2425" h="1082" extrusionOk="0">
                  <a:moveTo>
                    <a:pt x="2341" y="0"/>
                  </a:moveTo>
                  <a:cubicBezTo>
                    <a:pt x="2179" y="0"/>
                    <a:pt x="1496" y="300"/>
                    <a:pt x="813" y="653"/>
                  </a:cubicBezTo>
                  <a:cubicBezTo>
                    <a:pt x="0" y="976"/>
                    <a:pt x="0" y="1027"/>
                    <a:pt x="52" y="1079"/>
                  </a:cubicBezTo>
                  <a:cubicBezTo>
                    <a:pt x="52" y="1079"/>
                    <a:pt x="55" y="1081"/>
                    <a:pt x="67" y="1081"/>
                  </a:cubicBezTo>
                  <a:cubicBezTo>
                    <a:pt x="112" y="1081"/>
                    <a:pt x="278" y="1049"/>
                    <a:pt x="864" y="756"/>
                  </a:cubicBezTo>
                  <a:cubicBezTo>
                    <a:pt x="1612" y="434"/>
                    <a:pt x="2425" y="60"/>
                    <a:pt x="2373" y="8"/>
                  </a:cubicBezTo>
                  <a:cubicBezTo>
                    <a:pt x="2367" y="3"/>
                    <a:pt x="2357" y="0"/>
                    <a:pt x="234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2"/>
            <p:cNvSpPr/>
            <p:nvPr/>
          </p:nvSpPr>
          <p:spPr>
            <a:xfrm>
              <a:off x="3833525" y="4815700"/>
              <a:ext cx="78025" cy="143800"/>
            </a:xfrm>
            <a:custGeom>
              <a:avLst/>
              <a:gdLst/>
              <a:ahLst/>
              <a:cxnLst/>
              <a:rect l="l" t="t" r="r" b="b"/>
              <a:pathLst>
                <a:path w="3121" h="5752" extrusionOk="0">
                  <a:moveTo>
                    <a:pt x="748" y="0"/>
                  </a:moveTo>
                  <a:cubicBezTo>
                    <a:pt x="645" y="0"/>
                    <a:pt x="477" y="52"/>
                    <a:pt x="374" y="103"/>
                  </a:cubicBezTo>
                  <a:cubicBezTo>
                    <a:pt x="323" y="168"/>
                    <a:pt x="220" y="219"/>
                    <a:pt x="155" y="374"/>
                  </a:cubicBezTo>
                  <a:cubicBezTo>
                    <a:pt x="103" y="490"/>
                    <a:pt x="103" y="645"/>
                    <a:pt x="103" y="813"/>
                  </a:cubicBezTo>
                  <a:cubicBezTo>
                    <a:pt x="52" y="967"/>
                    <a:pt x="103" y="1070"/>
                    <a:pt x="103" y="1187"/>
                  </a:cubicBezTo>
                  <a:lnTo>
                    <a:pt x="155" y="1187"/>
                  </a:lnTo>
                  <a:cubicBezTo>
                    <a:pt x="220" y="1135"/>
                    <a:pt x="323" y="1070"/>
                    <a:pt x="426" y="1019"/>
                  </a:cubicBezTo>
                  <a:cubicBezTo>
                    <a:pt x="645" y="967"/>
                    <a:pt x="864" y="967"/>
                    <a:pt x="1122" y="967"/>
                  </a:cubicBezTo>
                  <a:cubicBezTo>
                    <a:pt x="1664" y="967"/>
                    <a:pt x="2205" y="1070"/>
                    <a:pt x="2205" y="1070"/>
                  </a:cubicBezTo>
                  <a:cubicBezTo>
                    <a:pt x="2257" y="1070"/>
                    <a:pt x="2257" y="1135"/>
                    <a:pt x="2308" y="1135"/>
                  </a:cubicBezTo>
                  <a:cubicBezTo>
                    <a:pt x="2308" y="1187"/>
                    <a:pt x="2308" y="1238"/>
                    <a:pt x="2257" y="1290"/>
                  </a:cubicBezTo>
                  <a:lnTo>
                    <a:pt x="2205" y="1341"/>
                  </a:lnTo>
                  <a:cubicBezTo>
                    <a:pt x="2205" y="1341"/>
                    <a:pt x="2154" y="1393"/>
                    <a:pt x="2038" y="1509"/>
                  </a:cubicBezTo>
                  <a:cubicBezTo>
                    <a:pt x="1935" y="1612"/>
                    <a:pt x="1767" y="1831"/>
                    <a:pt x="1612" y="2038"/>
                  </a:cubicBezTo>
                  <a:cubicBezTo>
                    <a:pt x="1187" y="2476"/>
                    <a:pt x="748" y="3121"/>
                    <a:pt x="426" y="3765"/>
                  </a:cubicBezTo>
                  <a:cubicBezTo>
                    <a:pt x="155" y="4243"/>
                    <a:pt x="0" y="4681"/>
                    <a:pt x="0" y="5003"/>
                  </a:cubicBezTo>
                  <a:cubicBezTo>
                    <a:pt x="0" y="5210"/>
                    <a:pt x="52" y="5377"/>
                    <a:pt x="155" y="5480"/>
                  </a:cubicBezTo>
                  <a:cubicBezTo>
                    <a:pt x="271" y="5584"/>
                    <a:pt x="426" y="5700"/>
                    <a:pt x="645" y="5751"/>
                  </a:cubicBezTo>
                  <a:lnTo>
                    <a:pt x="967" y="5751"/>
                  </a:lnTo>
                  <a:cubicBezTo>
                    <a:pt x="1290" y="5751"/>
                    <a:pt x="1561" y="5648"/>
                    <a:pt x="1715" y="5532"/>
                  </a:cubicBezTo>
                  <a:cubicBezTo>
                    <a:pt x="1831" y="5480"/>
                    <a:pt x="1883" y="5429"/>
                    <a:pt x="1935" y="5377"/>
                  </a:cubicBezTo>
                  <a:cubicBezTo>
                    <a:pt x="1561" y="5003"/>
                    <a:pt x="1445" y="4513"/>
                    <a:pt x="1445" y="4036"/>
                  </a:cubicBezTo>
                  <a:cubicBezTo>
                    <a:pt x="1445" y="3598"/>
                    <a:pt x="1561" y="3121"/>
                    <a:pt x="1767" y="2747"/>
                  </a:cubicBezTo>
                  <a:cubicBezTo>
                    <a:pt x="1935" y="2308"/>
                    <a:pt x="2205" y="1934"/>
                    <a:pt x="2476" y="1664"/>
                  </a:cubicBezTo>
                  <a:cubicBezTo>
                    <a:pt x="3056" y="1070"/>
                    <a:pt x="3121" y="645"/>
                    <a:pt x="3121" y="426"/>
                  </a:cubicBezTo>
                  <a:lnTo>
                    <a:pt x="3005" y="426"/>
                  </a:lnTo>
                  <a:cubicBezTo>
                    <a:pt x="2902" y="490"/>
                    <a:pt x="2734" y="490"/>
                    <a:pt x="2631" y="490"/>
                  </a:cubicBezTo>
                  <a:cubicBezTo>
                    <a:pt x="2412" y="490"/>
                    <a:pt x="2205" y="490"/>
                    <a:pt x="1986" y="426"/>
                  </a:cubicBezTo>
                  <a:cubicBezTo>
                    <a:pt x="1767" y="374"/>
                    <a:pt x="1561" y="323"/>
                    <a:pt x="1393" y="219"/>
                  </a:cubicBezTo>
                  <a:cubicBezTo>
                    <a:pt x="1187" y="52"/>
                    <a:pt x="967" y="0"/>
                    <a:pt x="74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2"/>
            <p:cNvSpPr/>
            <p:nvPr/>
          </p:nvSpPr>
          <p:spPr>
            <a:xfrm>
              <a:off x="4138475" y="5007825"/>
              <a:ext cx="34850" cy="37750"/>
            </a:xfrm>
            <a:custGeom>
              <a:avLst/>
              <a:gdLst/>
              <a:ahLst/>
              <a:cxnLst/>
              <a:rect l="l" t="t" r="r" b="b"/>
              <a:pathLst>
                <a:path w="1394" h="1510" extrusionOk="0">
                  <a:moveTo>
                    <a:pt x="697" y="0"/>
                  </a:moveTo>
                  <a:cubicBezTo>
                    <a:pt x="645" y="0"/>
                    <a:pt x="529" y="52"/>
                    <a:pt x="426" y="104"/>
                  </a:cubicBezTo>
                  <a:cubicBezTo>
                    <a:pt x="323" y="155"/>
                    <a:pt x="271" y="220"/>
                    <a:pt x="155" y="323"/>
                  </a:cubicBezTo>
                  <a:cubicBezTo>
                    <a:pt x="52" y="477"/>
                    <a:pt x="1" y="594"/>
                    <a:pt x="1" y="748"/>
                  </a:cubicBezTo>
                  <a:cubicBezTo>
                    <a:pt x="1" y="916"/>
                    <a:pt x="104" y="1071"/>
                    <a:pt x="207" y="1187"/>
                  </a:cubicBezTo>
                  <a:cubicBezTo>
                    <a:pt x="323" y="1341"/>
                    <a:pt x="426" y="1445"/>
                    <a:pt x="529" y="1445"/>
                  </a:cubicBezTo>
                  <a:lnTo>
                    <a:pt x="594" y="1509"/>
                  </a:lnTo>
                  <a:cubicBezTo>
                    <a:pt x="594" y="1445"/>
                    <a:pt x="645" y="1445"/>
                    <a:pt x="645" y="1445"/>
                  </a:cubicBezTo>
                  <a:cubicBezTo>
                    <a:pt x="697" y="1445"/>
                    <a:pt x="800" y="1393"/>
                    <a:pt x="852" y="1341"/>
                  </a:cubicBezTo>
                  <a:cubicBezTo>
                    <a:pt x="1019" y="1238"/>
                    <a:pt x="1174" y="1122"/>
                    <a:pt x="1290" y="916"/>
                  </a:cubicBezTo>
                  <a:cubicBezTo>
                    <a:pt x="1342" y="748"/>
                    <a:pt x="1393" y="645"/>
                    <a:pt x="1393" y="426"/>
                  </a:cubicBezTo>
                  <a:lnTo>
                    <a:pt x="1393" y="374"/>
                  </a:lnTo>
                  <a:cubicBezTo>
                    <a:pt x="1393" y="323"/>
                    <a:pt x="1342" y="323"/>
                    <a:pt x="1342" y="323"/>
                  </a:cubicBezTo>
                  <a:cubicBezTo>
                    <a:pt x="1290" y="271"/>
                    <a:pt x="1238" y="220"/>
                    <a:pt x="1174" y="155"/>
                  </a:cubicBezTo>
                  <a:cubicBezTo>
                    <a:pt x="1071" y="104"/>
                    <a:pt x="916" y="0"/>
                    <a:pt x="697" y="0"/>
                  </a:cubicBezTo>
                  <a:close/>
                </a:path>
              </a:pathLst>
            </a:custGeom>
            <a:solidFill>
              <a:srgbClr val="FFE9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2"/>
            <p:cNvSpPr/>
            <p:nvPr/>
          </p:nvSpPr>
          <p:spPr>
            <a:xfrm>
              <a:off x="3573050" y="4735100"/>
              <a:ext cx="592200" cy="440700"/>
            </a:xfrm>
            <a:custGeom>
              <a:avLst/>
              <a:gdLst/>
              <a:ahLst/>
              <a:cxnLst/>
              <a:rect l="l" t="t" r="r" b="b"/>
              <a:pathLst>
                <a:path w="23688" h="17628" extrusionOk="0">
                  <a:moveTo>
                    <a:pt x="8266" y="1716"/>
                  </a:moveTo>
                  <a:cubicBezTo>
                    <a:pt x="8588" y="1716"/>
                    <a:pt x="8807" y="1935"/>
                    <a:pt x="8807" y="2257"/>
                  </a:cubicBezTo>
                  <a:lnTo>
                    <a:pt x="8807" y="10161"/>
                  </a:lnTo>
                  <a:cubicBezTo>
                    <a:pt x="8807" y="10484"/>
                    <a:pt x="8588" y="10690"/>
                    <a:pt x="8266" y="10690"/>
                  </a:cubicBezTo>
                  <a:lnTo>
                    <a:pt x="3753" y="10690"/>
                  </a:lnTo>
                  <a:cubicBezTo>
                    <a:pt x="3430" y="10690"/>
                    <a:pt x="3224" y="10484"/>
                    <a:pt x="3224" y="10161"/>
                  </a:cubicBezTo>
                  <a:lnTo>
                    <a:pt x="3224" y="2257"/>
                  </a:lnTo>
                  <a:cubicBezTo>
                    <a:pt x="3224" y="1935"/>
                    <a:pt x="3430" y="1716"/>
                    <a:pt x="3753" y="1716"/>
                  </a:cubicBezTo>
                  <a:close/>
                  <a:moveTo>
                    <a:pt x="14120" y="1716"/>
                  </a:moveTo>
                  <a:cubicBezTo>
                    <a:pt x="14391" y="1716"/>
                    <a:pt x="14662" y="1935"/>
                    <a:pt x="14662" y="2257"/>
                  </a:cubicBezTo>
                  <a:lnTo>
                    <a:pt x="14662" y="10161"/>
                  </a:lnTo>
                  <a:cubicBezTo>
                    <a:pt x="14662" y="10484"/>
                    <a:pt x="14391" y="10690"/>
                    <a:pt x="14120" y="10690"/>
                  </a:cubicBezTo>
                  <a:lnTo>
                    <a:pt x="9555" y="10690"/>
                  </a:lnTo>
                  <a:cubicBezTo>
                    <a:pt x="9285" y="10690"/>
                    <a:pt x="9027" y="10484"/>
                    <a:pt x="9027" y="10161"/>
                  </a:cubicBezTo>
                  <a:lnTo>
                    <a:pt x="9027" y="2257"/>
                  </a:lnTo>
                  <a:cubicBezTo>
                    <a:pt x="9027" y="1935"/>
                    <a:pt x="9285" y="1716"/>
                    <a:pt x="9555" y="1716"/>
                  </a:cubicBezTo>
                  <a:close/>
                  <a:moveTo>
                    <a:pt x="19923" y="1716"/>
                  </a:moveTo>
                  <a:cubicBezTo>
                    <a:pt x="20245" y="1716"/>
                    <a:pt x="20464" y="1935"/>
                    <a:pt x="20464" y="2257"/>
                  </a:cubicBezTo>
                  <a:lnTo>
                    <a:pt x="20464" y="10161"/>
                  </a:lnTo>
                  <a:cubicBezTo>
                    <a:pt x="20464" y="10484"/>
                    <a:pt x="20245" y="10690"/>
                    <a:pt x="19923" y="10690"/>
                  </a:cubicBezTo>
                  <a:lnTo>
                    <a:pt x="15410" y="10690"/>
                  </a:lnTo>
                  <a:cubicBezTo>
                    <a:pt x="15087" y="10690"/>
                    <a:pt x="14881" y="10484"/>
                    <a:pt x="14881" y="10161"/>
                  </a:cubicBezTo>
                  <a:lnTo>
                    <a:pt x="14881" y="2257"/>
                  </a:lnTo>
                  <a:cubicBezTo>
                    <a:pt x="14881" y="1935"/>
                    <a:pt x="15087" y="1716"/>
                    <a:pt x="15410" y="1716"/>
                  </a:cubicBezTo>
                  <a:close/>
                  <a:moveTo>
                    <a:pt x="17137" y="11928"/>
                  </a:moveTo>
                  <a:lnTo>
                    <a:pt x="17137" y="15848"/>
                  </a:lnTo>
                  <a:lnTo>
                    <a:pt x="17137" y="16016"/>
                  </a:lnTo>
                  <a:lnTo>
                    <a:pt x="6551" y="16016"/>
                  </a:lnTo>
                  <a:lnTo>
                    <a:pt x="6551" y="11928"/>
                  </a:lnTo>
                  <a:close/>
                  <a:moveTo>
                    <a:pt x="0" y="1"/>
                  </a:moveTo>
                  <a:lnTo>
                    <a:pt x="0" y="10419"/>
                  </a:lnTo>
                  <a:cubicBezTo>
                    <a:pt x="104" y="10368"/>
                    <a:pt x="258" y="10368"/>
                    <a:pt x="426" y="10368"/>
                  </a:cubicBezTo>
                  <a:cubicBezTo>
                    <a:pt x="529" y="10368"/>
                    <a:pt x="697" y="10368"/>
                    <a:pt x="800" y="10419"/>
                  </a:cubicBezTo>
                  <a:cubicBezTo>
                    <a:pt x="903" y="10484"/>
                    <a:pt x="1019" y="10535"/>
                    <a:pt x="1122" y="10587"/>
                  </a:cubicBezTo>
                  <a:cubicBezTo>
                    <a:pt x="1342" y="10742"/>
                    <a:pt x="1496" y="10961"/>
                    <a:pt x="1612" y="11180"/>
                  </a:cubicBezTo>
                  <a:cubicBezTo>
                    <a:pt x="1664" y="11232"/>
                    <a:pt x="1664" y="11283"/>
                    <a:pt x="1715" y="11335"/>
                  </a:cubicBezTo>
                  <a:lnTo>
                    <a:pt x="1715" y="11451"/>
                  </a:lnTo>
                  <a:cubicBezTo>
                    <a:pt x="1767" y="11503"/>
                    <a:pt x="1767" y="11554"/>
                    <a:pt x="1767" y="11554"/>
                  </a:cubicBezTo>
                  <a:cubicBezTo>
                    <a:pt x="1767" y="11709"/>
                    <a:pt x="1715" y="11825"/>
                    <a:pt x="1664" y="11980"/>
                  </a:cubicBezTo>
                  <a:cubicBezTo>
                    <a:pt x="1612" y="12199"/>
                    <a:pt x="1445" y="12418"/>
                    <a:pt x="1342" y="12573"/>
                  </a:cubicBezTo>
                  <a:cubicBezTo>
                    <a:pt x="1174" y="12792"/>
                    <a:pt x="1019" y="12947"/>
                    <a:pt x="852" y="13166"/>
                  </a:cubicBezTo>
                  <a:cubicBezTo>
                    <a:pt x="581" y="13437"/>
                    <a:pt x="323" y="13643"/>
                    <a:pt x="0" y="13862"/>
                  </a:cubicBezTo>
                  <a:lnTo>
                    <a:pt x="0" y="17627"/>
                  </a:lnTo>
                  <a:lnTo>
                    <a:pt x="23688" y="17627"/>
                  </a:lnTo>
                  <a:lnTo>
                    <a:pt x="23688" y="13862"/>
                  </a:lnTo>
                  <a:cubicBezTo>
                    <a:pt x="23365" y="13643"/>
                    <a:pt x="23095" y="13437"/>
                    <a:pt x="22824" y="13166"/>
                  </a:cubicBezTo>
                  <a:cubicBezTo>
                    <a:pt x="22669" y="12947"/>
                    <a:pt x="22502" y="12792"/>
                    <a:pt x="22347" y="12573"/>
                  </a:cubicBezTo>
                  <a:cubicBezTo>
                    <a:pt x="22179" y="12418"/>
                    <a:pt x="22076" y="12199"/>
                    <a:pt x="21973" y="11980"/>
                  </a:cubicBezTo>
                  <a:cubicBezTo>
                    <a:pt x="21973" y="11825"/>
                    <a:pt x="21921" y="11709"/>
                    <a:pt x="21921" y="11554"/>
                  </a:cubicBezTo>
                  <a:cubicBezTo>
                    <a:pt x="21921" y="11554"/>
                    <a:pt x="21921" y="11503"/>
                    <a:pt x="21973" y="11451"/>
                  </a:cubicBezTo>
                  <a:lnTo>
                    <a:pt x="21973" y="11335"/>
                  </a:lnTo>
                  <a:cubicBezTo>
                    <a:pt x="22024" y="11283"/>
                    <a:pt x="22024" y="11232"/>
                    <a:pt x="22076" y="11180"/>
                  </a:cubicBezTo>
                  <a:cubicBezTo>
                    <a:pt x="22179" y="10961"/>
                    <a:pt x="22347" y="10742"/>
                    <a:pt x="22566" y="10587"/>
                  </a:cubicBezTo>
                  <a:cubicBezTo>
                    <a:pt x="22669" y="10535"/>
                    <a:pt x="22772" y="10484"/>
                    <a:pt x="22888" y="10419"/>
                  </a:cubicBezTo>
                  <a:cubicBezTo>
                    <a:pt x="22992" y="10368"/>
                    <a:pt x="23146" y="10368"/>
                    <a:pt x="23262" y="10368"/>
                  </a:cubicBezTo>
                  <a:cubicBezTo>
                    <a:pt x="23417" y="10368"/>
                    <a:pt x="23533" y="10368"/>
                    <a:pt x="23688" y="10419"/>
                  </a:cubicBezTo>
                  <a:lnTo>
                    <a:pt x="23688" y="1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2"/>
            <p:cNvSpPr/>
            <p:nvPr/>
          </p:nvSpPr>
          <p:spPr>
            <a:xfrm>
              <a:off x="3805150" y="4783450"/>
              <a:ext cx="127675" cy="213750"/>
            </a:xfrm>
            <a:custGeom>
              <a:avLst/>
              <a:gdLst/>
              <a:ahLst/>
              <a:cxnLst/>
              <a:rect l="l" t="t" r="r" b="b"/>
              <a:pathLst>
                <a:path w="5107" h="8550" extrusionOk="0">
                  <a:moveTo>
                    <a:pt x="1883" y="1071"/>
                  </a:moveTo>
                  <a:cubicBezTo>
                    <a:pt x="2154" y="1071"/>
                    <a:pt x="2425" y="1135"/>
                    <a:pt x="2644" y="1290"/>
                  </a:cubicBezTo>
                  <a:cubicBezTo>
                    <a:pt x="2799" y="1342"/>
                    <a:pt x="2966" y="1458"/>
                    <a:pt x="3121" y="1458"/>
                  </a:cubicBezTo>
                  <a:cubicBezTo>
                    <a:pt x="3340" y="1509"/>
                    <a:pt x="3547" y="1509"/>
                    <a:pt x="3766" y="1509"/>
                  </a:cubicBezTo>
                  <a:lnTo>
                    <a:pt x="4088" y="1509"/>
                  </a:lnTo>
                  <a:cubicBezTo>
                    <a:pt x="4191" y="1509"/>
                    <a:pt x="4256" y="1458"/>
                    <a:pt x="4307" y="1458"/>
                  </a:cubicBezTo>
                  <a:lnTo>
                    <a:pt x="4411" y="1458"/>
                  </a:lnTo>
                  <a:cubicBezTo>
                    <a:pt x="4462" y="1458"/>
                    <a:pt x="4462" y="1509"/>
                    <a:pt x="4462" y="1509"/>
                  </a:cubicBezTo>
                  <a:cubicBezTo>
                    <a:pt x="4462" y="1509"/>
                    <a:pt x="4514" y="1613"/>
                    <a:pt x="4514" y="1716"/>
                  </a:cubicBezTo>
                  <a:cubicBezTo>
                    <a:pt x="4514" y="1987"/>
                    <a:pt x="4411" y="2528"/>
                    <a:pt x="3817" y="3121"/>
                  </a:cubicBezTo>
                  <a:cubicBezTo>
                    <a:pt x="3547" y="3392"/>
                    <a:pt x="3289" y="3714"/>
                    <a:pt x="3121" y="4140"/>
                  </a:cubicBezTo>
                  <a:cubicBezTo>
                    <a:pt x="2902" y="4514"/>
                    <a:pt x="2799" y="4939"/>
                    <a:pt x="2799" y="5326"/>
                  </a:cubicBezTo>
                  <a:cubicBezTo>
                    <a:pt x="2799" y="5803"/>
                    <a:pt x="2966" y="6229"/>
                    <a:pt x="3289" y="6551"/>
                  </a:cubicBezTo>
                  <a:cubicBezTo>
                    <a:pt x="3340" y="6616"/>
                    <a:pt x="3340" y="6667"/>
                    <a:pt x="3289" y="6719"/>
                  </a:cubicBezTo>
                  <a:cubicBezTo>
                    <a:pt x="3289" y="6719"/>
                    <a:pt x="3224" y="6874"/>
                    <a:pt x="3018" y="7041"/>
                  </a:cubicBezTo>
                  <a:cubicBezTo>
                    <a:pt x="2799" y="7144"/>
                    <a:pt x="2528" y="7312"/>
                    <a:pt x="2102" y="7312"/>
                  </a:cubicBezTo>
                  <a:cubicBezTo>
                    <a:pt x="1999" y="7312"/>
                    <a:pt x="1832" y="7312"/>
                    <a:pt x="1728" y="7260"/>
                  </a:cubicBezTo>
                  <a:cubicBezTo>
                    <a:pt x="1458" y="7196"/>
                    <a:pt x="1238" y="7093"/>
                    <a:pt x="1135" y="6938"/>
                  </a:cubicBezTo>
                  <a:cubicBezTo>
                    <a:pt x="968" y="6770"/>
                    <a:pt x="916" y="6500"/>
                    <a:pt x="916" y="6293"/>
                  </a:cubicBezTo>
                  <a:cubicBezTo>
                    <a:pt x="916" y="5906"/>
                    <a:pt x="1032" y="5429"/>
                    <a:pt x="1355" y="4888"/>
                  </a:cubicBezTo>
                  <a:cubicBezTo>
                    <a:pt x="1883" y="3921"/>
                    <a:pt x="2696" y="2954"/>
                    <a:pt x="3070" y="2580"/>
                  </a:cubicBezTo>
                  <a:cubicBezTo>
                    <a:pt x="3018" y="2580"/>
                    <a:pt x="3018" y="2528"/>
                    <a:pt x="2966" y="2528"/>
                  </a:cubicBezTo>
                  <a:cubicBezTo>
                    <a:pt x="2747" y="2528"/>
                    <a:pt x="2476" y="2477"/>
                    <a:pt x="2257" y="2477"/>
                  </a:cubicBezTo>
                  <a:cubicBezTo>
                    <a:pt x="2102" y="2477"/>
                    <a:pt x="1935" y="2528"/>
                    <a:pt x="1780" y="2528"/>
                  </a:cubicBezTo>
                  <a:cubicBezTo>
                    <a:pt x="1612" y="2580"/>
                    <a:pt x="1509" y="2580"/>
                    <a:pt x="1458" y="2683"/>
                  </a:cubicBezTo>
                  <a:cubicBezTo>
                    <a:pt x="1406" y="2683"/>
                    <a:pt x="1355" y="2747"/>
                    <a:pt x="1355" y="2799"/>
                  </a:cubicBezTo>
                  <a:cubicBezTo>
                    <a:pt x="1290" y="2850"/>
                    <a:pt x="1238" y="2850"/>
                    <a:pt x="1238" y="2850"/>
                  </a:cubicBezTo>
                  <a:cubicBezTo>
                    <a:pt x="1187" y="2850"/>
                    <a:pt x="1135" y="2850"/>
                    <a:pt x="1084" y="2799"/>
                  </a:cubicBezTo>
                  <a:cubicBezTo>
                    <a:pt x="1084" y="2799"/>
                    <a:pt x="968" y="2477"/>
                    <a:pt x="968" y="2103"/>
                  </a:cubicBezTo>
                  <a:cubicBezTo>
                    <a:pt x="968" y="1935"/>
                    <a:pt x="968" y="1716"/>
                    <a:pt x="1084" y="1561"/>
                  </a:cubicBezTo>
                  <a:cubicBezTo>
                    <a:pt x="1135" y="1393"/>
                    <a:pt x="1290" y="1239"/>
                    <a:pt x="1406" y="1187"/>
                  </a:cubicBezTo>
                  <a:cubicBezTo>
                    <a:pt x="1561" y="1071"/>
                    <a:pt x="1728" y="1071"/>
                    <a:pt x="1883" y="1071"/>
                  </a:cubicBezTo>
                  <a:close/>
                  <a:moveTo>
                    <a:pt x="271" y="1"/>
                  </a:moveTo>
                  <a:cubicBezTo>
                    <a:pt x="117" y="1"/>
                    <a:pt x="1" y="168"/>
                    <a:pt x="1" y="323"/>
                  </a:cubicBezTo>
                  <a:lnTo>
                    <a:pt x="1" y="8227"/>
                  </a:lnTo>
                  <a:cubicBezTo>
                    <a:pt x="1" y="8382"/>
                    <a:pt x="117" y="8550"/>
                    <a:pt x="271" y="8550"/>
                  </a:cubicBezTo>
                  <a:lnTo>
                    <a:pt x="4836" y="8550"/>
                  </a:lnTo>
                  <a:cubicBezTo>
                    <a:pt x="5004" y="8550"/>
                    <a:pt x="5107" y="8382"/>
                    <a:pt x="5107" y="8227"/>
                  </a:cubicBezTo>
                  <a:lnTo>
                    <a:pt x="5107" y="323"/>
                  </a:lnTo>
                  <a:cubicBezTo>
                    <a:pt x="5107" y="168"/>
                    <a:pt x="5004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2"/>
            <p:cNvSpPr/>
            <p:nvPr/>
          </p:nvSpPr>
          <p:spPr>
            <a:xfrm>
              <a:off x="3509875" y="4685450"/>
              <a:ext cx="718575" cy="335925"/>
            </a:xfrm>
            <a:custGeom>
              <a:avLst/>
              <a:gdLst/>
              <a:ahLst/>
              <a:cxnLst/>
              <a:rect l="l" t="t" r="r" b="b"/>
              <a:pathLst>
                <a:path w="28743" h="13437" extrusionOk="0">
                  <a:moveTo>
                    <a:pt x="916" y="697"/>
                  </a:moveTo>
                  <a:cubicBezTo>
                    <a:pt x="1019" y="697"/>
                    <a:pt x="1122" y="800"/>
                    <a:pt x="1122" y="865"/>
                  </a:cubicBezTo>
                  <a:cubicBezTo>
                    <a:pt x="1122" y="968"/>
                    <a:pt x="1019" y="1071"/>
                    <a:pt x="916" y="1071"/>
                  </a:cubicBezTo>
                  <a:lnTo>
                    <a:pt x="851" y="1071"/>
                  </a:lnTo>
                  <a:lnTo>
                    <a:pt x="851" y="1123"/>
                  </a:lnTo>
                  <a:cubicBezTo>
                    <a:pt x="800" y="1123"/>
                    <a:pt x="800" y="1187"/>
                    <a:pt x="800" y="1239"/>
                  </a:cubicBezTo>
                  <a:lnTo>
                    <a:pt x="800" y="1613"/>
                  </a:lnTo>
                  <a:cubicBezTo>
                    <a:pt x="800" y="1716"/>
                    <a:pt x="696" y="1767"/>
                    <a:pt x="593" y="1767"/>
                  </a:cubicBezTo>
                  <a:cubicBezTo>
                    <a:pt x="477" y="1767"/>
                    <a:pt x="426" y="1716"/>
                    <a:pt x="426" y="1613"/>
                  </a:cubicBezTo>
                  <a:lnTo>
                    <a:pt x="426" y="1187"/>
                  </a:lnTo>
                  <a:lnTo>
                    <a:pt x="426" y="1123"/>
                  </a:lnTo>
                  <a:cubicBezTo>
                    <a:pt x="426" y="1123"/>
                    <a:pt x="426" y="1071"/>
                    <a:pt x="477" y="1019"/>
                  </a:cubicBezTo>
                  <a:cubicBezTo>
                    <a:pt x="477" y="968"/>
                    <a:pt x="529" y="865"/>
                    <a:pt x="645" y="800"/>
                  </a:cubicBezTo>
                  <a:cubicBezTo>
                    <a:pt x="748" y="749"/>
                    <a:pt x="800" y="697"/>
                    <a:pt x="916" y="697"/>
                  </a:cubicBezTo>
                  <a:close/>
                  <a:moveTo>
                    <a:pt x="593" y="2257"/>
                  </a:moveTo>
                  <a:cubicBezTo>
                    <a:pt x="696" y="2257"/>
                    <a:pt x="800" y="2360"/>
                    <a:pt x="800" y="2412"/>
                  </a:cubicBezTo>
                  <a:lnTo>
                    <a:pt x="800" y="3121"/>
                  </a:lnTo>
                  <a:cubicBezTo>
                    <a:pt x="800" y="3224"/>
                    <a:pt x="696" y="3276"/>
                    <a:pt x="593" y="3276"/>
                  </a:cubicBezTo>
                  <a:cubicBezTo>
                    <a:pt x="477" y="3276"/>
                    <a:pt x="426" y="3224"/>
                    <a:pt x="426" y="3121"/>
                  </a:cubicBezTo>
                  <a:lnTo>
                    <a:pt x="426" y="2412"/>
                  </a:lnTo>
                  <a:cubicBezTo>
                    <a:pt x="426" y="2360"/>
                    <a:pt x="477" y="2257"/>
                    <a:pt x="593" y="2257"/>
                  </a:cubicBezTo>
                  <a:close/>
                  <a:moveTo>
                    <a:pt x="967" y="10536"/>
                  </a:moveTo>
                  <a:cubicBezTo>
                    <a:pt x="1070" y="10536"/>
                    <a:pt x="1238" y="10639"/>
                    <a:pt x="1238" y="10794"/>
                  </a:cubicBezTo>
                  <a:cubicBezTo>
                    <a:pt x="1238" y="10961"/>
                    <a:pt x="1070" y="11064"/>
                    <a:pt x="967" y="11064"/>
                  </a:cubicBezTo>
                  <a:cubicBezTo>
                    <a:pt x="800" y="11064"/>
                    <a:pt x="645" y="10961"/>
                    <a:pt x="645" y="10794"/>
                  </a:cubicBezTo>
                  <a:cubicBezTo>
                    <a:pt x="645" y="10639"/>
                    <a:pt x="800" y="10536"/>
                    <a:pt x="967" y="10536"/>
                  </a:cubicBezTo>
                  <a:close/>
                  <a:moveTo>
                    <a:pt x="27504" y="10097"/>
                  </a:moveTo>
                  <a:cubicBezTo>
                    <a:pt x="27878" y="10097"/>
                    <a:pt x="28201" y="10420"/>
                    <a:pt x="28201" y="10794"/>
                  </a:cubicBezTo>
                  <a:cubicBezTo>
                    <a:pt x="28201" y="11180"/>
                    <a:pt x="27878" y="11503"/>
                    <a:pt x="27504" y="11503"/>
                  </a:cubicBezTo>
                  <a:cubicBezTo>
                    <a:pt x="27130" y="11503"/>
                    <a:pt x="26808" y="11180"/>
                    <a:pt x="26808" y="10794"/>
                  </a:cubicBezTo>
                  <a:cubicBezTo>
                    <a:pt x="26808" y="10420"/>
                    <a:pt x="27130" y="10097"/>
                    <a:pt x="27504" y="10097"/>
                  </a:cubicBezTo>
                  <a:close/>
                  <a:moveTo>
                    <a:pt x="916" y="1"/>
                  </a:moveTo>
                  <a:cubicBezTo>
                    <a:pt x="645" y="1"/>
                    <a:pt x="426" y="104"/>
                    <a:pt x="271" y="272"/>
                  </a:cubicBezTo>
                  <a:cubicBezTo>
                    <a:pt x="103" y="426"/>
                    <a:pt x="0" y="697"/>
                    <a:pt x="0" y="916"/>
                  </a:cubicBezTo>
                  <a:lnTo>
                    <a:pt x="0" y="13437"/>
                  </a:lnTo>
                  <a:cubicBezTo>
                    <a:pt x="323" y="13269"/>
                    <a:pt x="593" y="13115"/>
                    <a:pt x="916" y="12999"/>
                  </a:cubicBezTo>
                  <a:cubicBezTo>
                    <a:pt x="1341" y="12792"/>
                    <a:pt x="1767" y="12625"/>
                    <a:pt x="2205" y="12470"/>
                  </a:cubicBezTo>
                  <a:lnTo>
                    <a:pt x="2257" y="12470"/>
                  </a:lnTo>
                  <a:lnTo>
                    <a:pt x="2257" y="1716"/>
                  </a:lnTo>
                  <a:lnTo>
                    <a:pt x="26486" y="1716"/>
                  </a:lnTo>
                  <a:lnTo>
                    <a:pt x="26486" y="12470"/>
                  </a:lnTo>
                  <a:lnTo>
                    <a:pt x="26537" y="12470"/>
                  </a:lnTo>
                  <a:cubicBezTo>
                    <a:pt x="26963" y="12625"/>
                    <a:pt x="27401" y="12792"/>
                    <a:pt x="27827" y="12999"/>
                  </a:cubicBezTo>
                  <a:cubicBezTo>
                    <a:pt x="28097" y="13115"/>
                    <a:pt x="28420" y="13269"/>
                    <a:pt x="28742" y="13437"/>
                  </a:cubicBezTo>
                  <a:lnTo>
                    <a:pt x="28742" y="916"/>
                  </a:lnTo>
                  <a:cubicBezTo>
                    <a:pt x="28742" y="697"/>
                    <a:pt x="28639" y="426"/>
                    <a:pt x="28471" y="272"/>
                  </a:cubicBezTo>
                  <a:cubicBezTo>
                    <a:pt x="28317" y="104"/>
                    <a:pt x="28046" y="1"/>
                    <a:pt x="2782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2"/>
            <p:cNvSpPr/>
            <p:nvPr/>
          </p:nvSpPr>
          <p:spPr>
            <a:xfrm>
              <a:off x="3979875" y="4815700"/>
              <a:ext cx="78025" cy="143800"/>
            </a:xfrm>
            <a:custGeom>
              <a:avLst/>
              <a:gdLst/>
              <a:ahLst/>
              <a:cxnLst/>
              <a:rect l="l" t="t" r="r" b="b"/>
              <a:pathLst>
                <a:path w="3121" h="5752" extrusionOk="0">
                  <a:moveTo>
                    <a:pt x="748" y="0"/>
                  </a:moveTo>
                  <a:cubicBezTo>
                    <a:pt x="594" y="0"/>
                    <a:pt x="490" y="52"/>
                    <a:pt x="374" y="103"/>
                  </a:cubicBezTo>
                  <a:cubicBezTo>
                    <a:pt x="271" y="168"/>
                    <a:pt x="220" y="219"/>
                    <a:pt x="168" y="374"/>
                  </a:cubicBezTo>
                  <a:cubicBezTo>
                    <a:pt x="52" y="490"/>
                    <a:pt x="52" y="645"/>
                    <a:pt x="52" y="813"/>
                  </a:cubicBezTo>
                  <a:cubicBezTo>
                    <a:pt x="52" y="967"/>
                    <a:pt x="52" y="1070"/>
                    <a:pt x="104" y="1187"/>
                  </a:cubicBezTo>
                  <a:cubicBezTo>
                    <a:pt x="220" y="1135"/>
                    <a:pt x="323" y="1070"/>
                    <a:pt x="426" y="1019"/>
                  </a:cubicBezTo>
                  <a:cubicBezTo>
                    <a:pt x="594" y="967"/>
                    <a:pt x="864" y="967"/>
                    <a:pt x="1071" y="967"/>
                  </a:cubicBezTo>
                  <a:cubicBezTo>
                    <a:pt x="1612" y="967"/>
                    <a:pt x="2154" y="1070"/>
                    <a:pt x="2154" y="1070"/>
                  </a:cubicBezTo>
                  <a:cubicBezTo>
                    <a:pt x="2205" y="1070"/>
                    <a:pt x="2257" y="1135"/>
                    <a:pt x="2257" y="1135"/>
                  </a:cubicBezTo>
                  <a:lnTo>
                    <a:pt x="2257" y="1290"/>
                  </a:lnTo>
                  <a:lnTo>
                    <a:pt x="2205" y="1290"/>
                  </a:lnTo>
                  <a:lnTo>
                    <a:pt x="2205" y="1341"/>
                  </a:lnTo>
                  <a:cubicBezTo>
                    <a:pt x="2154" y="1341"/>
                    <a:pt x="2102" y="1393"/>
                    <a:pt x="2038" y="1509"/>
                  </a:cubicBezTo>
                  <a:cubicBezTo>
                    <a:pt x="1935" y="1612"/>
                    <a:pt x="1780" y="1831"/>
                    <a:pt x="1561" y="2038"/>
                  </a:cubicBezTo>
                  <a:cubicBezTo>
                    <a:pt x="1187" y="2476"/>
                    <a:pt x="697" y="3121"/>
                    <a:pt x="374" y="3765"/>
                  </a:cubicBezTo>
                  <a:cubicBezTo>
                    <a:pt x="104" y="4243"/>
                    <a:pt x="0" y="4681"/>
                    <a:pt x="0" y="5003"/>
                  </a:cubicBezTo>
                  <a:cubicBezTo>
                    <a:pt x="0" y="5210"/>
                    <a:pt x="52" y="5377"/>
                    <a:pt x="168" y="5480"/>
                  </a:cubicBezTo>
                  <a:cubicBezTo>
                    <a:pt x="271" y="5584"/>
                    <a:pt x="374" y="5700"/>
                    <a:pt x="594" y="5751"/>
                  </a:cubicBezTo>
                  <a:lnTo>
                    <a:pt x="968" y="5751"/>
                  </a:lnTo>
                  <a:cubicBezTo>
                    <a:pt x="1290" y="5751"/>
                    <a:pt x="1509" y="5648"/>
                    <a:pt x="1664" y="5532"/>
                  </a:cubicBezTo>
                  <a:cubicBezTo>
                    <a:pt x="1780" y="5480"/>
                    <a:pt x="1831" y="5429"/>
                    <a:pt x="1883" y="5377"/>
                  </a:cubicBezTo>
                  <a:cubicBezTo>
                    <a:pt x="1561" y="5003"/>
                    <a:pt x="1393" y="4513"/>
                    <a:pt x="1393" y="4036"/>
                  </a:cubicBezTo>
                  <a:cubicBezTo>
                    <a:pt x="1393" y="3598"/>
                    <a:pt x="1509" y="3121"/>
                    <a:pt x="1715" y="2747"/>
                  </a:cubicBezTo>
                  <a:cubicBezTo>
                    <a:pt x="1935" y="2308"/>
                    <a:pt x="2154" y="1934"/>
                    <a:pt x="2476" y="1664"/>
                  </a:cubicBezTo>
                  <a:cubicBezTo>
                    <a:pt x="3005" y="1070"/>
                    <a:pt x="3121" y="645"/>
                    <a:pt x="3121" y="426"/>
                  </a:cubicBezTo>
                  <a:lnTo>
                    <a:pt x="2953" y="426"/>
                  </a:lnTo>
                  <a:cubicBezTo>
                    <a:pt x="2850" y="490"/>
                    <a:pt x="2747" y="490"/>
                    <a:pt x="2579" y="490"/>
                  </a:cubicBezTo>
                  <a:cubicBezTo>
                    <a:pt x="2360" y="490"/>
                    <a:pt x="2154" y="490"/>
                    <a:pt x="1935" y="426"/>
                  </a:cubicBezTo>
                  <a:cubicBezTo>
                    <a:pt x="1715" y="374"/>
                    <a:pt x="1509" y="323"/>
                    <a:pt x="1341" y="219"/>
                  </a:cubicBezTo>
                  <a:cubicBezTo>
                    <a:pt x="1187" y="52"/>
                    <a:pt x="916" y="0"/>
                    <a:pt x="74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2"/>
            <p:cNvSpPr/>
            <p:nvPr/>
          </p:nvSpPr>
          <p:spPr>
            <a:xfrm>
              <a:off x="3565000" y="5007825"/>
              <a:ext cx="33550" cy="37750"/>
            </a:xfrm>
            <a:custGeom>
              <a:avLst/>
              <a:gdLst/>
              <a:ahLst/>
              <a:cxnLst/>
              <a:rect l="l" t="t" r="r" b="b"/>
              <a:pathLst>
                <a:path w="1342" h="1510" extrusionOk="0">
                  <a:moveTo>
                    <a:pt x="696" y="0"/>
                  </a:moveTo>
                  <a:cubicBezTo>
                    <a:pt x="529" y="0"/>
                    <a:pt x="426" y="52"/>
                    <a:pt x="322" y="104"/>
                  </a:cubicBezTo>
                  <a:cubicBezTo>
                    <a:pt x="206" y="155"/>
                    <a:pt x="103" y="220"/>
                    <a:pt x="52" y="271"/>
                  </a:cubicBezTo>
                  <a:cubicBezTo>
                    <a:pt x="0" y="323"/>
                    <a:pt x="0" y="374"/>
                    <a:pt x="0" y="374"/>
                  </a:cubicBezTo>
                  <a:lnTo>
                    <a:pt x="0" y="426"/>
                  </a:lnTo>
                  <a:cubicBezTo>
                    <a:pt x="0" y="748"/>
                    <a:pt x="155" y="967"/>
                    <a:pt x="322" y="1187"/>
                  </a:cubicBezTo>
                  <a:cubicBezTo>
                    <a:pt x="477" y="1341"/>
                    <a:pt x="645" y="1445"/>
                    <a:pt x="748" y="1445"/>
                  </a:cubicBezTo>
                  <a:lnTo>
                    <a:pt x="800" y="1509"/>
                  </a:lnTo>
                  <a:lnTo>
                    <a:pt x="851" y="1445"/>
                  </a:lnTo>
                  <a:cubicBezTo>
                    <a:pt x="903" y="1445"/>
                    <a:pt x="967" y="1393"/>
                    <a:pt x="1019" y="1341"/>
                  </a:cubicBezTo>
                  <a:cubicBezTo>
                    <a:pt x="1122" y="1290"/>
                    <a:pt x="1225" y="1187"/>
                    <a:pt x="1290" y="1019"/>
                  </a:cubicBezTo>
                  <a:cubicBezTo>
                    <a:pt x="1341" y="916"/>
                    <a:pt x="1341" y="864"/>
                    <a:pt x="1341" y="748"/>
                  </a:cubicBezTo>
                  <a:cubicBezTo>
                    <a:pt x="1341" y="594"/>
                    <a:pt x="1341" y="477"/>
                    <a:pt x="1225" y="323"/>
                  </a:cubicBezTo>
                  <a:cubicBezTo>
                    <a:pt x="1122" y="220"/>
                    <a:pt x="1019" y="155"/>
                    <a:pt x="967" y="104"/>
                  </a:cubicBezTo>
                  <a:cubicBezTo>
                    <a:pt x="851" y="52"/>
                    <a:pt x="748" y="0"/>
                    <a:pt x="696" y="0"/>
                  </a:cubicBezTo>
                  <a:close/>
                </a:path>
              </a:pathLst>
            </a:custGeom>
            <a:solidFill>
              <a:srgbClr val="FFE9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2"/>
            <p:cNvSpPr/>
            <p:nvPr/>
          </p:nvSpPr>
          <p:spPr>
            <a:xfrm>
              <a:off x="3950225" y="4783450"/>
              <a:ext cx="128950" cy="213750"/>
            </a:xfrm>
            <a:custGeom>
              <a:avLst/>
              <a:gdLst/>
              <a:ahLst/>
              <a:cxnLst/>
              <a:rect l="l" t="t" r="r" b="b"/>
              <a:pathLst>
                <a:path w="5158" h="8550" extrusionOk="0">
                  <a:moveTo>
                    <a:pt x="1934" y="1071"/>
                  </a:moveTo>
                  <a:cubicBezTo>
                    <a:pt x="2154" y="1071"/>
                    <a:pt x="2476" y="1135"/>
                    <a:pt x="2695" y="1290"/>
                  </a:cubicBezTo>
                  <a:cubicBezTo>
                    <a:pt x="2798" y="1342"/>
                    <a:pt x="2966" y="1458"/>
                    <a:pt x="3172" y="1458"/>
                  </a:cubicBezTo>
                  <a:cubicBezTo>
                    <a:pt x="3391" y="1509"/>
                    <a:pt x="3611" y="1509"/>
                    <a:pt x="3765" y="1509"/>
                  </a:cubicBezTo>
                  <a:lnTo>
                    <a:pt x="4139" y="1509"/>
                  </a:lnTo>
                  <a:cubicBezTo>
                    <a:pt x="4191" y="1509"/>
                    <a:pt x="4307" y="1458"/>
                    <a:pt x="4359" y="1458"/>
                  </a:cubicBezTo>
                  <a:lnTo>
                    <a:pt x="4462" y="1458"/>
                  </a:lnTo>
                  <a:lnTo>
                    <a:pt x="4513" y="1509"/>
                  </a:lnTo>
                  <a:lnTo>
                    <a:pt x="4513" y="1716"/>
                  </a:lnTo>
                  <a:cubicBezTo>
                    <a:pt x="4513" y="1987"/>
                    <a:pt x="4410" y="2528"/>
                    <a:pt x="3817" y="3121"/>
                  </a:cubicBezTo>
                  <a:cubicBezTo>
                    <a:pt x="3546" y="3392"/>
                    <a:pt x="3340" y="3714"/>
                    <a:pt x="3121" y="4140"/>
                  </a:cubicBezTo>
                  <a:cubicBezTo>
                    <a:pt x="2966" y="4514"/>
                    <a:pt x="2850" y="4939"/>
                    <a:pt x="2850" y="5326"/>
                  </a:cubicBezTo>
                  <a:cubicBezTo>
                    <a:pt x="2850" y="5803"/>
                    <a:pt x="2966" y="6229"/>
                    <a:pt x="3340" y="6551"/>
                  </a:cubicBezTo>
                  <a:cubicBezTo>
                    <a:pt x="3340" y="6616"/>
                    <a:pt x="3391" y="6667"/>
                    <a:pt x="3340" y="6719"/>
                  </a:cubicBezTo>
                  <a:cubicBezTo>
                    <a:pt x="3340" y="6719"/>
                    <a:pt x="3224" y="6874"/>
                    <a:pt x="3017" y="7041"/>
                  </a:cubicBezTo>
                  <a:cubicBezTo>
                    <a:pt x="2850" y="7144"/>
                    <a:pt x="2527" y="7312"/>
                    <a:pt x="2154" y="7312"/>
                  </a:cubicBezTo>
                  <a:cubicBezTo>
                    <a:pt x="1999" y="7312"/>
                    <a:pt x="1883" y="7312"/>
                    <a:pt x="1728" y="7260"/>
                  </a:cubicBezTo>
                  <a:cubicBezTo>
                    <a:pt x="1509" y="7196"/>
                    <a:pt x="1290" y="7093"/>
                    <a:pt x="1135" y="6938"/>
                  </a:cubicBezTo>
                  <a:cubicBezTo>
                    <a:pt x="1032" y="6770"/>
                    <a:pt x="916" y="6500"/>
                    <a:pt x="916" y="6293"/>
                  </a:cubicBezTo>
                  <a:cubicBezTo>
                    <a:pt x="916" y="5906"/>
                    <a:pt x="1083" y="5429"/>
                    <a:pt x="1354" y="4888"/>
                  </a:cubicBezTo>
                  <a:cubicBezTo>
                    <a:pt x="1883" y="3921"/>
                    <a:pt x="2747" y="2954"/>
                    <a:pt x="3069" y="2580"/>
                  </a:cubicBezTo>
                  <a:lnTo>
                    <a:pt x="3017" y="2528"/>
                  </a:lnTo>
                  <a:cubicBezTo>
                    <a:pt x="2798" y="2528"/>
                    <a:pt x="2527" y="2477"/>
                    <a:pt x="2257" y="2477"/>
                  </a:cubicBezTo>
                  <a:cubicBezTo>
                    <a:pt x="2102" y="2477"/>
                    <a:pt x="1934" y="2528"/>
                    <a:pt x="1780" y="2528"/>
                  </a:cubicBezTo>
                  <a:cubicBezTo>
                    <a:pt x="1676" y="2580"/>
                    <a:pt x="1560" y="2580"/>
                    <a:pt x="1457" y="2683"/>
                  </a:cubicBezTo>
                  <a:cubicBezTo>
                    <a:pt x="1406" y="2683"/>
                    <a:pt x="1406" y="2747"/>
                    <a:pt x="1354" y="2799"/>
                  </a:cubicBezTo>
                  <a:cubicBezTo>
                    <a:pt x="1354" y="2850"/>
                    <a:pt x="1290" y="2850"/>
                    <a:pt x="1238" y="2850"/>
                  </a:cubicBezTo>
                  <a:cubicBezTo>
                    <a:pt x="1186" y="2850"/>
                    <a:pt x="1135" y="2850"/>
                    <a:pt x="1135" y="2799"/>
                  </a:cubicBezTo>
                  <a:cubicBezTo>
                    <a:pt x="1135" y="2799"/>
                    <a:pt x="967" y="2477"/>
                    <a:pt x="967" y="2103"/>
                  </a:cubicBezTo>
                  <a:cubicBezTo>
                    <a:pt x="967" y="1935"/>
                    <a:pt x="1032" y="1716"/>
                    <a:pt x="1083" y="1561"/>
                  </a:cubicBezTo>
                  <a:cubicBezTo>
                    <a:pt x="1186" y="1393"/>
                    <a:pt x="1290" y="1239"/>
                    <a:pt x="1457" y="1187"/>
                  </a:cubicBezTo>
                  <a:cubicBezTo>
                    <a:pt x="1560" y="1071"/>
                    <a:pt x="1728" y="1071"/>
                    <a:pt x="1934" y="1071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8227"/>
                  </a:lnTo>
                  <a:cubicBezTo>
                    <a:pt x="0" y="8382"/>
                    <a:pt x="168" y="8550"/>
                    <a:pt x="323" y="8550"/>
                  </a:cubicBezTo>
                  <a:lnTo>
                    <a:pt x="4836" y="8550"/>
                  </a:lnTo>
                  <a:cubicBezTo>
                    <a:pt x="5003" y="8550"/>
                    <a:pt x="5158" y="8382"/>
                    <a:pt x="5158" y="8227"/>
                  </a:cubicBezTo>
                  <a:lnTo>
                    <a:pt x="5158" y="323"/>
                  </a:lnTo>
                  <a:cubicBezTo>
                    <a:pt x="5158" y="168"/>
                    <a:pt x="5003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2"/>
            <p:cNvSpPr/>
            <p:nvPr/>
          </p:nvSpPr>
          <p:spPr>
            <a:xfrm>
              <a:off x="3531150" y="4952700"/>
              <a:ext cx="4200" cy="5500"/>
            </a:xfrm>
            <a:custGeom>
              <a:avLst/>
              <a:gdLst/>
              <a:ahLst/>
              <a:cxnLst/>
              <a:rect l="l" t="t" r="r" b="b"/>
              <a:pathLst>
                <a:path w="168" h="220" extrusionOk="0">
                  <a:moveTo>
                    <a:pt x="116" y="0"/>
                  </a:moveTo>
                  <a:cubicBezTo>
                    <a:pt x="65" y="0"/>
                    <a:pt x="0" y="52"/>
                    <a:pt x="0" y="104"/>
                  </a:cubicBezTo>
                  <a:cubicBezTo>
                    <a:pt x="0" y="168"/>
                    <a:pt x="65" y="220"/>
                    <a:pt x="116" y="220"/>
                  </a:cubicBezTo>
                  <a:cubicBezTo>
                    <a:pt x="168" y="220"/>
                    <a:pt x="168" y="168"/>
                    <a:pt x="168" y="104"/>
                  </a:cubicBezTo>
                  <a:cubicBezTo>
                    <a:pt x="168" y="52"/>
                    <a:pt x="168" y="0"/>
                    <a:pt x="116" y="0"/>
                  </a:cubicBez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2"/>
            <p:cNvSpPr/>
            <p:nvPr/>
          </p:nvSpPr>
          <p:spPr>
            <a:xfrm>
              <a:off x="3565000" y="5017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2"/>
            <p:cNvSpPr/>
            <p:nvPr/>
          </p:nvSpPr>
          <p:spPr>
            <a:xfrm>
              <a:off x="4183925" y="4942050"/>
              <a:ext cx="27100" cy="26800"/>
            </a:xfrm>
            <a:custGeom>
              <a:avLst/>
              <a:gdLst/>
              <a:ahLst/>
              <a:cxnLst/>
              <a:rect l="l" t="t" r="r" b="b"/>
              <a:pathLst>
                <a:path w="1084" h="1072" extrusionOk="0">
                  <a:moveTo>
                    <a:pt x="542" y="1"/>
                  </a:moveTo>
                  <a:cubicBezTo>
                    <a:pt x="388" y="1"/>
                    <a:pt x="272" y="52"/>
                    <a:pt x="168" y="156"/>
                  </a:cubicBezTo>
                  <a:cubicBezTo>
                    <a:pt x="117" y="272"/>
                    <a:pt x="1" y="375"/>
                    <a:pt x="1" y="530"/>
                  </a:cubicBezTo>
                  <a:cubicBezTo>
                    <a:pt x="1" y="697"/>
                    <a:pt x="117" y="800"/>
                    <a:pt x="168" y="916"/>
                  </a:cubicBezTo>
                  <a:cubicBezTo>
                    <a:pt x="272" y="1020"/>
                    <a:pt x="388" y="1071"/>
                    <a:pt x="542" y="1071"/>
                  </a:cubicBezTo>
                  <a:cubicBezTo>
                    <a:pt x="710" y="1071"/>
                    <a:pt x="813" y="1020"/>
                    <a:pt x="916" y="916"/>
                  </a:cubicBezTo>
                  <a:cubicBezTo>
                    <a:pt x="1032" y="800"/>
                    <a:pt x="1084" y="697"/>
                    <a:pt x="1084" y="530"/>
                  </a:cubicBezTo>
                  <a:cubicBezTo>
                    <a:pt x="1084" y="375"/>
                    <a:pt x="1032" y="272"/>
                    <a:pt x="916" y="156"/>
                  </a:cubicBezTo>
                  <a:cubicBezTo>
                    <a:pt x="813" y="52"/>
                    <a:pt x="710" y="1"/>
                    <a:pt x="542" y="1"/>
                  </a:cubicBezTo>
                  <a:close/>
                </a:path>
              </a:pathLst>
            </a:custGeom>
            <a:solidFill>
              <a:srgbClr val="3343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2"/>
            <p:cNvSpPr/>
            <p:nvPr/>
          </p:nvSpPr>
          <p:spPr>
            <a:xfrm>
              <a:off x="3520500" y="5085825"/>
              <a:ext cx="697300" cy="139625"/>
            </a:xfrm>
            <a:custGeom>
              <a:avLst/>
              <a:gdLst/>
              <a:ahLst/>
              <a:cxnLst/>
              <a:rect l="l" t="t" r="r" b="b"/>
              <a:pathLst>
                <a:path w="27892" h="5585" extrusionOk="0">
                  <a:moveTo>
                    <a:pt x="1832" y="1"/>
                  </a:moveTo>
                  <a:cubicBezTo>
                    <a:pt x="1664" y="104"/>
                    <a:pt x="1458" y="207"/>
                    <a:pt x="1290" y="375"/>
                  </a:cubicBezTo>
                  <a:cubicBezTo>
                    <a:pt x="1071" y="478"/>
                    <a:pt x="916" y="646"/>
                    <a:pt x="749" y="749"/>
                  </a:cubicBezTo>
                  <a:cubicBezTo>
                    <a:pt x="749" y="800"/>
                    <a:pt x="697" y="852"/>
                    <a:pt x="697" y="903"/>
                  </a:cubicBezTo>
                  <a:cubicBezTo>
                    <a:pt x="645" y="903"/>
                    <a:pt x="645" y="903"/>
                    <a:pt x="645" y="968"/>
                  </a:cubicBezTo>
                  <a:lnTo>
                    <a:pt x="645" y="1342"/>
                  </a:lnTo>
                  <a:cubicBezTo>
                    <a:pt x="594" y="1548"/>
                    <a:pt x="594" y="1767"/>
                    <a:pt x="594" y="2038"/>
                  </a:cubicBezTo>
                  <a:cubicBezTo>
                    <a:pt x="542" y="2954"/>
                    <a:pt x="426" y="3869"/>
                    <a:pt x="168" y="4772"/>
                  </a:cubicBezTo>
                  <a:cubicBezTo>
                    <a:pt x="104" y="4991"/>
                    <a:pt x="52" y="5210"/>
                    <a:pt x="1" y="5417"/>
                  </a:cubicBezTo>
                  <a:cubicBezTo>
                    <a:pt x="104" y="5533"/>
                    <a:pt x="323" y="5584"/>
                    <a:pt x="491" y="5584"/>
                  </a:cubicBezTo>
                  <a:lnTo>
                    <a:pt x="27402" y="5584"/>
                  </a:lnTo>
                  <a:cubicBezTo>
                    <a:pt x="27569" y="5584"/>
                    <a:pt x="27724" y="5533"/>
                    <a:pt x="27892" y="5417"/>
                  </a:cubicBezTo>
                  <a:cubicBezTo>
                    <a:pt x="27827" y="5210"/>
                    <a:pt x="27776" y="4991"/>
                    <a:pt x="27724" y="4772"/>
                  </a:cubicBezTo>
                  <a:cubicBezTo>
                    <a:pt x="27453" y="3869"/>
                    <a:pt x="27350" y="2954"/>
                    <a:pt x="27299" y="2038"/>
                  </a:cubicBezTo>
                  <a:cubicBezTo>
                    <a:pt x="27299" y="1767"/>
                    <a:pt x="27247" y="1548"/>
                    <a:pt x="27247" y="1342"/>
                  </a:cubicBezTo>
                  <a:lnTo>
                    <a:pt x="27247" y="968"/>
                  </a:lnTo>
                  <a:cubicBezTo>
                    <a:pt x="27247" y="903"/>
                    <a:pt x="27247" y="903"/>
                    <a:pt x="27182" y="903"/>
                  </a:cubicBezTo>
                  <a:cubicBezTo>
                    <a:pt x="27182" y="852"/>
                    <a:pt x="27131" y="800"/>
                    <a:pt x="27131" y="749"/>
                  </a:cubicBezTo>
                  <a:cubicBezTo>
                    <a:pt x="26976" y="646"/>
                    <a:pt x="26757" y="478"/>
                    <a:pt x="26602" y="375"/>
                  </a:cubicBezTo>
                  <a:cubicBezTo>
                    <a:pt x="26435" y="207"/>
                    <a:pt x="26215" y="104"/>
                    <a:pt x="26061" y="1"/>
                  </a:cubicBezTo>
                  <a:lnTo>
                    <a:pt x="26061" y="3753"/>
                  </a:lnTo>
                  <a:lnTo>
                    <a:pt x="26061" y="3869"/>
                  </a:lnTo>
                  <a:lnTo>
                    <a:pt x="1832" y="3869"/>
                  </a:lnTo>
                  <a:lnTo>
                    <a:pt x="183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2"/>
            <p:cNvSpPr/>
            <p:nvPr/>
          </p:nvSpPr>
          <p:spPr>
            <a:xfrm>
              <a:off x="3270675" y="4889525"/>
              <a:ext cx="339800" cy="572200"/>
            </a:xfrm>
            <a:custGeom>
              <a:avLst/>
              <a:gdLst/>
              <a:ahLst/>
              <a:cxnLst/>
              <a:rect l="l" t="t" r="r" b="b"/>
              <a:pathLst>
                <a:path w="13592" h="22888" extrusionOk="0">
                  <a:moveTo>
                    <a:pt x="12469" y="4513"/>
                  </a:moveTo>
                  <a:cubicBezTo>
                    <a:pt x="12573" y="4513"/>
                    <a:pt x="12676" y="4513"/>
                    <a:pt x="12843" y="4629"/>
                  </a:cubicBezTo>
                  <a:cubicBezTo>
                    <a:pt x="12947" y="4681"/>
                    <a:pt x="13063" y="4784"/>
                    <a:pt x="13166" y="4887"/>
                  </a:cubicBezTo>
                  <a:cubicBezTo>
                    <a:pt x="13320" y="5106"/>
                    <a:pt x="13385" y="5274"/>
                    <a:pt x="13385" y="5480"/>
                  </a:cubicBezTo>
                  <a:cubicBezTo>
                    <a:pt x="13385" y="5699"/>
                    <a:pt x="13320" y="5854"/>
                    <a:pt x="13217" y="6022"/>
                  </a:cubicBezTo>
                  <a:cubicBezTo>
                    <a:pt x="13114" y="6177"/>
                    <a:pt x="12947" y="6293"/>
                    <a:pt x="12843" y="6344"/>
                  </a:cubicBezTo>
                  <a:cubicBezTo>
                    <a:pt x="12792" y="6396"/>
                    <a:pt x="12740" y="6447"/>
                    <a:pt x="12624" y="6447"/>
                  </a:cubicBezTo>
                  <a:lnTo>
                    <a:pt x="12521" y="6447"/>
                  </a:lnTo>
                  <a:cubicBezTo>
                    <a:pt x="12469" y="6447"/>
                    <a:pt x="12469" y="6447"/>
                    <a:pt x="12418" y="6396"/>
                  </a:cubicBezTo>
                  <a:cubicBezTo>
                    <a:pt x="12353" y="6396"/>
                    <a:pt x="12250" y="6344"/>
                    <a:pt x="12147" y="6293"/>
                  </a:cubicBezTo>
                  <a:cubicBezTo>
                    <a:pt x="11979" y="6177"/>
                    <a:pt x="11825" y="6022"/>
                    <a:pt x="11657" y="5751"/>
                  </a:cubicBezTo>
                  <a:cubicBezTo>
                    <a:pt x="11605" y="5596"/>
                    <a:pt x="11502" y="5377"/>
                    <a:pt x="11554" y="5158"/>
                  </a:cubicBezTo>
                  <a:lnTo>
                    <a:pt x="11554" y="5055"/>
                  </a:lnTo>
                  <a:lnTo>
                    <a:pt x="11554" y="4952"/>
                  </a:lnTo>
                  <a:cubicBezTo>
                    <a:pt x="11605" y="4952"/>
                    <a:pt x="11605" y="4887"/>
                    <a:pt x="11605" y="4887"/>
                  </a:cubicBezTo>
                  <a:cubicBezTo>
                    <a:pt x="11657" y="4836"/>
                    <a:pt x="11773" y="4732"/>
                    <a:pt x="11825" y="4681"/>
                  </a:cubicBezTo>
                  <a:cubicBezTo>
                    <a:pt x="11979" y="4565"/>
                    <a:pt x="12199" y="4513"/>
                    <a:pt x="12469" y="4513"/>
                  </a:cubicBezTo>
                  <a:close/>
                  <a:moveTo>
                    <a:pt x="8838" y="6550"/>
                  </a:moveTo>
                  <a:cubicBezTo>
                    <a:pt x="8902" y="6550"/>
                    <a:pt x="8990" y="6706"/>
                    <a:pt x="9078" y="6937"/>
                  </a:cubicBezTo>
                  <a:cubicBezTo>
                    <a:pt x="9246" y="7208"/>
                    <a:pt x="9297" y="7363"/>
                    <a:pt x="9246" y="7363"/>
                  </a:cubicBezTo>
                  <a:cubicBezTo>
                    <a:pt x="9246" y="7370"/>
                    <a:pt x="9244" y="7373"/>
                    <a:pt x="9240" y="7373"/>
                  </a:cubicBezTo>
                  <a:cubicBezTo>
                    <a:pt x="9215" y="7373"/>
                    <a:pt x="9110" y="7225"/>
                    <a:pt x="8975" y="6989"/>
                  </a:cubicBezTo>
                  <a:cubicBezTo>
                    <a:pt x="8872" y="6718"/>
                    <a:pt x="8807" y="6563"/>
                    <a:pt x="8807" y="6563"/>
                  </a:cubicBezTo>
                  <a:cubicBezTo>
                    <a:pt x="8817" y="6554"/>
                    <a:pt x="8827" y="6550"/>
                    <a:pt x="8838" y="6550"/>
                  </a:cubicBezTo>
                  <a:close/>
                  <a:moveTo>
                    <a:pt x="9349" y="0"/>
                  </a:moveTo>
                  <a:cubicBezTo>
                    <a:pt x="9027" y="116"/>
                    <a:pt x="8756" y="219"/>
                    <a:pt x="8485" y="322"/>
                  </a:cubicBezTo>
                  <a:lnTo>
                    <a:pt x="8382" y="374"/>
                  </a:lnTo>
                  <a:cubicBezTo>
                    <a:pt x="8382" y="374"/>
                    <a:pt x="8330" y="374"/>
                    <a:pt x="8330" y="438"/>
                  </a:cubicBezTo>
                  <a:cubicBezTo>
                    <a:pt x="8279" y="490"/>
                    <a:pt x="8227" y="542"/>
                    <a:pt x="8163" y="593"/>
                  </a:cubicBezTo>
                  <a:cubicBezTo>
                    <a:pt x="8008" y="696"/>
                    <a:pt x="7905" y="812"/>
                    <a:pt x="7789" y="916"/>
                  </a:cubicBezTo>
                  <a:cubicBezTo>
                    <a:pt x="7363" y="1457"/>
                    <a:pt x="6938" y="1986"/>
                    <a:pt x="6499" y="2476"/>
                  </a:cubicBezTo>
                  <a:cubicBezTo>
                    <a:pt x="6125" y="3017"/>
                    <a:pt x="5751" y="3598"/>
                    <a:pt x="5377" y="4139"/>
                  </a:cubicBezTo>
                  <a:cubicBezTo>
                    <a:pt x="5003" y="4732"/>
                    <a:pt x="4681" y="5326"/>
                    <a:pt x="4410" y="5919"/>
                  </a:cubicBezTo>
                  <a:cubicBezTo>
                    <a:pt x="4140" y="6499"/>
                    <a:pt x="4036" y="7208"/>
                    <a:pt x="3920" y="7853"/>
                  </a:cubicBezTo>
                  <a:cubicBezTo>
                    <a:pt x="3869" y="8498"/>
                    <a:pt x="3817" y="9194"/>
                    <a:pt x="3817" y="9839"/>
                  </a:cubicBezTo>
                  <a:cubicBezTo>
                    <a:pt x="3766" y="10535"/>
                    <a:pt x="3766" y="11180"/>
                    <a:pt x="3817" y="11876"/>
                  </a:cubicBezTo>
                  <a:cubicBezTo>
                    <a:pt x="3817" y="12521"/>
                    <a:pt x="3869" y="13217"/>
                    <a:pt x="3920" y="13862"/>
                  </a:cubicBezTo>
                  <a:lnTo>
                    <a:pt x="3920" y="13913"/>
                  </a:lnTo>
                  <a:lnTo>
                    <a:pt x="0" y="22888"/>
                  </a:lnTo>
                  <a:lnTo>
                    <a:pt x="6989" y="22888"/>
                  </a:lnTo>
                  <a:lnTo>
                    <a:pt x="8923" y="15151"/>
                  </a:lnTo>
                  <a:lnTo>
                    <a:pt x="8923" y="15100"/>
                  </a:lnTo>
                  <a:cubicBezTo>
                    <a:pt x="9401" y="14300"/>
                    <a:pt x="9723" y="13436"/>
                    <a:pt x="9942" y="12572"/>
                  </a:cubicBezTo>
                  <a:cubicBezTo>
                    <a:pt x="10161" y="11657"/>
                    <a:pt x="10264" y="10754"/>
                    <a:pt x="10316" y="9839"/>
                  </a:cubicBezTo>
                  <a:cubicBezTo>
                    <a:pt x="10316" y="9619"/>
                    <a:pt x="10368" y="9400"/>
                    <a:pt x="10368" y="9194"/>
                  </a:cubicBezTo>
                  <a:lnTo>
                    <a:pt x="10368" y="8820"/>
                  </a:lnTo>
                  <a:lnTo>
                    <a:pt x="10368" y="8755"/>
                  </a:lnTo>
                  <a:lnTo>
                    <a:pt x="10368" y="8704"/>
                  </a:lnTo>
                  <a:lnTo>
                    <a:pt x="10368" y="8652"/>
                  </a:lnTo>
                  <a:cubicBezTo>
                    <a:pt x="10419" y="8652"/>
                    <a:pt x="10419" y="8601"/>
                    <a:pt x="10419" y="8601"/>
                  </a:cubicBezTo>
                  <a:cubicBezTo>
                    <a:pt x="10484" y="8549"/>
                    <a:pt x="10535" y="8498"/>
                    <a:pt x="10587" y="8433"/>
                  </a:cubicBezTo>
                  <a:cubicBezTo>
                    <a:pt x="10742" y="8278"/>
                    <a:pt x="10909" y="8111"/>
                    <a:pt x="11128" y="8008"/>
                  </a:cubicBezTo>
                  <a:cubicBezTo>
                    <a:pt x="11335" y="7853"/>
                    <a:pt x="11502" y="7737"/>
                    <a:pt x="11709" y="7582"/>
                  </a:cubicBezTo>
                  <a:cubicBezTo>
                    <a:pt x="12095" y="7363"/>
                    <a:pt x="12469" y="7092"/>
                    <a:pt x="12792" y="6770"/>
                  </a:cubicBezTo>
                  <a:cubicBezTo>
                    <a:pt x="12947" y="6615"/>
                    <a:pt x="13063" y="6447"/>
                    <a:pt x="13217" y="6241"/>
                  </a:cubicBezTo>
                  <a:cubicBezTo>
                    <a:pt x="13320" y="6073"/>
                    <a:pt x="13437" y="5854"/>
                    <a:pt x="13488" y="5699"/>
                  </a:cubicBezTo>
                  <a:cubicBezTo>
                    <a:pt x="13540" y="5596"/>
                    <a:pt x="13591" y="5480"/>
                    <a:pt x="13540" y="5429"/>
                  </a:cubicBezTo>
                  <a:lnTo>
                    <a:pt x="13540" y="5326"/>
                  </a:lnTo>
                  <a:lnTo>
                    <a:pt x="13540" y="5274"/>
                  </a:lnTo>
                  <a:cubicBezTo>
                    <a:pt x="13488" y="5209"/>
                    <a:pt x="13488" y="5158"/>
                    <a:pt x="13488" y="5158"/>
                  </a:cubicBezTo>
                  <a:cubicBezTo>
                    <a:pt x="13385" y="4952"/>
                    <a:pt x="13217" y="4784"/>
                    <a:pt x="13063" y="4681"/>
                  </a:cubicBezTo>
                  <a:cubicBezTo>
                    <a:pt x="12879" y="4527"/>
                    <a:pt x="12658" y="4460"/>
                    <a:pt x="12423" y="4460"/>
                  </a:cubicBezTo>
                  <a:cubicBezTo>
                    <a:pt x="12245" y="4460"/>
                    <a:pt x="12059" y="4498"/>
                    <a:pt x="11876" y="4565"/>
                  </a:cubicBezTo>
                  <a:cubicBezTo>
                    <a:pt x="11451" y="4732"/>
                    <a:pt x="11012" y="4887"/>
                    <a:pt x="10587" y="5055"/>
                  </a:cubicBezTo>
                  <a:cubicBezTo>
                    <a:pt x="10161" y="5274"/>
                    <a:pt x="9774" y="5480"/>
                    <a:pt x="9349" y="5648"/>
                  </a:cubicBezTo>
                  <a:cubicBezTo>
                    <a:pt x="8923" y="5854"/>
                    <a:pt x="8549" y="6073"/>
                    <a:pt x="8111" y="6344"/>
                  </a:cubicBezTo>
                  <a:cubicBezTo>
                    <a:pt x="7956" y="6447"/>
                    <a:pt x="7737" y="6563"/>
                    <a:pt x="7582" y="6667"/>
                  </a:cubicBezTo>
                  <a:lnTo>
                    <a:pt x="7415" y="6770"/>
                  </a:lnTo>
                  <a:cubicBezTo>
                    <a:pt x="7363" y="6821"/>
                    <a:pt x="7363" y="6821"/>
                    <a:pt x="7312" y="6886"/>
                  </a:cubicBezTo>
                  <a:cubicBezTo>
                    <a:pt x="7260" y="6937"/>
                    <a:pt x="7196" y="6937"/>
                    <a:pt x="7196" y="6989"/>
                  </a:cubicBezTo>
                  <a:lnTo>
                    <a:pt x="7144" y="7041"/>
                  </a:lnTo>
                  <a:lnTo>
                    <a:pt x="7092" y="7092"/>
                  </a:lnTo>
                  <a:cubicBezTo>
                    <a:pt x="6938" y="7311"/>
                    <a:pt x="6873" y="7466"/>
                    <a:pt x="6770" y="7685"/>
                  </a:cubicBezTo>
                  <a:cubicBezTo>
                    <a:pt x="6667" y="7904"/>
                    <a:pt x="6615" y="8111"/>
                    <a:pt x="6499" y="8330"/>
                  </a:cubicBezTo>
                  <a:cubicBezTo>
                    <a:pt x="6345" y="8755"/>
                    <a:pt x="6228" y="9194"/>
                    <a:pt x="6022" y="9619"/>
                  </a:cubicBezTo>
                  <a:lnTo>
                    <a:pt x="5971" y="9619"/>
                  </a:lnTo>
                  <a:cubicBezTo>
                    <a:pt x="6022" y="9142"/>
                    <a:pt x="6125" y="8704"/>
                    <a:pt x="6293" y="8278"/>
                  </a:cubicBezTo>
                  <a:cubicBezTo>
                    <a:pt x="6345" y="8008"/>
                    <a:pt x="6448" y="7788"/>
                    <a:pt x="6551" y="7582"/>
                  </a:cubicBezTo>
                  <a:cubicBezTo>
                    <a:pt x="6615" y="7363"/>
                    <a:pt x="6718" y="7144"/>
                    <a:pt x="6873" y="6989"/>
                  </a:cubicBezTo>
                  <a:cubicBezTo>
                    <a:pt x="6873" y="6937"/>
                    <a:pt x="6938" y="6937"/>
                    <a:pt x="6938" y="6886"/>
                  </a:cubicBezTo>
                  <a:lnTo>
                    <a:pt x="6989" y="6821"/>
                  </a:lnTo>
                  <a:cubicBezTo>
                    <a:pt x="7041" y="6770"/>
                    <a:pt x="7092" y="6718"/>
                    <a:pt x="7144" y="6718"/>
                  </a:cubicBezTo>
                  <a:cubicBezTo>
                    <a:pt x="7196" y="6667"/>
                    <a:pt x="7196" y="6615"/>
                    <a:pt x="7260" y="6563"/>
                  </a:cubicBezTo>
                  <a:lnTo>
                    <a:pt x="7415" y="6447"/>
                  </a:lnTo>
                  <a:cubicBezTo>
                    <a:pt x="7634" y="6344"/>
                    <a:pt x="7789" y="6241"/>
                    <a:pt x="8008" y="6073"/>
                  </a:cubicBezTo>
                  <a:lnTo>
                    <a:pt x="8975" y="5596"/>
                  </a:lnTo>
                  <a:lnTo>
                    <a:pt x="8975" y="5532"/>
                  </a:lnTo>
                  <a:lnTo>
                    <a:pt x="9349" y="5003"/>
                  </a:lnTo>
                  <a:lnTo>
                    <a:pt x="9349" y="0"/>
                  </a:lnTo>
                  <a:close/>
                </a:path>
              </a:pathLst>
            </a:custGeom>
            <a:solidFill>
              <a:srgbClr val="F6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2"/>
            <p:cNvSpPr/>
            <p:nvPr/>
          </p:nvSpPr>
          <p:spPr>
            <a:xfrm>
              <a:off x="4127525" y="4889525"/>
              <a:ext cx="340100" cy="572200"/>
            </a:xfrm>
            <a:custGeom>
              <a:avLst/>
              <a:gdLst/>
              <a:ahLst/>
              <a:cxnLst/>
              <a:rect l="l" t="t" r="r" b="b"/>
              <a:pathLst>
                <a:path w="13604" h="22888" extrusionOk="0">
                  <a:moveTo>
                    <a:pt x="1135" y="4513"/>
                  </a:moveTo>
                  <a:cubicBezTo>
                    <a:pt x="1290" y="4513"/>
                    <a:pt x="1457" y="4565"/>
                    <a:pt x="1560" y="4629"/>
                  </a:cubicBezTo>
                  <a:cubicBezTo>
                    <a:pt x="1728" y="4681"/>
                    <a:pt x="1831" y="4732"/>
                    <a:pt x="1883" y="4784"/>
                  </a:cubicBezTo>
                  <a:cubicBezTo>
                    <a:pt x="1934" y="4836"/>
                    <a:pt x="1999" y="4887"/>
                    <a:pt x="2050" y="4952"/>
                  </a:cubicBezTo>
                  <a:lnTo>
                    <a:pt x="2050" y="5055"/>
                  </a:lnTo>
                  <a:lnTo>
                    <a:pt x="2050" y="5158"/>
                  </a:lnTo>
                  <a:cubicBezTo>
                    <a:pt x="2050" y="5532"/>
                    <a:pt x="1883" y="5854"/>
                    <a:pt x="1676" y="6073"/>
                  </a:cubicBezTo>
                  <a:cubicBezTo>
                    <a:pt x="1509" y="6293"/>
                    <a:pt x="1238" y="6396"/>
                    <a:pt x="1135" y="6447"/>
                  </a:cubicBezTo>
                  <a:lnTo>
                    <a:pt x="916" y="6447"/>
                  </a:lnTo>
                  <a:cubicBezTo>
                    <a:pt x="864" y="6447"/>
                    <a:pt x="864" y="6447"/>
                    <a:pt x="813" y="6396"/>
                  </a:cubicBezTo>
                  <a:cubicBezTo>
                    <a:pt x="813" y="6396"/>
                    <a:pt x="709" y="6344"/>
                    <a:pt x="645" y="6293"/>
                  </a:cubicBezTo>
                  <a:cubicBezTo>
                    <a:pt x="542" y="6177"/>
                    <a:pt x="387" y="6073"/>
                    <a:pt x="323" y="5854"/>
                  </a:cubicBezTo>
                  <a:cubicBezTo>
                    <a:pt x="271" y="5751"/>
                    <a:pt x="219" y="5596"/>
                    <a:pt x="219" y="5480"/>
                  </a:cubicBezTo>
                  <a:cubicBezTo>
                    <a:pt x="219" y="5274"/>
                    <a:pt x="271" y="5106"/>
                    <a:pt x="387" y="4887"/>
                  </a:cubicBezTo>
                  <a:cubicBezTo>
                    <a:pt x="490" y="4784"/>
                    <a:pt x="645" y="4681"/>
                    <a:pt x="761" y="4629"/>
                  </a:cubicBezTo>
                  <a:cubicBezTo>
                    <a:pt x="864" y="4513"/>
                    <a:pt x="1032" y="4513"/>
                    <a:pt x="1135" y="4513"/>
                  </a:cubicBezTo>
                  <a:close/>
                  <a:moveTo>
                    <a:pt x="4759" y="6550"/>
                  </a:moveTo>
                  <a:cubicBezTo>
                    <a:pt x="4768" y="6550"/>
                    <a:pt x="4777" y="6554"/>
                    <a:pt x="4784" y="6563"/>
                  </a:cubicBezTo>
                  <a:cubicBezTo>
                    <a:pt x="4784" y="6563"/>
                    <a:pt x="4732" y="6718"/>
                    <a:pt x="4629" y="6989"/>
                  </a:cubicBezTo>
                  <a:cubicBezTo>
                    <a:pt x="4483" y="7225"/>
                    <a:pt x="4386" y="7373"/>
                    <a:pt x="4364" y="7373"/>
                  </a:cubicBezTo>
                  <a:cubicBezTo>
                    <a:pt x="4360" y="7373"/>
                    <a:pt x="4359" y="7370"/>
                    <a:pt x="4359" y="7363"/>
                  </a:cubicBezTo>
                  <a:cubicBezTo>
                    <a:pt x="4307" y="7363"/>
                    <a:pt x="4359" y="7208"/>
                    <a:pt x="4513" y="6937"/>
                  </a:cubicBezTo>
                  <a:cubicBezTo>
                    <a:pt x="4613" y="6706"/>
                    <a:pt x="4702" y="6550"/>
                    <a:pt x="4759" y="6550"/>
                  </a:cubicBezTo>
                  <a:close/>
                  <a:moveTo>
                    <a:pt x="4255" y="0"/>
                  </a:moveTo>
                  <a:lnTo>
                    <a:pt x="4255" y="5003"/>
                  </a:lnTo>
                  <a:lnTo>
                    <a:pt x="4629" y="5532"/>
                  </a:lnTo>
                  <a:lnTo>
                    <a:pt x="4629" y="5596"/>
                  </a:lnTo>
                  <a:lnTo>
                    <a:pt x="5596" y="6073"/>
                  </a:lnTo>
                  <a:cubicBezTo>
                    <a:pt x="5803" y="6241"/>
                    <a:pt x="5970" y="6344"/>
                    <a:pt x="6190" y="6447"/>
                  </a:cubicBezTo>
                  <a:lnTo>
                    <a:pt x="6344" y="6563"/>
                  </a:lnTo>
                  <a:cubicBezTo>
                    <a:pt x="6344" y="6615"/>
                    <a:pt x="6396" y="6667"/>
                    <a:pt x="6447" y="6718"/>
                  </a:cubicBezTo>
                  <a:cubicBezTo>
                    <a:pt x="6512" y="6718"/>
                    <a:pt x="6564" y="6770"/>
                    <a:pt x="6615" y="6821"/>
                  </a:cubicBezTo>
                  <a:lnTo>
                    <a:pt x="6667" y="6886"/>
                  </a:lnTo>
                  <a:cubicBezTo>
                    <a:pt x="6667" y="6937"/>
                    <a:pt x="6718" y="6937"/>
                    <a:pt x="6718" y="6989"/>
                  </a:cubicBezTo>
                  <a:cubicBezTo>
                    <a:pt x="6886" y="7144"/>
                    <a:pt x="6989" y="7363"/>
                    <a:pt x="7041" y="7582"/>
                  </a:cubicBezTo>
                  <a:cubicBezTo>
                    <a:pt x="7157" y="7788"/>
                    <a:pt x="7260" y="8008"/>
                    <a:pt x="7311" y="8278"/>
                  </a:cubicBezTo>
                  <a:cubicBezTo>
                    <a:pt x="7479" y="8704"/>
                    <a:pt x="7582" y="9142"/>
                    <a:pt x="7582" y="9619"/>
                  </a:cubicBezTo>
                  <a:cubicBezTo>
                    <a:pt x="7363" y="9194"/>
                    <a:pt x="7208" y="8755"/>
                    <a:pt x="7092" y="8330"/>
                  </a:cubicBezTo>
                  <a:cubicBezTo>
                    <a:pt x="6989" y="8111"/>
                    <a:pt x="6937" y="7904"/>
                    <a:pt x="6834" y="7685"/>
                  </a:cubicBezTo>
                  <a:cubicBezTo>
                    <a:pt x="6718" y="7466"/>
                    <a:pt x="6615" y="7311"/>
                    <a:pt x="6512" y="7092"/>
                  </a:cubicBezTo>
                  <a:lnTo>
                    <a:pt x="6447" y="7041"/>
                  </a:lnTo>
                  <a:lnTo>
                    <a:pt x="6396" y="6989"/>
                  </a:lnTo>
                  <a:cubicBezTo>
                    <a:pt x="6396" y="6937"/>
                    <a:pt x="6344" y="6937"/>
                    <a:pt x="6293" y="6886"/>
                  </a:cubicBezTo>
                  <a:cubicBezTo>
                    <a:pt x="6241" y="6821"/>
                    <a:pt x="6190" y="6821"/>
                    <a:pt x="6190" y="6770"/>
                  </a:cubicBezTo>
                  <a:lnTo>
                    <a:pt x="6022" y="6667"/>
                  </a:lnTo>
                  <a:cubicBezTo>
                    <a:pt x="5867" y="6563"/>
                    <a:pt x="5648" y="6447"/>
                    <a:pt x="5429" y="6344"/>
                  </a:cubicBezTo>
                  <a:cubicBezTo>
                    <a:pt x="5055" y="6073"/>
                    <a:pt x="4681" y="5854"/>
                    <a:pt x="4255" y="5648"/>
                  </a:cubicBezTo>
                  <a:cubicBezTo>
                    <a:pt x="3817" y="5480"/>
                    <a:pt x="3443" y="5274"/>
                    <a:pt x="3018" y="5055"/>
                  </a:cubicBezTo>
                  <a:cubicBezTo>
                    <a:pt x="2579" y="4887"/>
                    <a:pt x="2154" y="4732"/>
                    <a:pt x="1728" y="4565"/>
                  </a:cubicBezTo>
                  <a:cubicBezTo>
                    <a:pt x="1539" y="4498"/>
                    <a:pt x="1353" y="4460"/>
                    <a:pt x="1176" y="4460"/>
                  </a:cubicBezTo>
                  <a:cubicBezTo>
                    <a:pt x="942" y="4460"/>
                    <a:pt x="725" y="4527"/>
                    <a:pt x="542" y="4681"/>
                  </a:cubicBezTo>
                  <a:cubicBezTo>
                    <a:pt x="387" y="4784"/>
                    <a:pt x="219" y="4952"/>
                    <a:pt x="116" y="5158"/>
                  </a:cubicBezTo>
                  <a:cubicBezTo>
                    <a:pt x="116" y="5158"/>
                    <a:pt x="65" y="5209"/>
                    <a:pt x="65" y="5274"/>
                  </a:cubicBezTo>
                  <a:lnTo>
                    <a:pt x="65" y="5326"/>
                  </a:lnTo>
                  <a:cubicBezTo>
                    <a:pt x="65" y="5377"/>
                    <a:pt x="0" y="5377"/>
                    <a:pt x="0" y="5429"/>
                  </a:cubicBezTo>
                  <a:cubicBezTo>
                    <a:pt x="0" y="5480"/>
                    <a:pt x="65" y="5596"/>
                    <a:pt x="65" y="5699"/>
                  </a:cubicBezTo>
                  <a:cubicBezTo>
                    <a:pt x="168" y="5854"/>
                    <a:pt x="271" y="6073"/>
                    <a:pt x="387" y="6241"/>
                  </a:cubicBezTo>
                  <a:cubicBezTo>
                    <a:pt x="542" y="6447"/>
                    <a:pt x="645" y="6615"/>
                    <a:pt x="813" y="6770"/>
                  </a:cubicBezTo>
                  <a:cubicBezTo>
                    <a:pt x="1135" y="7092"/>
                    <a:pt x="1509" y="7363"/>
                    <a:pt x="1883" y="7582"/>
                  </a:cubicBezTo>
                  <a:cubicBezTo>
                    <a:pt x="2102" y="7737"/>
                    <a:pt x="2257" y="7853"/>
                    <a:pt x="2476" y="8008"/>
                  </a:cubicBezTo>
                  <a:cubicBezTo>
                    <a:pt x="2644" y="8111"/>
                    <a:pt x="2850" y="8278"/>
                    <a:pt x="3018" y="8433"/>
                  </a:cubicBezTo>
                  <a:cubicBezTo>
                    <a:pt x="3069" y="8498"/>
                    <a:pt x="3121" y="8549"/>
                    <a:pt x="3172" y="8601"/>
                  </a:cubicBezTo>
                  <a:lnTo>
                    <a:pt x="3172" y="8652"/>
                  </a:lnTo>
                  <a:lnTo>
                    <a:pt x="3172" y="8704"/>
                  </a:lnTo>
                  <a:cubicBezTo>
                    <a:pt x="3224" y="8704"/>
                    <a:pt x="3224" y="8755"/>
                    <a:pt x="3224" y="8755"/>
                  </a:cubicBezTo>
                  <a:lnTo>
                    <a:pt x="3224" y="8820"/>
                  </a:lnTo>
                  <a:lnTo>
                    <a:pt x="3224" y="9194"/>
                  </a:lnTo>
                  <a:cubicBezTo>
                    <a:pt x="3224" y="9400"/>
                    <a:pt x="3288" y="9619"/>
                    <a:pt x="3288" y="9839"/>
                  </a:cubicBezTo>
                  <a:cubicBezTo>
                    <a:pt x="3340" y="10754"/>
                    <a:pt x="3443" y="11657"/>
                    <a:pt x="3662" y="12572"/>
                  </a:cubicBezTo>
                  <a:cubicBezTo>
                    <a:pt x="3869" y="13436"/>
                    <a:pt x="4191" y="14300"/>
                    <a:pt x="4681" y="15100"/>
                  </a:cubicBezTo>
                  <a:lnTo>
                    <a:pt x="4681" y="15151"/>
                  </a:lnTo>
                  <a:lnTo>
                    <a:pt x="6615" y="22888"/>
                  </a:lnTo>
                  <a:lnTo>
                    <a:pt x="13604" y="22888"/>
                  </a:lnTo>
                  <a:lnTo>
                    <a:pt x="9671" y="13913"/>
                  </a:lnTo>
                  <a:lnTo>
                    <a:pt x="9671" y="13862"/>
                  </a:lnTo>
                  <a:cubicBezTo>
                    <a:pt x="9736" y="13217"/>
                    <a:pt x="9787" y="12521"/>
                    <a:pt x="9787" y="11876"/>
                  </a:cubicBezTo>
                  <a:cubicBezTo>
                    <a:pt x="9839" y="11180"/>
                    <a:pt x="9839" y="10535"/>
                    <a:pt x="9787" y="9839"/>
                  </a:cubicBezTo>
                  <a:cubicBezTo>
                    <a:pt x="9787" y="9194"/>
                    <a:pt x="9736" y="8498"/>
                    <a:pt x="9671" y="7853"/>
                  </a:cubicBezTo>
                  <a:cubicBezTo>
                    <a:pt x="9568" y="7208"/>
                    <a:pt x="9413" y="6499"/>
                    <a:pt x="9194" y="5919"/>
                  </a:cubicBezTo>
                  <a:cubicBezTo>
                    <a:pt x="8923" y="5326"/>
                    <a:pt x="8601" y="4732"/>
                    <a:pt x="8227" y="4139"/>
                  </a:cubicBezTo>
                  <a:cubicBezTo>
                    <a:pt x="7853" y="3598"/>
                    <a:pt x="7479" y="3017"/>
                    <a:pt x="7092" y="2476"/>
                  </a:cubicBezTo>
                  <a:cubicBezTo>
                    <a:pt x="6667" y="1986"/>
                    <a:pt x="6241" y="1457"/>
                    <a:pt x="5803" y="916"/>
                  </a:cubicBezTo>
                  <a:cubicBezTo>
                    <a:pt x="5700" y="812"/>
                    <a:pt x="5596" y="696"/>
                    <a:pt x="5429" y="593"/>
                  </a:cubicBezTo>
                  <a:cubicBezTo>
                    <a:pt x="5377" y="542"/>
                    <a:pt x="5326" y="490"/>
                    <a:pt x="5274" y="438"/>
                  </a:cubicBezTo>
                  <a:cubicBezTo>
                    <a:pt x="5274" y="374"/>
                    <a:pt x="5222" y="374"/>
                    <a:pt x="5222" y="374"/>
                  </a:cubicBezTo>
                  <a:lnTo>
                    <a:pt x="5055" y="322"/>
                  </a:lnTo>
                  <a:cubicBezTo>
                    <a:pt x="4836" y="219"/>
                    <a:pt x="4513" y="116"/>
                    <a:pt x="4255" y="0"/>
                  </a:cubicBezTo>
                  <a:close/>
                </a:path>
              </a:pathLst>
            </a:custGeom>
            <a:solidFill>
              <a:srgbClr val="F6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2"/>
            <p:cNvSpPr/>
            <p:nvPr/>
          </p:nvSpPr>
          <p:spPr>
            <a:xfrm>
              <a:off x="3743575" y="5038775"/>
              <a:ext cx="251150" cy="89950"/>
            </a:xfrm>
            <a:custGeom>
              <a:avLst/>
              <a:gdLst/>
              <a:ahLst/>
              <a:cxnLst/>
              <a:rect l="l" t="t" r="r" b="b"/>
              <a:pathLst>
                <a:path w="10046" h="3598" extrusionOk="0">
                  <a:moveTo>
                    <a:pt x="1" y="0"/>
                  </a:moveTo>
                  <a:lnTo>
                    <a:pt x="1" y="3598"/>
                  </a:lnTo>
                  <a:lnTo>
                    <a:pt x="10046" y="3598"/>
                  </a:lnTo>
                  <a:lnTo>
                    <a:pt x="10046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2"/>
            <p:cNvSpPr/>
            <p:nvPr/>
          </p:nvSpPr>
          <p:spPr>
            <a:xfrm>
              <a:off x="3688450" y="4815700"/>
              <a:ext cx="78050" cy="143800"/>
            </a:xfrm>
            <a:custGeom>
              <a:avLst/>
              <a:gdLst/>
              <a:ahLst/>
              <a:cxnLst/>
              <a:rect l="l" t="t" r="r" b="b"/>
              <a:pathLst>
                <a:path w="3122" h="5752" extrusionOk="0">
                  <a:moveTo>
                    <a:pt x="749" y="0"/>
                  </a:moveTo>
                  <a:cubicBezTo>
                    <a:pt x="594" y="0"/>
                    <a:pt x="478" y="52"/>
                    <a:pt x="375" y="103"/>
                  </a:cubicBezTo>
                  <a:cubicBezTo>
                    <a:pt x="272" y="168"/>
                    <a:pt x="220" y="219"/>
                    <a:pt x="155" y="374"/>
                  </a:cubicBezTo>
                  <a:cubicBezTo>
                    <a:pt x="52" y="490"/>
                    <a:pt x="52" y="645"/>
                    <a:pt x="52" y="813"/>
                  </a:cubicBezTo>
                  <a:cubicBezTo>
                    <a:pt x="52" y="967"/>
                    <a:pt x="52" y="1070"/>
                    <a:pt x="104" y="1187"/>
                  </a:cubicBezTo>
                  <a:cubicBezTo>
                    <a:pt x="220" y="1135"/>
                    <a:pt x="323" y="1070"/>
                    <a:pt x="426" y="1019"/>
                  </a:cubicBezTo>
                  <a:cubicBezTo>
                    <a:pt x="594" y="967"/>
                    <a:pt x="865" y="967"/>
                    <a:pt x="1071" y="967"/>
                  </a:cubicBezTo>
                  <a:cubicBezTo>
                    <a:pt x="1613" y="967"/>
                    <a:pt x="2154" y="1070"/>
                    <a:pt x="2154" y="1070"/>
                  </a:cubicBezTo>
                  <a:cubicBezTo>
                    <a:pt x="2206" y="1070"/>
                    <a:pt x="2257" y="1135"/>
                    <a:pt x="2257" y="1135"/>
                  </a:cubicBezTo>
                  <a:lnTo>
                    <a:pt x="2257" y="1290"/>
                  </a:lnTo>
                  <a:lnTo>
                    <a:pt x="2206" y="1290"/>
                  </a:lnTo>
                  <a:lnTo>
                    <a:pt x="2206" y="1341"/>
                  </a:lnTo>
                  <a:cubicBezTo>
                    <a:pt x="2154" y="1341"/>
                    <a:pt x="2090" y="1393"/>
                    <a:pt x="2038" y="1509"/>
                  </a:cubicBezTo>
                  <a:cubicBezTo>
                    <a:pt x="1935" y="1612"/>
                    <a:pt x="1767" y="1831"/>
                    <a:pt x="1561" y="2038"/>
                  </a:cubicBezTo>
                  <a:cubicBezTo>
                    <a:pt x="1187" y="2476"/>
                    <a:pt x="697" y="3121"/>
                    <a:pt x="375" y="3765"/>
                  </a:cubicBezTo>
                  <a:cubicBezTo>
                    <a:pt x="104" y="4243"/>
                    <a:pt x="1" y="4681"/>
                    <a:pt x="1" y="5003"/>
                  </a:cubicBezTo>
                  <a:cubicBezTo>
                    <a:pt x="1" y="5210"/>
                    <a:pt x="52" y="5377"/>
                    <a:pt x="155" y="5480"/>
                  </a:cubicBezTo>
                  <a:cubicBezTo>
                    <a:pt x="272" y="5584"/>
                    <a:pt x="375" y="5700"/>
                    <a:pt x="594" y="5751"/>
                  </a:cubicBezTo>
                  <a:lnTo>
                    <a:pt x="968" y="5751"/>
                  </a:lnTo>
                  <a:cubicBezTo>
                    <a:pt x="1290" y="5751"/>
                    <a:pt x="1509" y="5648"/>
                    <a:pt x="1664" y="5532"/>
                  </a:cubicBezTo>
                  <a:cubicBezTo>
                    <a:pt x="1767" y="5480"/>
                    <a:pt x="1832" y="5429"/>
                    <a:pt x="1883" y="5377"/>
                  </a:cubicBezTo>
                  <a:cubicBezTo>
                    <a:pt x="1561" y="5003"/>
                    <a:pt x="1393" y="4513"/>
                    <a:pt x="1393" y="4036"/>
                  </a:cubicBezTo>
                  <a:cubicBezTo>
                    <a:pt x="1393" y="3598"/>
                    <a:pt x="1509" y="3121"/>
                    <a:pt x="1716" y="2747"/>
                  </a:cubicBezTo>
                  <a:cubicBezTo>
                    <a:pt x="1935" y="2308"/>
                    <a:pt x="2154" y="1934"/>
                    <a:pt x="2477" y="1664"/>
                  </a:cubicBezTo>
                  <a:cubicBezTo>
                    <a:pt x="3005" y="1070"/>
                    <a:pt x="3121" y="645"/>
                    <a:pt x="3121" y="426"/>
                  </a:cubicBezTo>
                  <a:lnTo>
                    <a:pt x="2954" y="426"/>
                  </a:lnTo>
                  <a:cubicBezTo>
                    <a:pt x="2850" y="490"/>
                    <a:pt x="2734" y="490"/>
                    <a:pt x="2580" y="490"/>
                  </a:cubicBezTo>
                  <a:cubicBezTo>
                    <a:pt x="2360" y="490"/>
                    <a:pt x="2154" y="490"/>
                    <a:pt x="1935" y="426"/>
                  </a:cubicBezTo>
                  <a:cubicBezTo>
                    <a:pt x="1716" y="374"/>
                    <a:pt x="1509" y="323"/>
                    <a:pt x="1342" y="219"/>
                  </a:cubicBezTo>
                  <a:cubicBezTo>
                    <a:pt x="1187" y="52"/>
                    <a:pt x="916" y="0"/>
                    <a:pt x="74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2"/>
            <p:cNvSpPr/>
            <p:nvPr/>
          </p:nvSpPr>
          <p:spPr>
            <a:xfrm>
              <a:off x="3658800" y="4783450"/>
              <a:ext cx="128975" cy="213750"/>
            </a:xfrm>
            <a:custGeom>
              <a:avLst/>
              <a:gdLst/>
              <a:ahLst/>
              <a:cxnLst/>
              <a:rect l="l" t="t" r="r" b="b"/>
              <a:pathLst>
                <a:path w="5159" h="8550" extrusionOk="0">
                  <a:moveTo>
                    <a:pt x="1935" y="1071"/>
                  </a:moveTo>
                  <a:cubicBezTo>
                    <a:pt x="2154" y="1071"/>
                    <a:pt x="2476" y="1135"/>
                    <a:pt x="2695" y="1290"/>
                  </a:cubicBezTo>
                  <a:cubicBezTo>
                    <a:pt x="2799" y="1342"/>
                    <a:pt x="2953" y="1458"/>
                    <a:pt x="3173" y="1458"/>
                  </a:cubicBezTo>
                  <a:cubicBezTo>
                    <a:pt x="3392" y="1509"/>
                    <a:pt x="3546" y="1509"/>
                    <a:pt x="3766" y="1509"/>
                  </a:cubicBezTo>
                  <a:lnTo>
                    <a:pt x="4140" y="1509"/>
                  </a:lnTo>
                  <a:cubicBezTo>
                    <a:pt x="4191" y="1509"/>
                    <a:pt x="4307" y="1458"/>
                    <a:pt x="4359" y="1458"/>
                  </a:cubicBezTo>
                  <a:lnTo>
                    <a:pt x="4462" y="1458"/>
                  </a:lnTo>
                  <a:lnTo>
                    <a:pt x="4514" y="1509"/>
                  </a:lnTo>
                  <a:lnTo>
                    <a:pt x="4514" y="1716"/>
                  </a:lnTo>
                  <a:cubicBezTo>
                    <a:pt x="4514" y="1987"/>
                    <a:pt x="4410" y="2528"/>
                    <a:pt x="3817" y="3121"/>
                  </a:cubicBezTo>
                  <a:cubicBezTo>
                    <a:pt x="3546" y="3392"/>
                    <a:pt x="3340" y="3714"/>
                    <a:pt x="3121" y="4140"/>
                  </a:cubicBezTo>
                  <a:cubicBezTo>
                    <a:pt x="2953" y="4514"/>
                    <a:pt x="2850" y="4939"/>
                    <a:pt x="2850" y="5326"/>
                  </a:cubicBezTo>
                  <a:cubicBezTo>
                    <a:pt x="2850" y="5803"/>
                    <a:pt x="2953" y="6229"/>
                    <a:pt x="3340" y="6551"/>
                  </a:cubicBezTo>
                  <a:lnTo>
                    <a:pt x="3340" y="6719"/>
                  </a:lnTo>
                  <a:cubicBezTo>
                    <a:pt x="3340" y="6719"/>
                    <a:pt x="3224" y="6874"/>
                    <a:pt x="3018" y="7041"/>
                  </a:cubicBezTo>
                  <a:cubicBezTo>
                    <a:pt x="2850" y="7144"/>
                    <a:pt x="2528" y="7312"/>
                    <a:pt x="2154" y="7312"/>
                  </a:cubicBezTo>
                  <a:cubicBezTo>
                    <a:pt x="1986" y="7312"/>
                    <a:pt x="1883" y="7312"/>
                    <a:pt x="1728" y="7260"/>
                  </a:cubicBezTo>
                  <a:cubicBezTo>
                    <a:pt x="1509" y="7196"/>
                    <a:pt x="1290" y="7093"/>
                    <a:pt x="1135" y="6938"/>
                  </a:cubicBezTo>
                  <a:cubicBezTo>
                    <a:pt x="1019" y="6770"/>
                    <a:pt x="916" y="6500"/>
                    <a:pt x="916" y="6293"/>
                  </a:cubicBezTo>
                  <a:cubicBezTo>
                    <a:pt x="916" y="5906"/>
                    <a:pt x="1084" y="5429"/>
                    <a:pt x="1341" y="4888"/>
                  </a:cubicBezTo>
                  <a:cubicBezTo>
                    <a:pt x="1883" y="3921"/>
                    <a:pt x="2747" y="2954"/>
                    <a:pt x="3069" y="2580"/>
                  </a:cubicBezTo>
                  <a:cubicBezTo>
                    <a:pt x="3069" y="2580"/>
                    <a:pt x="3018" y="2528"/>
                    <a:pt x="2953" y="2528"/>
                  </a:cubicBezTo>
                  <a:cubicBezTo>
                    <a:pt x="2799" y="2528"/>
                    <a:pt x="2528" y="2477"/>
                    <a:pt x="2257" y="2477"/>
                  </a:cubicBezTo>
                  <a:cubicBezTo>
                    <a:pt x="2102" y="2477"/>
                    <a:pt x="1935" y="2528"/>
                    <a:pt x="1780" y="2528"/>
                  </a:cubicBezTo>
                  <a:cubicBezTo>
                    <a:pt x="1664" y="2580"/>
                    <a:pt x="1561" y="2580"/>
                    <a:pt x="1458" y="2683"/>
                  </a:cubicBezTo>
                  <a:cubicBezTo>
                    <a:pt x="1406" y="2683"/>
                    <a:pt x="1406" y="2747"/>
                    <a:pt x="1341" y="2799"/>
                  </a:cubicBezTo>
                  <a:cubicBezTo>
                    <a:pt x="1341" y="2850"/>
                    <a:pt x="1290" y="2850"/>
                    <a:pt x="1238" y="2850"/>
                  </a:cubicBezTo>
                  <a:cubicBezTo>
                    <a:pt x="1187" y="2850"/>
                    <a:pt x="1135" y="2850"/>
                    <a:pt x="1135" y="2799"/>
                  </a:cubicBezTo>
                  <a:cubicBezTo>
                    <a:pt x="1135" y="2799"/>
                    <a:pt x="968" y="2477"/>
                    <a:pt x="968" y="2103"/>
                  </a:cubicBezTo>
                  <a:cubicBezTo>
                    <a:pt x="968" y="1935"/>
                    <a:pt x="1019" y="1716"/>
                    <a:pt x="1084" y="1561"/>
                  </a:cubicBezTo>
                  <a:cubicBezTo>
                    <a:pt x="1187" y="1393"/>
                    <a:pt x="1290" y="1239"/>
                    <a:pt x="1458" y="1187"/>
                  </a:cubicBezTo>
                  <a:cubicBezTo>
                    <a:pt x="1561" y="1071"/>
                    <a:pt x="1728" y="1071"/>
                    <a:pt x="1935" y="1071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8227"/>
                  </a:lnTo>
                  <a:cubicBezTo>
                    <a:pt x="0" y="8382"/>
                    <a:pt x="168" y="8550"/>
                    <a:pt x="323" y="8550"/>
                  </a:cubicBezTo>
                  <a:lnTo>
                    <a:pt x="4836" y="8550"/>
                  </a:lnTo>
                  <a:cubicBezTo>
                    <a:pt x="5004" y="8550"/>
                    <a:pt x="5158" y="8382"/>
                    <a:pt x="5158" y="8227"/>
                  </a:cubicBezTo>
                  <a:lnTo>
                    <a:pt x="5158" y="323"/>
                  </a:lnTo>
                  <a:cubicBezTo>
                    <a:pt x="5158" y="168"/>
                    <a:pt x="5004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2"/>
            <p:cNvSpPr/>
            <p:nvPr/>
          </p:nvSpPr>
          <p:spPr>
            <a:xfrm>
              <a:off x="4180050" y="4937875"/>
              <a:ext cx="34850" cy="35150"/>
            </a:xfrm>
            <a:custGeom>
              <a:avLst/>
              <a:gdLst/>
              <a:ahLst/>
              <a:cxnLst/>
              <a:rect l="l" t="t" r="r" b="b"/>
              <a:pathLst>
                <a:path w="1394" h="1406" extrusionOk="0">
                  <a:moveTo>
                    <a:pt x="697" y="168"/>
                  </a:moveTo>
                  <a:cubicBezTo>
                    <a:pt x="865" y="168"/>
                    <a:pt x="968" y="219"/>
                    <a:pt x="1071" y="323"/>
                  </a:cubicBezTo>
                  <a:cubicBezTo>
                    <a:pt x="1187" y="439"/>
                    <a:pt x="1239" y="542"/>
                    <a:pt x="1239" y="697"/>
                  </a:cubicBezTo>
                  <a:cubicBezTo>
                    <a:pt x="1239" y="864"/>
                    <a:pt x="1187" y="967"/>
                    <a:pt x="1071" y="1083"/>
                  </a:cubicBezTo>
                  <a:cubicBezTo>
                    <a:pt x="968" y="1187"/>
                    <a:pt x="865" y="1238"/>
                    <a:pt x="697" y="1238"/>
                  </a:cubicBezTo>
                  <a:cubicBezTo>
                    <a:pt x="543" y="1238"/>
                    <a:pt x="427" y="1187"/>
                    <a:pt x="323" y="1083"/>
                  </a:cubicBezTo>
                  <a:cubicBezTo>
                    <a:pt x="272" y="967"/>
                    <a:pt x="156" y="864"/>
                    <a:pt x="156" y="697"/>
                  </a:cubicBezTo>
                  <a:cubicBezTo>
                    <a:pt x="156" y="542"/>
                    <a:pt x="272" y="439"/>
                    <a:pt x="323" y="323"/>
                  </a:cubicBezTo>
                  <a:cubicBezTo>
                    <a:pt x="427" y="219"/>
                    <a:pt x="543" y="168"/>
                    <a:pt x="697" y="168"/>
                  </a:cubicBezTo>
                  <a:close/>
                  <a:moveTo>
                    <a:pt x="697" y="0"/>
                  </a:moveTo>
                  <a:cubicBezTo>
                    <a:pt x="323" y="0"/>
                    <a:pt x="1" y="323"/>
                    <a:pt x="1" y="697"/>
                  </a:cubicBezTo>
                  <a:cubicBezTo>
                    <a:pt x="1" y="1083"/>
                    <a:pt x="323" y="1406"/>
                    <a:pt x="697" y="1406"/>
                  </a:cubicBezTo>
                  <a:cubicBezTo>
                    <a:pt x="1071" y="1406"/>
                    <a:pt x="1394" y="1083"/>
                    <a:pt x="1394" y="697"/>
                  </a:cubicBezTo>
                  <a:cubicBezTo>
                    <a:pt x="1394" y="323"/>
                    <a:pt x="1071" y="0"/>
                    <a:pt x="69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2"/>
            <p:cNvSpPr/>
            <p:nvPr/>
          </p:nvSpPr>
          <p:spPr>
            <a:xfrm>
              <a:off x="3525975" y="4948825"/>
              <a:ext cx="14875" cy="13250"/>
            </a:xfrm>
            <a:custGeom>
              <a:avLst/>
              <a:gdLst/>
              <a:ahLst/>
              <a:cxnLst/>
              <a:rect l="l" t="t" r="r" b="b"/>
              <a:pathLst>
                <a:path w="595" h="530" extrusionOk="0">
                  <a:moveTo>
                    <a:pt x="323" y="155"/>
                  </a:moveTo>
                  <a:cubicBezTo>
                    <a:pt x="375" y="155"/>
                    <a:pt x="375" y="207"/>
                    <a:pt x="375" y="259"/>
                  </a:cubicBezTo>
                  <a:cubicBezTo>
                    <a:pt x="375" y="323"/>
                    <a:pt x="375" y="375"/>
                    <a:pt x="323" y="375"/>
                  </a:cubicBezTo>
                  <a:cubicBezTo>
                    <a:pt x="272" y="375"/>
                    <a:pt x="207" y="323"/>
                    <a:pt x="207" y="259"/>
                  </a:cubicBezTo>
                  <a:cubicBezTo>
                    <a:pt x="207" y="207"/>
                    <a:pt x="272" y="155"/>
                    <a:pt x="323" y="155"/>
                  </a:cubicBezTo>
                  <a:close/>
                  <a:moveTo>
                    <a:pt x="323" y="1"/>
                  </a:moveTo>
                  <a:cubicBezTo>
                    <a:pt x="156" y="1"/>
                    <a:pt x="1" y="104"/>
                    <a:pt x="1" y="259"/>
                  </a:cubicBezTo>
                  <a:cubicBezTo>
                    <a:pt x="1" y="426"/>
                    <a:pt x="156" y="529"/>
                    <a:pt x="323" y="529"/>
                  </a:cubicBezTo>
                  <a:cubicBezTo>
                    <a:pt x="426" y="529"/>
                    <a:pt x="594" y="426"/>
                    <a:pt x="594" y="259"/>
                  </a:cubicBezTo>
                  <a:cubicBezTo>
                    <a:pt x="594" y="104"/>
                    <a:pt x="426" y="1"/>
                    <a:pt x="32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2"/>
            <p:cNvSpPr/>
            <p:nvPr/>
          </p:nvSpPr>
          <p:spPr>
            <a:xfrm>
              <a:off x="3736800" y="5033300"/>
              <a:ext cx="264700" cy="102200"/>
            </a:xfrm>
            <a:custGeom>
              <a:avLst/>
              <a:gdLst/>
              <a:ahLst/>
              <a:cxnLst/>
              <a:rect l="l" t="t" r="r" b="b"/>
              <a:pathLst>
                <a:path w="10588" h="4088" extrusionOk="0">
                  <a:moveTo>
                    <a:pt x="10317" y="219"/>
                  </a:moveTo>
                  <a:lnTo>
                    <a:pt x="10317" y="3817"/>
                  </a:lnTo>
                  <a:lnTo>
                    <a:pt x="272" y="3817"/>
                  </a:lnTo>
                  <a:lnTo>
                    <a:pt x="272" y="219"/>
                  </a:lnTo>
                  <a:close/>
                  <a:moveTo>
                    <a:pt x="1" y="0"/>
                  </a:moveTo>
                  <a:lnTo>
                    <a:pt x="1" y="4088"/>
                  </a:lnTo>
                  <a:lnTo>
                    <a:pt x="10587" y="4088"/>
                  </a:lnTo>
                  <a:lnTo>
                    <a:pt x="10587" y="392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2"/>
            <p:cNvSpPr/>
            <p:nvPr/>
          </p:nvSpPr>
          <p:spPr>
            <a:xfrm>
              <a:off x="3653650" y="4777975"/>
              <a:ext cx="139600" cy="224400"/>
            </a:xfrm>
            <a:custGeom>
              <a:avLst/>
              <a:gdLst/>
              <a:ahLst/>
              <a:cxnLst/>
              <a:rect l="l" t="t" r="r" b="b"/>
              <a:pathLst>
                <a:path w="5584" h="8976" extrusionOk="0">
                  <a:moveTo>
                    <a:pt x="5042" y="220"/>
                  </a:moveTo>
                  <a:cubicBezTo>
                    <a:pt x="5210" y="220"/>
                    <a:pt x="5364" y="387"/>
                    <a:pt x="5364" y="542"/>
                  </a:cubicBezTo>
                  <a:lnTo>
                    <a:pt x="5364" y="8446"/>
                  </a:lnTo>
                  <a:cubicBezTo>
                    <a:pt x="5364" y="8601"/>
                    <a:pt x="5210" y="8769"/>
                    <a:pt x="5042" y="8769"/>
                  </a:cubicBezTo>
                  <a:lnTo>
                    <a:pt x="529" y="8769"/>
                  </a:lnTo>
                  <a:cubicBezTo>
                    <a:pt x="374" y="8769"/>
                    <a:pt x="206" y="8601"/>
                    <a:pt x="206" y="8446"/>
                  </a:cubicBezTo>
                  <a:lnTo>
                    <a:pt x="206" y="542"/>
                  </a:lnTo>
                  <a:cubicBezTo>
                    <a:pt x="206" y="387"/>
                    <a:pt x="374" y="220"/>
                    <a:pt x="529" y="220"/>
                  </a:cubicBezTo>
                  <a:close/>
                  <a:moveTo>
                    <a:pt x="529" y="1"/>
                  </a:moveTo>
                  <a:cubicBezTo>
                    <a:pt x="206" y="1"/>
                    <a:pt x="0" y="220"/>
                    <a:pt x="0" y="542"/>
                  </a:cubicBezTo>
                  <a:lnTo>
                    <a:pt x="0" y="8446"/>
                  </a:lnTo>
                  <a:cubicBezTo>
                    <a:pt x="0" y="8769"/>
                    <a:pt x="206" y="8975"/>
                    <a:pt x="529" y="8975"/>
                  </a:cubicBezTo>
                  <a:lnTo>
                    <a:pt x="5042" y="8975"/>
                  </a:lnTo>
                  <a:cubicBezTo>
                    <a:pt x="5364" y="8975"/>
                    <a:pt x="5583" y="8769"/>
                    <a:pt x="5583" y="8446"/>
                  </a:cubicBezTo>
                  <a:lnTo>
                    <a:pt x="5583" y="542"/>
                  </a:lnTo>
                  <a:cubicBezTo>
                    <a:pt x="5583" y="220"/>
                    <a:pt x="5364" y="1"/>
                    <a:pt x="504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2"/>
            <p:cNvSpPr/>
            <p:nvPr/>
          </p:nvSpPr>
          <p:spPr>
            <a:xfrm>
              <a:off x="3681675" y="4810200"/>
              <a:ext cx="89975" cy="156050"/>
            </a:xfrm>
            <a:custGeom>
              <a:avLst/>
              <a:gdLst/>
              <a:ahLst/>
              <a:cxnLst/>
              <a:rect l="l" t="t" r="r" b="b"/>
              <a:pathLst>
                <a:path w="3599" h="6242" extrusionOk="0">
                  <a:moveTo>
                    <a:pt x="1020" y="220"/>
                  </a:moveTo>
                  <a:cubicBezTo>
                    <a:pt x="1187" y="220"/>
                    <a:pt x="1458" y="272"/>
                    <a:pt x="1613" y="439"/>
                  </a:cubicBezTo>
                  <a:cubicBezTo>
                    <a:pt x="1780" y="543"/>
                    <a:pt x="1987" y="594"/>
                    <a:pt x="2206" y="646"/>
                  </a:cubicBezTo>
                  <a:cubicBezTo>
                    <a:pt x="2425" y="710"/>
                    <a:pt x="2631" y="710"/>
                    <a:pt x="2851" y="710"/>
                  </a:cubicBezTo>
                  <a:cubicBezTo>
                    <a:pt x="3005" y="710"/>
                    <a:pt x="3121" y="710"/>
                    <a:pt x="3225" y="646"/>
                  </a:cubicBezTo>
                  <a:lnTo>
                    <a:pt x="3392" y="646"/>
                  </a:lnTo>
                  <a:cubicBezTo>
                    <a:pt x="3392" y="865"/>
                    <a:pt x="3276" y="1290"/>
                    <a:pt x="2748" y="1884"/>
                  </a:cubicBezTo>
                  <a:cubicBezTo>
                    <a:pt x="2425" y="2154"/>
                    <a:pt x="2206" y="2528"/>
                    <a:pt x="1987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832" y="5223"/>
                    <a:pt x="2154" y="5597"/>
                  </a:cubicBezTo>
                  <a:cubicBezTo>
                    <a:pt x="2103" y="5649"/>
                    <a:pt x="2038" y="5700"/>
                    <a:pt x="1935" y="5752"/>
                  </a:cubicBezTo>
                  <a:cubicBezTo>
                    <a:pt x="1780" y="5868"/>
                    <a:pt x="1561" y="5971"/>
                    <a:pt x="1239" y="5971"/>
                  </a:cubicBezTo>
                  <a:lnTo>
                    <a:pt x="865" y="5971"/>
                  </a:lnTo>
                  <a:cubicBezTo>
                    <a:pt x="646" y="5920"/>
                    <a:pt x="543" y="5804"/>
                    <a:pt x="426" y="5700"/>
                  </a:cubicBezTo>
                  <a:cubicBezTo>
                    <a:pt x="323" y="5597"/>
                    <a:pt x="272" y="5430"/>
                    <a:pt x="272" y="5223"/>
                  </a:cubicBezTo>
                  <a:cubicBezTo>
                    <a:pt x="272" y="4901"/>
                    <a:pt x="375" y="4463"/>
                    <a:pt x="646" y="3985"/>
                  </a:cubicBezTo>
                  <a:cubicBezTo>
                    <a:pt x="968" y="3341"/>
                    <a:pt x="1458" y="2696"/>
                    <a:pt x="1832" y="2258"/>
                  </a:cubicBezTo>
                  <a:cubicBezTo>
                    <a:pt x="2038" y="2051"/>
                    <a:pt x="2206" y="1832"/>
                    <a:pt x="2309" y="1729"/>
                  </a:cubicBezTo>
                  <a:cubicBezTo>
                    <a:pt x="2361" y="1613"/>
                    <a:pt x="2425" y="1561"/>
                    <a:pt x="2477" y="1561"/>
                  </a:cubicBezTo>
                  <a:lnTo>
                    <a:pt x="2477" y="1510"/>
                  </a:lnTo>
                  <a:lnTo>
                    <a:pt x="2528" y="1510"/>
                  </a:lnTo>
                  <a:lnTo>
                    <a:pt x="2528" y="1355"/>
                  </a:lnTo>
                  <a:cubicBezTo>
                    <a:pt x="2528" y="1355"/>
                    <a:pt x="2477" y="1290"/>
                    <a:pt x="2425" y="1290"/>
                  </a:cubicBezTo>
                  <a:cubicBezTo>
                    <a:pt x="2425" y="1290"/>
                    <a:pt x="1884" y="1187"/>
                    <a:pt x="1342" y="1187"/>
                  </a:cubicBezTo>
                  <a:cubicBezTo>
                    <a:pt x="1136" y="1187"/>
                    <a:pt x="865" y="1187"/>
                    <a:pt x="697" y="1239"/>
                  </a:cubicBezTo>
                  <a:cubicBezTo>
                    <a:pt x="594" y="1290"/>
                    <a:pt x="491" y="1355"/>
                    <a:pt x="375" y="1407"/>
                  </a:cubicBezTo>
                  <a:cubicBezTo>
                    <a:pt x="323" y="1290"/>
                    <a:pt x="323" y="1187"/>
                    <a:pt x="323" y="1033"/>
                  </a:cubicBezTo>
                  <a:cubicBezTo>
                    <a:pt x="323" y="865"/>
                    <a:pt x="323" y="710"/>
                    <a:pt x="426" y="594"/>
                  </a:cubicBezTo>
                  <a:cubicBezTo>
                    <a:pt x="491" y="439"/>
                    <a:pt x="543" y="388"/>
                    <a:pt x="646" y="323"/>
                  </a:cubicBezTo>
                  <a:cubicBezTo>
                    <a:pt x="749" y="272"/>
                    <a:pt x="865" y="220"/>
                    <a:pt x="1020" y="220"/>
                  </a:cubicBezTo>
                  <a:close/>
                  <a:moveTo>
                    <a:pt x="1020" y="1"/>
                  </a:moveTo>
                  <a:cubicBezTo>
                    <a:pt x="813" y="1"/>
                    <a:pt x="646" y="1"/>
                    <a:pt x="543" y="117"/>
                  </a:cubicBezTo>
                  <a:cubicBezTo>
                    <a:pt x="375" y="169"/>
                    <a:pt x="272" y="323"/>
                    <a:pt x="169" y="491"/>
                  </a:cubicBezTo>
                  <a:cubicBezTo>
                    <a:pt x="104" y="646"/>
                    <a:pt x="53" y="865"/>
                    <a:pt x="53" y="1033"/>
                  </a:cubicBezTo>
                  <a:cubicBezTo>
                    <a:pt x="53" y="1407"/>
                    <a:pt x="220" y="1729"/>
                    <a:pt x="220" y="1729"/>
                  </a:cubicBezTo>
                  <a:cubicBezTo>
                    <a:pt x="220" y="1780"/>
                    <a:pt x="272" y="1780"/>
                    <a:pt x="323" y="1780"/>
                  </a:cubicBezTo>
                  <a:cubicBezTo>
                    <a:pt x="375" y="1780"/>
                    <a:pt x="426" y="1780"/>
                    <a:pt x="426" y="1729"/>
                  </a:cubicBezTo>
                  <a:cubicBezTo>
                    <a:pt x="491" y="1677"/>
                    <a:pt x="491" y="1613"/>
                    <a:pt x="543" y="1613"/>
                  </a:cubicBezTo>
                  <a:cubicBezTo>
                    <a:pt x="646" y="1510"/>
                    <a:pt x="749" y="1510"/>
                    <a:pt x="865" y="1458"/>
                  </a:cubicBezTo>
                  <a:cubicBezTo>
                    <a:pt x="1020" y="1458"/>
                    <a:pt x="1187" y="1407"/>
                    <a:pt x="1342" y="1407"/>
                  </a:cubicBezTo>
                  <a:cubicBezTo>
                    <a:pt x="1613" y="1407"/>
                    <a:pt x="1884" y="1458"/>
                    <a:pt x="2038" y="1458"/>
                  </a:cubicBezTo>
                  <a:cubicBezTo>
                    <a:pt x="2103" y="1458"/>
                    <a:pt x="2154" y="1510"/>
                    <a:pt x="2154" y="1510"/>
                  </a:cubicBezTo>
                  <a:cubicBezTo>
                    <a:pt x="1832" y="1884"/>
                    <a:pt x="968" y="2851"/>
                    <a:pt x="426" y="3818"/>
                  </a:cubicBezTo>
                  <a:cubicBezTo>
                    <a:pt x="169" y="4359"/>
                    <a:pt x="1" y="4836"/>
                    <a:pt x="1" y="5223"/>
                  </a:cubicBezTo>
                  <a:cubicBezTo>
                    <a:pt x="1" y="5430"/>
                    <a:pt x="104" y="5700"/>
                    <a:pt x="220" y="5868"/>
                  </a:cubicBezTo>
                  <a:cubicBezTo>
                    <a:pt x="375" y="6023"/>
                    <a:pt x="594" y="6126"/>
                    <a:pt x="813" y="6190"/>
                  </a:cubicBezTo>
                  <a:cubicBezTo>
                    <a:pt x="968" y="6242"/>
                    <a:pt x="1071" y="6242"/>
                    <a:pt x="1239" y="6242"/>
                  </a:cubicBezTo>
                  <a:cubicBezTo>
                    <a:pt x="1613" y="6242"/>
                    <a:pt x="1935" y="6074"/>
                    <a:pt x="2103" y="5971"/>
                  </a:cubicBezTo>
                  <a:cubicBezTo>
                    <a:pt x="2309" y="5804"/>
                    <a:pt x="2425" y="5649"/>
                    <a:pt x="2425" y="5649"/>
                  </a:cubicBezTo>
                  <a:lnTo>
                    <a:pt x="2425" y="5481"/>
                  </a:lnTo>
                  <a:cubicBezTo>
                    <a:pt x="2038" y="5159"/>
                    <a:pt x="1935" y="4733"/>
                    <a:pt x="1935" y="4256"/>
                  </a:cubicBezTo>
                  <a:cubicBezTo>
                    <a:pt x="1935" y="3869"/>
                    <a:pt x="2038" y="3444"/>
                    <a:pt x="2206" y="3070"/>
                  </a:cubicBezTo>
                  <a:cubicBezTo>
                    <a:pt x="2425" y="2644"/>
                    <a:pt x="2631" y="2322"/>
                    <a:pt x="2902" y="2051"/>
                  </a:cubicBezTo>
                  <a:cubicBezTo>
                    <a:pt x="3495" y="1458"/>
                    <a:pt x="3599" y="917"/>
                    <a:pt x="3599" y="646"/>
                  </a:cubicBezTo>
                  <a:lnTo>
                    <a:pt x="3599" y="439"/>
                  </a:lnTo>
                  <a:lnTo>
                    <a:pt x="3547" y="388"/>
                  </a:lnTo>
                  <a:lnTo>
                    <a:pt x="3444" y="388"/>
                  </a:lnTo>
                  <a:cubicBezTo>
                    <a:pt x="3392" y="388"/>
                    <a:pt x="3276" y="439"/>
                    <a:pt x="3225" y="439"/>
                  </a:cubicBezTo>
                  <a:lnTo>
                    <a:pt x="2851" y="439"/>
                  </a:lnTo>
                  <a:cubicBezTo>
                    <a:pt x="2631" y="439"/>
                    <a:pt x="2477" y="439"/>
                    <a:pt x="2258" y="388"/>
                  </a:cubicBezTo>
                  <a:cubicBezTo>
                    <a:pt x="2038" y="388"/>
                    <a:pt x="1884" y="272"/>
                    <a:pt x="1780" y="220"/>
                  </a:cubicBezTo>
                  <a:cubicBezTo>
                    <a:pt x="1561" y="65"/>
                    <a:pt x="1239" y="1"/>
                    <a:pt x="102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2"/>
            <p:cNvSpPr/>
            <p:nvPr/>
          </p:nvSpPr>
          <p:spPr>
            <a:xfrm>
              <a:off x="3798700" y="4777975"/>
              <a:ext cx="140900" cy="224400"/>
            </a:xfrm>
            <a:custGeom>
              <a:avLst/>
              <a:gdLst/>
              <a:ahLst/>
              <a:cxnLst/>
              <a:rect l="l" t="t" r="r" b="b"/>
              <a:pathLst>
                <a:path w="5636" h="8976" extrusionOk="0">
                  <a:moveTo>
                    <a:pt x="5094" y="220"/>
                  </a:moveTo>
                  <a:cubicBezTo>
                    <a:pt x="5262" y="220"/>
                    <a:pt x="5365" y="387"/>
                    <a:pt x="5365" y="542"/>
                  </a:cubicBezTo>
                  <a:lnTo>
                    <a:pt x="5365" y="8446"/>
                  </a:lnTo>
                  <a:cubicBezTo>
                    <a:pt x="5365" y="8601"/>
                    <a:pt x="5262" y="8769"/>
                    <a:pt x="5094" y="8769"/>
                  </a:cubicBezTo>
                  <a:lnTo>
                    <a:pt x="529" y="8769"/>
                  </a:lnTo>
                  <a:cubicBezTo>
                    <a:pt x="375" y="8769"/>
                    <a:pt x="259" y="8601"/>
                    <a:pt x="259" y="8446"/>
                  </a:cubicBezTo>
                  <a:lnTo>
                    <a:pt x="259" y="542"/>
                  </a:lnTo>
                  <a:cubicBezTo>
                    <a:pt x="259" y="387"/>
                    <a:pt x="375" y="220"/>
                    <a:pt x="529" y="220"/>
                  </a:cubicBezTo>
                  <a:close/>
                  <a:moveTo>
                    <a:pt x="529" y="1"/>
                  </a:moveTo>
                  <a:cubicBezTo>
                    <a:pt x="259" y="1"/>
                    <a:pt x="1" y="220"/>
                    <a:pt x="1" y="542"/>
                  </a:cubicBezTo>
                  <a:lnTo>
                    <a:pt x="1" y="8446"/>
                  </a:lnTo>
                  <a:cubicBezTo>
                    <a:pt x="1" y="8769"/>
                    <a:pt x="259" y="8975"/>
                    <a:pt x="529" y="8975"/>
                  </a:cubicBezTo>
                  <a:lnTo>
                    <a:pt x="5094" y="8975"/>
                  </a:lnTo>
                  <a:cubicBezTo>
                    <a:pt x="5365" y="8975"/>
                    <a:pt x="5636" y="8769"/>
                    <a:pt x="5636" y="8446"/>
                  </a:cubicBezTo>
                  <a:lnTo>
                    <a:pt x="5636" y="542"/>
                  </a:lnTo>
                  <a:cubicBezTo>
                    <a:pt x="5636" y="220"/>
                    <a:pt x="5365" y="1"/>
                    <a:pt x="509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2"/>
            <p:cNvSpPr/>
            <p:nvPr/>
          </p:nvSpPr>
          <p:spPr>
            <a:xfrm>
              <a:off x="3828050" y="4810200"/>
              <a:ext cx="89950" cy="156050"/>
            </a:xfrm>
            <a:custGeom>
              <a:avLst/>
              <a:gdLst/>
              <a:ahLst/>
              <a:cxnLst/>
              <a:rect l="l" t="t" r="r" b="b"/>
              <a:pathLst>
                <a:path w="3598" h="6242" extrusionOk="0">
                  <a:moveTo>
                    <a:pt x="967" y="220"/>
                  </a:moveTo>
                  <a:cubicBezTo>
                    <a:pt x="1186" y="220"/>
                    <a:pt x="1406" y="272"/>
                    <a:pt x="1612" y="439"/>
                  </a:cubicBezTo>
                  <a:cubicBezTo>
                    <a:pt x="1780" y="543"/>
                    <a:pt x="1986" y="594"/>
                    <a:pt x="2205" y="646"/>
                  </a:cubicBezTo>
                  <a:cubicBezTo>
                    <a:pt x="2424" y="710"/>
                    <a:pt x="2631" y="710"/>
                    <a:pt x="2850" y="710"/>
                  </a:cubicBezTo>
                  <a:cubicBezTo>
                    <a:pt x="2953" y="710"/>
                    <a:pt x="3121" y="710"/>
                    <a:pt x="3224" y="646"/>
                  </a:cubicBezTo>
                  <a:lnTo>
                    <a:pt x="3340" y="646"/>
                  </a:lnTo>
                  <a:cubicBezTo>
                    <a:pt x="3340" y="865"/>
                    <a:pt x="3275" y="1290"/>
                    <a:pt x="2695" y="1884"/>
                  </a:cubicBezTo>
                  <a:cubicBezTo>
                    <a:pt x="2424" y="2154"/>
                    <a:pt x="2154" y="2528"/>
                    <a:pt x="1986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780" y="5223"/>
                    <a:pt x="2154" y="5597"/>
                  </a:cubicBezTo>
                  <a:cubicBezTo>
                    <a:pt x="2102" y="5649"/>
                    <a:pt x="2050" y="5700"/>
                    <a:pt x="1934" y="5752"/>
                  </a:cubicBezTo>
                  <a:cubicBezTo>
                    <a:pt x="1780" y="5868"/>
                    <a:pt x="1509" y="5971"/>
                    <a:pt x="1186" y="5971"/>
                  </a:cubicBezTo>
                  <a:lnTo>
                    <a:pt x="864" y="5971"/>
                  </a:lnTo>
                  <a:cubicBezTo>
                    <a:pt x="645" y="5920"/>
                    <a:pt x="490" y="5804"/>
                    <a:pt x="374" y="5700"/>
                  </a:cubicBezTo>
                  <a:cubicBezTo>
                    <a:pt x="271" y="5597"/>
                    <a:pt x="219" y="5430"/>
                    <a:pt x="219" y="5223"/>
                  </a:cubicBezTo>
                  <a:cubicBezTo>
                    <a:pt x="219" y="4901"/>
                    <a:pt x="374" y="4463"/>
                    <a:pt x="645" y="3985"/>
                  </a:cubicBezTo>
                  <a:cubicBezTo>
                    <a:pt x="967" y="3341"/>
                    <a:pt x="1406" y="2696"/>
                    <a:pt x="1831" y="2258"/>
                  </a:cubicBezTo>
                  <a:cubicBezTo>
                    <a:pt x="1986" y="2051"/>
                    <a:pt x="2154" y="1832"/>
                    <a:pt x="2257" y="1729"/>
                  </a:cubicBezTo>
                  <a:cubicBezTo>
                    <a:pt x="2373" y="1613"/>
                    <a:pt x="2424" y="1561"/>
                    <a:pt x="2424" y="1561"/>
                  </a:cubicBezTo>
                  <a:lnTo>
                    <a:pt x="2476" y="1510"/>
                  </a:lnTo>
                  <a:cubicBezTo>
                    <a:pt x="2527" y="1458"/>
                    <a:pt x="2527" y="1407"/>
                    <a:pt x="2527" y="1355"/>
                  </a:cubicBezTo>
                  <a:cubicBezTo>
                    <a:pt x="2476" y="1355"/>
                    <a:pt x="2476" y="1290"/>
                    <a:pt x="2424" y="1290"/>
                  </a:cubicBezTo>
                  <a:cubicBezTo>
                    <a:pt x="2424" y="1290"/>
                    <a:pt x="1883" y="1187"/>
                    <a:pt x="1341" y="1187"/>
                  </a:cubicBezTo>
                  <a:cubicBezTo>
                    <a:pt x="1083" y="1187"/>
                    <a:pt x="864" y="1187"/>
                    <a:pt x="645" y="1239"/>
                  </a:cubicBezTo>
                  <a:cubicBezTo>
                    <a:pt x="542" y="1290"/>
                    <a:pt x="439" y="1355"/>
                    <a:pt x="374" y="1407"/>
                  </a:cubicBezTo>
                  <a:lnTo>
                    <a:pt x="322" y="1407"/>
                  </a:lnTo>
                  <a:cubicBezTo>
                    <a:pt x="322" y="1290"/>
                    <a:pt x="271" y="1187"/>
                    <a:pt x="322" y="1033"/>
                  </a:cubicBezTo>
                  <a:cubicBezTo>
                    <a:pt x="322" y="865"/>
                    <a:pt x="322" y="710"/>
                    <a:pt x="374" y="594"/>
                  </a:cubicBezTo>
                  <a:cubicBezTo>
                    <a:pt x="439" y="439"/>
                    <a:pt x="542" y="388"/>
                    <a:pt x="593" y="323"/>
                  </a:cubicBezTo>
                  <a:cubicBezTo>
                    <a:pt x="696" y="272"/>
                    <a:pt x="864" y="220"/>
                    <a:pt x="967" y="220"/>
                  </a:cubicBezTo>
                  <a:close/>
                  <a:moveTo>
                    <a:pt x="967" y="1"/>
                  </a:moveTo>
                  <a:cubicBezTo>
                    <a:pt x="812" y="1"/>
                    <a:pt x="645" y="1"/>
                    <a:pt x="490" y="117"/>
                  </a:cubicBezTo>
                  <a:cubicBezTo>
                    <a:pt x="374" y="169"/>
                    <a:pt x="219" y="323"/>
                    <a:pt x="168" y="491"/>
                  </a:cubicBezTo>
                  <a:cubicBezTo>
                    <a:pt x="52" y="646"/>
                    <a:pt x="52" y="865"/>
                    <a:pt x="52" y="1033"/>
                  </a:cubicBezTo>
                  <a:cubicBezTo>
                    <a:pt x="52" y="1407"/>
                    <a:pt x="168" y="1729"/>
                    <a:pt x="168" y="1729"/>
                  </a:cubicBezTo>
                  <a:cubicBezTo>
                    <a:pt x="219" y="1780"/>
                    <a:pt x="271" y="1780"/>
                    <a:pt x="322" y="1780"/>
                  </a:cubicBezTo>
                  <a:cubicBezTo>
                    <a:pt x="322" y="1780"/>
                    <a:pt x="374" y="1780"/>
                    <a:pt x="439" y="1729"/>
                  </a:cubicBezTo>
                  <a:cubicBezTo>
                    <a:pt x="439" y="1677"/>
                    <a:pt x="490" y="1613"/>
                    <a:pt x="542" y="1613"/>
                  </a:cubicBezTo>
                  <a:cubicBezTo>
                    <a:pt x="593" y="1510"/>
                    <a:pt x="696" y="1510"/>
                    <a:pt x="864" y="1458"/>
                  </a:cubicBezTo>
                  <a:cubicBezTo>
                    <a:pt x="1019" y="1458"/>
                    <a:pt x="1186" y="1407"/>
                    <a:pt x="1341" y="1407"/>
                  </a:cubicBezTo>
                  <a:cubicBezTo>
                    <a:pt x="1560" y="1407"/>
                    <a:pt x="1831" y="1458"/>
                    <a:pt x="2050" y="1458"/>
                  </a:cubicBezTo>
                  <a:cubicBezTo>
                    <a:pt x="2102" y="1458"/>
                    <a:pt x="2102" y="1510"/>
                    <a:pt x="2154" y="1510"/>
                  </a:cubicBezTo>
                  <a:cubicBezTo>
                    <a:pt x="1780" y="1884"/>
                    <a:pt x="967" y="2851"/>
                    <a:pt x="439" y="3818"/>
                  </a:cubicBezTo>
                  <a:cubicBezTo>
                    <a:pt x="116" y="4359"/>
                    <a:pt x="0" y="4836"/>
                    <a:pt x="0" y="5223"/>
                  </a:cubicBezTo>
                  <a:cubicBezTo>
                    <a:pt x="0" y="5430"/>
                    <a:pt x="52" y="5700"/>
                    <a:pt x="219" y="5868"/>
                  </a:cubicBezTo>
                  <a:cubicBezTo>
                    <a:pt x="322" y="6023"/>
                    <a:pt x="542" y="6126"/>
                    <a:pt x="812" y="6190"/>
                  </a:cubicBezTo>
                  <a:cubicBezTo>
                    <a:pt x="916" y="6242"/>
                    <a:pt x="1083" y="6242"/>
                    <a:pt x="1186" y="6242"/>
                  </a:cubicBezTo>
                  <a:cubicBezTo>
                    <a:pt x="1612" y="6242"/>
                    <a:pt x="1883" y="6074"/>
                    <a:pt x="2102" y="5971"/>
                  </a:cubicBezTo>
                  <a:cubicBezTo>
                    <a:pt x="2308" y="5804"/>
                    <a:pt x="2373" y="5649"/>
                    <a:pt x="2373" y="5649"/>
                  </a:cubicBezTo>
                  <a:cubicBezTo>
                    <a:pt x="2424" y="5597"/>
                    <a:pt x="2424" y="5546"/>
                    <a:pt x="2373" y="5481"/>
                  </a:cubicBezTo>
                  <a:cubicBezTo>
                    <a:pt x="2050" y="5159"/>
                    <a:pt x="1883" y="4733"/>
                    <a:pt x="1883" y="4256"/>
                  </a:cubicBezTo>
                  <a:cubicBezTo>
                    <a:pt x="1883" y="3869"/>
                    <a:pt x="1986" y="3444"/>
                    <a:pt x="2205" y="3070"/>
                  </a:cubicBezTo>
                  <a:cubicBezTo>
                    <a:pt x="2373" y="2644"/>
                    <a:pt x="2631" y="2322"/>
                    <a:pt x="2901" y="2051"/>
                  </a:cubicBezTo>
                  <a:cubicBezTo>
                    <a:pt x="3495" y="1458"/>
                    <a:pt x="3598" y="917"/>
                    <a:pt x="3598" y="646"/>
                  </a:cubicBezTo>
                  <a:cubicBezTo>
                    <a:pt x="3598" y="543"/>
                    <a:pt x="3546" y="439"/>
                    <a:pt x="3546" y="439"/>
                  </a:cubicBezTo>
                  <a:cubicBezTo>
                    <a:pt x="3546" y="439"/>
                    <a:pt x="3546" y="388"/>
                    <a:pt x="3495" y="388"/>
                  </a:cubicBezTo>
                  <a:lnTo>
                    <a:pt x="3391" y="388"/>
                  </a:lnTo>
                  <a:cubicBezTo>
                    <a:pt x="3340" y="388"/>
                    <a:pt x="3275" y="439"/>
                    <a:pt x="3172" y="439"/>
                  </a:cubicBezTo>
                  <a:lnTo>
                    <a:pt x="2850" y="439"/>
                  </a:lnTo>
                  <a:cubicBezTo>
                    <a:pt x="2631" y="439"/>
                    <a:pt x="2424" y="439"/>
                    <a:pt x="2205" y="388"/>
                  </a:cubicBezTo>
                  <a:cubicBezTo>
                    <a:pt x="2050" y="388"/>
                    <a:pt x="1883" y="272"/>
                    <a:pt x="1728" y="220"/>
                  </a:cubicBezTo>
                  <a:cubicBezTo>
                    <a:pt x="1509" y="65"/>
                    <a:pt x="1238" y="1"/>
                    <a:pt x="96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2"/>
            <p:cNvSpPr/>
            <p:nvPr/>
          </p:nvSpPr>
          <p:spPr>
            <a:xfrm>
              <a:off x="3945050" y="4777975"/>
              <a:ext cx="139625" cy="224400"/>
            </a:xfrm>
            <a:custGeom>
              <a:avLst/>
              <a:gdLst/>
              <a:ahLst/>
              <a:cxnLst/>
              <a:rect l="l" t="t" r="r" b="b"/>
              <a:pathLst>
                <a:path w="5585" h="8976" extrusionOk="0">
                  <a:moveTo>
                    <a:pt x="5043" y="220"/>
                  </a:moveTo>
                  <a:cubicBezTo>
                    <a:pt x="5210" y="220"/>
                    <a:pt x="5365" y="387"/>
                    <a:pt x="5365" y="542"/>
                  </a:cubicBezTo>
                  <a:lnTo>
                    <a:pt x="5365" y="8446"/>
                  </a:lnTo>
                  <a:cubicBezTo>
                    <a:pt x="5365" y="8601"/>
                    <a:pt x="5210" y="8769"/>
                    <a:pt x="5043" y="8769"/>
                  </a:cubicBezTo>
                  <a:lnTo>
                    <a:pt x="530" y="8769"/>
                  </a:lnTo>
                  <a:cubicBezTo>
                    <a:pt x="375" y="8769"/>
                    <a:pt x="207" y="8601"/>
                    <a:pt x="207" y="8446"/>
                  </a:cubicBezTo>
                  <a:lnTo>
                    <a:pt x="207" y="542"/>
                  </a:lnTo>
                  <a:cubicBezTo>
                    <a:pt x="207" y="387"/>
                    <a:pt x="375" y="220"/>
                    <a:pt x="530" y="220"/>
                  </a:cubicBezTo>
                  <a:close/>
                  <a:moveTo>
                    <a:pt x="530" y="1"/>
                  </a:moveTo>
                  <a:cubicBezTo>
                    <a:pt x="207" y="1"/>
                    <a:pt x="1" y="220"/>
                    <a:pt x="1" y="542"/>
                  </a:cubicBezTo>
                  <a:lnTo>
                    <a:pt x="1" y="8446"/>
                  </a:lnTo>
                  <a:cubicBezTo>
                    <a:pt x="1" y="8769"/>
                    <a:pt x="207" y="8975"/>
                    <a:pt x="530" y="8975"/>
                  </a:cubicBezTo>
                  <a:lnTo>
                    <a:pt x="5043" y="8975"/>
                  </a:lnTo>
                  <a:cubicBezTo>
                    <a:pt x="5365" y="8975"/>
                    <a:pt x="5584" y="8769"/>
                    <a:pt x="5584" y="8446"/>
                  </a:cubicBezTo>
                  <a:lnTo>
                    <a:pt x="5584" y="542"/>
                  </a:lnTo>
                  <a:cubicBezTo>
                    <a:pt x="5584" y="220"/>
                    <a:pt x="5365" y="1"/>
                    <a:pt x="504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2"/>
            <p:cNvSpPr/>
            <p:nvPr/>
          </p:nvSpPr>
          <p:spPr>
            <a:xfrm>
              <a:off x="3973100" y="4810200"/>
              <a:ext cx="89975" cy="156050"/>
            </a:xfrm>
            <a:custGeom>
              <a:avLst/>
              <a:gdLst/>
              <a:ahLst/>
              <a:cxnLst/>
              <a:rect l="l" t="t" r="r" b="b"/>
              <a:pathLst>
                <a:path w="3599" h="6242" extrusionOk="0">
                  <a:moveTo>
                    <a:pt x="1019" y="220"/>
                  </a:moveTo>
                  <a:cubicBezTo>
                    <a:pt x="1187" y="220"/>
                    <a:pt x="1458" y="272"/>
                    <a:pt x="1612" y="439"/>
                  </a:cubicBezTo>
                  <a:cubicBezTo>
                    <a:pt x="1780" y="543"/>
                    <a:pt x="1986" y="594"/>
                    <a:pt x="2206" y="646"/>
                  </a:cubicBezTo>
                  <a:cubicBezTo>
                    <a:pt x="2425" y="710"/>
                    <a:pt x="2631" y="710"/>
                    <a:pt x="2850" y="710"/>
                  </a:cubicBezTo>
                  <a:cubicBezTo>
                    <a:pt x="3018" y="710"/>
                    <a:pt x="3121" y="710"/>
                    <a:pt x="3224" y="646"/>
                  </a:cubicBezTo>
                  <a:lnTo>
                    <a:pt x="3392" y="646"/>
                  </a:lnTo>
                  <a:cubicBezTo>
                    <a:pt x="3392" y="865"/>
                    <a:pt x="3276" y="1290"/>
                    <a:pt x="2747" y="1884"/>
                  </a:cubicBezTo>
                  <a:cubicBezTo>
                    <a:pt x="2425" y="2154"/>
                    <a:pt x="2206" y="2528"/>
                    <a:pt x="1986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832" y="5223"/>
                    <a:pt x="2154" y="5597"/>
                  </a:cubicBezTo>
                  <a:cubicBezTo>
                    <a:pt x="2102" y="5649"/>
                    <a:pt x="2051" y="5700"/>
                    <a:pt x="1935" y="5752"/>
                  </a:cubicBezTo>
                  <a:cubicBezTo>
                    <a:pt x="1780" y="5868"/>
                    <a:pt x="1561" y="5971"/>
                    <a:pt x="1239" y="5971"/>
                  </a:cubicBezTo>
                  <a:lnTo>
                    <a:pt x="865" y="5971"/>
                  </a:lnTo>
                  <a:cubicBezTo>
                    <a:pt x="645" y="5920"/>
                    <a:pt x="542" y="5804"/>
                    <a:pt x="439" y="5700"/>
                  </a:cubicBezTo>
                  <a:cubicBezTo>
                    <a:pt x="323" y="5597"/>
                    <a:pt x="271" y="5430"/>
                    <a:pt x="271" y="5223"/>
                  </a:cubicBezTo>
                  <a:cubicBezTo>
                    <a:pt x="271" y="4901"/>
                    <a:pt x="375" y="4463"/>
                    <a:pt x="645" y="3985"/>
                  </a:cubicBezTo>
                  <a:cubicBezTo>
                    <a:pt x="968" y="3341"/>
                    <a:pt x="1458" y="2696"/>
                    <a:pt x="1832" y="2258"/>
                  </a:cubicBezTo>
                  <a:cubicBezTo>
                    <a:pt x="2051" y="2051"/>
                    <a:pt x="2206" y="1832"/>
                    <a:pt x="2309" y="1729"/>
                  </a:cubicBezTo>
                  <a:cubicBezTo>
                    <a:pt x="2373" y="1613"/>
                    <a:pt x="2425" y="1561"/>
                    <a:pt x="2476" y="1561"/>
                  </a:cubicBezTo>
                  <a:lnTo>
                    <a:pt x="2476" y="1510"/>
                  </a:lnTo>
                  <a:lnTo>
                    <a:pt x="2528" y="1510"/>
                  </a:lnTo>
                  <a:lnTo>
                    <a:pt x="2528" y="1355"/>
                  </a:lnTo>
                  <a:cubicBezTo>
                    <a:pt x="2528" y="1355"/>
                    <a:pt x="2476" y="1290"/>
                    <a:pt x="2425" y="1290"/>
                  </a:cubicBezTo>
                  <a:cubicBezTo>
                    <a:pt x="2425" y="1290"/>
                    <a:pt x="1883" y="1187"/>
                    <a:pt x="1342" y="1187"/>
                  </a:cubicBezTo>
                  <a:cubicBezTo>
                    <a:pt x="1135" y="1187"/>
                    <a:pt x="865" y="1187"/>
                    <a:pt x="697" y="1239"/>
                  </a:cubicBezTo>
                  <a:cubicBezTo>
                    <a:pt x="594" y="1290"/>
                    <a:pt x="491" y="1355"/>
                    <a:pt x="375" y="1407"/>
                  </a:cubicBezTo>
                  <a:cubicBezTo>
                    <a:pt x="323" y="1290"/>
                    <a:pt x="323" y="1187"/>
                    <a:pt x="323" y="1033"/>
                  </a:cubicBezTo>
                  <a:cubicBezTo>
                    <a:pt x="323" y="865"/>
                    <a:pt x="323" y="710"/>
                    <a:pt x="439" y="594"/>
                  </a:cubicBezTo>
                  <a:cubicBezTo>
                    <a:pt x="491" y="439"/>
                    <a:pt x="542" y="388"/>
                    <a:pt x="645" y="323"/>
                  </a:cubicBezTo>
                  <a:cubicBezTo>
                    <a:pt x="761" y="272"/>
                    <a:pt x="865" y="220"/>
                    <a:pt x="1019" y="220"/>
                  </a:cubicBezTo>
                  <a:close/>
                  <a:moveTo>
                    <a:pt x="1019" y="1"/>
                  </a:moveTo>
                  <a:cubicBezTo>
                    <a:pt x="813" y="1"/>
                    <a:pt x="645" y="1"/>
                    <a:pt x="542" y="117"/>
                  </a:cubicBezTo>
                  <a:cubicBezTo>
                    <a:pt x="375" y="169"/>
                    <a:pt x="271" y="323"/>
                    <a:pt x="168" y="491"/>
                  </a:cubicBezTo>
                  <a:cubicBezTo>
                    <a:pt x="117" y="646"/>
                    <a:pt x="52" y="865"/>
                    <a:pt x="52" y="1033"/>
                  </a:cubicBezTo>
                  <a:cubicBezTo>
                    <a:pt x="52" y="1407"/>
                    <a:pt x="220" y="1729"/>
                    <a:pt x="220" y="1729"/>
                  </a:cubicBezTo>
                  <a:cubicBezTo>
                    <a:pt x="220" y="1780"/>
                    <a:pt x="271" y="1780"/>
                    <a:pt x="323" y="1780"/>
                  </a:cubicBezTo>
                  <a:cubicBezTo>
                    <a:pt x="375" y="1780"/>
                    <a:pt x="439" y="1780"/>
                    <a:pt x="439" y="1729"/>
                  </a:cubicBezTo>
                  <a:cubicBezTo>
                    <a:pt x="491" y="1677"/>
                    <a:pt x="491" y="1613"/>
                    <a:pt x="542" y="1613"/>
                  </a:cubicBezTo>
                  <a:cubicBezTo>
                    <a:pt x="645" y="1510"/>
                    <a:pt x="761" y="1510"/>
                    <a:pt x="865" y="1458"/>
                  </a:cubicBezTo>
                  <a:cubicBezTo>
                    <a:pt x="1019" y="1458"/>
                    <a:pt x="1187" y="1407"/>
                    <a:pt x="1342" y="1407"/>
                  </a:cubicBezTo>
                  <a:cubicBezTo>
                    <a:pt x="1612" y="1407"/>
                    <a:pt x="1883" y="1458"/>
                    <a:pt x="2102" y="1458"/>
                  </a:cubicBezTo>
                  <a:lnTo>
                    <a:pt x="2154" y="1510"/>
                  </a:lnTo>
                  <a:cubicBezTo>
                    <a:pt x="1832" y="1884"/>
                    <a:pt x="968" y="2851"/>
                    <a:pt x="439" y="3818"/>
                  </a:cubicBezTo>
                  <a:cubicBezTo>
                    <a:pt x="168" y="4359"/>
                    <a:pt x="1" y="4836"/>
                    <a:pt x="1" y="5223"/>
                  </a:cubicBezTo>
                  <a:cubicBezTo>
                    <a:pt x="1" y="5430"/>
                    <a:pt x="117" y="5700"/>
                    <a:pt x="220" y="5868"/>
                  </a:cubicBezTo>
                  <a:cubicBezTo>
                    <a:pt x="375" y="6023"/>
                    <a:pt x="594" y="6126"/>
                    <a:pt x="813" y="6190"/>
                  </a:cubicBezTo>
                  <a:cubicBezTo>
                    <a:pt x="968" y="6242"/>
                    <a:pt x="1084" y="6242"/>
                    <a:pt x="1239" y="6242"/>
                  </a:cubicBezTo>
                  <a:cubicBezTo>
                    <a:pt x="1612" y="6242"/>
                    <a:pt x="1935" y="6074"/>
                    <a:pt x="2102" y="5971"/>
                  </a:cubicBezTo>
                  <a:cubicBezTo>
                    <a:pt x="2309" y="5804"/>
                    <a:pt x="2425" y="5649"/>
                    <a:pt x="2425" y="5649"/>
                  </a:cubicBezTo>
                  <a:cubicBezTo>
                    <a:pt x="2476" y="5597"/>
                    <a:pt x="2425" y="5546"/>
                    <a:pt x="2425" y="5481"/>
                  </a:cubicBezTo>
                  <a:cubicBezTo>
                    <a:pt x="2051" y="5159"/>
                    <a:pt x="1935" y="4733"/>
                    <a:pt x="1935" y="4256"/>
                  </a:cubicBezTo>
                  <a:cubicBezTo>
                    <a:pt x="1935" y="3869"/>
                    <a:pt x="2051" y="3444"/>
                    <a:pt x="2206" y="3070"/>
                  </a:cubicBezTo>
                  <a:cubicBezTo>
                    <a:pt x="2425" y="2644"/>
                    <a:pt x="2631" y="2322"/>
                    <a:pt x="2902" y="2051"/>
                  </a:cubicBezTo>
                  <a:cubicBezTo>
                    <a:pt x="3495" y="1458"/>
                    <a:pt x="3598" y="917"/>
                    <a:pt x="3598" y="646"/>
                  </a:cubicBezTo>
                  <a:lnTo>
                    <a:pt x="3598" y="439"/>
                  </a:lnTo>
                  <a:lnTo>
                    <a:pt x="3547" y="388"/>
                  </a:lnTo>
                  <a:lnTo>
                    <a:pt x="3444" y="388"/>
                  </a:lnTo>
                  <a:cubicBezTo>
                    <a:pt x="3392" y="388"/>
                    <a:pt x="3276" y="439"/>
                    <a:pt x="3224" y="439"/>
                  </a:cubicBezTo>
                  <a:lnTo>
                    <a:pt x="2850" y="439"/>
                  </a:lnTo>
                  <a:cubicBezTo>
                    <a:pt x="2696" y="439"/>
                    <a:pt x="2476" y="439"/>
                    <a:pt x="2257" y="388"/>
                  </a:cubicBezTo>
                  <a:cubicBezTo>
                    <a:pt x="2051" y="388"/>
                    <a:pt x="1883" y="272"/>
                    <a:pt x="1780" y="220"/>
                  </a:cubicBezTo>
                  <a:cubicBezTo>
                    <a:pt x="1561" y="65"/>
                    <a:pt x="1239" y="1"/>
                    <a:pt x="101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2"/>
            <p:cNvSpPr/>
            <p:nvPr/>
          </p:nvSpPr>
          <p:spPr>
            <a:xfrm>
              <a:off x="3520500" y="4741875"/>
              <a:ext cx="9375" cy="25475"/>
            </a:xfrm>
            <a:custGeom>
              <a:avLst/>
              <a:gdLst/>
              <a:ahLst/>
              <a:cxnLst/>
              <a:rect l="l" t="t" r="r" b="b"/>
              <a:pathLst>
                <a:path w="375" h="1019" extrusionOk="0">
                  <a:moveTo>
                    <a:pt x="168" y="0"/>
                  </a:moveTo>
                  <a:cubicBezTo>
                    <a:pt x="52" y="0"/>
                    <a:pt x="1" y="103"/>
                    <a:pt x="1" y="155"/>
                  </a:cubicBezTo>
                  <a:lnTo>
                    <a:pt x="1" y="864"/>
                  </a:lnTo>
                  <a:cubicBezTo>
                    <a:pt x="1" y="967"/>
                    <a:pt x="52" y="1019"/>
                    <a:pt x="168" y="1019"/>
                  </a:cubicBezTo>
                  <a:cubicBezTo>
                    <a:pt x="271" y="1019"/>
                    <a:pt x="375" y="967"/>
                    <a:pt x="375" y="864"/>
                  </a:cubicBezTo>
                  <a:lnTo>
                    <a:pt x="375" y="155"/>
                  </a:lnTo>
                  <a:cubicBezTo>
                    <a:pt x="375" y="103"/>
                    <a:pt x="271" y="0"/>
                    <a:pt x="16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2"/>
            <p:cNvSpPr/>
            <p:nvPr/>
          </p:nvSpPr>
          <p:spPr>
            <a:xfrm>
              <a:off x="3520500" y="4702875"/>
              <a:ext cx="17425" cy="26775"/>
            </a:xfrm>
            <a:custGeom>
              <a:avLst/>
              <a:gdLst/>
              <a:ahLst/>
              <a:cxnLst/>
              <a:rect l="l" t="t" r="r" b="b"/>
              <a:pathLst>
                <a:path w="697" h="1071" extrusionOk="0">
                  <a:moveTo>
                    <a:pt x="491" y="0"/>
                  </a:moveTo>
                  <a:cubicBezTo>
                    <a:pt x="375" y="0"/>
                    <a:pt x="323" y="52"/>
                    <a:pt x="220" y="103"/>
                  </a:cubicBezTo>
                  <a:cubicBezTo>
                    <a:pt x="104" y="168"/>
                    <a:pt x="52" y="271"/>
                    <a:pt x="52" y="322"/>
                  </a:cubicBezTo>
                  <a:cubicBezTo>
                    <a:pt x="1" y="374"/>
                    <a:pt x="1" y="426"/>
                    <a:pt x="1" y="426"/>
                  </a:cubicBezTo>
                  <a:lnTo>
                    <a:pt x="1" y="490"/>
                  </a:lnTo>
                  <a:lnTo>
                    <a:pt x="1" y="916"/>
                  </a:lnTo>
                  <a:cubicBezTo>
                    <a:pt x="1" y="1019"/>
                    <a:pt x="52" y="1070"/>
                    <a:pt x="168" y="1070"/>
                  </a:cubicBezTo>
                  <a:cubicBezTo>
                    <a:pt x="271" y="1070"/>
                    <a:pt x="375" y="1019"/>
                    <a:pt x="375" y="916"/>
                  </a:cubicBezTo>
                  <a:lnTo>
                    <a:pt x="375" y="542"/>
                  </a:lnTo>
                  <a:cubicBezTo>
                    <a:pt x="375" y="490"/>
                    <a:pt x="375" y="426"/>
                    <a:pt x="426" y="426"/>
                  </a:cubicBezTo>
                  <a:lnTo>
                    <a:pt x="426" y="374"/>
                  </a:lnTo>
                  <a:lnTo>
                    <a:pt x="491" y="374"/>
                  </a:lnTo>
                  <a:cubicBezTo>
                    <a:pt x="594" y="374"/>
                    <a:pt x="697" y="271"/>
                    <a:pt x="697" y="168"/>
                  </a:cubicBezTo>
                  <a:cubicBezTo>
                    <a:pt x="697" y="103"/>
                    <a:pt x="594" y="0"/>
                    <a:pt x="49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2"/>
            <p:cNvSpPr/>
            <p:nvPr/>
          </p:nvSpPr>
          <p:spPr>
            <a:xfrm>
              <a:off x="3490850" y="5053250"/>
              <a:ext cx="12275" cy="20600"/>
            </a:xfrm>
            <a:custGeom>
              <a:avLst/>
              <a:gdLst/>
              <a:ahLst/>
              <a:cxnLst/>
              <a:rect l="l" t="t" r="r" b="b"/>
              <a:pathLst>
                <a:path w="491" h="824" extrusionOk="0">
                  <a:moveTo>
                    <a:pt x="31" y="1"/>
                  </a:moveTo>
                  <a:cubicBezTo>
                    <a:pt x="20" y="1"/>
                    <a:pt x="10" y="5"/>
                    <a:pt x="0" y="14"/>
                  </a:cubicBezTo>
                  <a:cubicBezTo>
                    <a:pt x="0" y="14"/>
                    <a:pt x="65" y="169"/>
                    <a:pt x="168" y="440"/>
                  </a:cubicBezTo>
                  <a:cubicBezTo>
                    <a:pt x="303" y="676"/>
                    <a:pt x="408" y="824"/>
                    <a:pt x="433" y="824"/>
                  </a:cubicBezTo>
                  <a:cubicBezTo>
                    <a:pt x="437" y="824"/>
                    <a:pt x="439" y="821"/>
                    <a:pt x="439" y="814"/>
                  </a:cubicBezTo>
                  <a:cubicBezTo>
                    <a:pt x="490" y="814"/>
                    <a:pt x="439" y="659"/>
                    <a:pt x="271" y="388"/>
                  </a:cubicBezTo>
                  <a:cubicBezTo>
                    <a:pt x="183" y="157"/>
                    <a:pt x="95" y="1"/>
                    <a:pt x="31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2"/>
            <p:cNvSpPr/>
            <p:nvPr/>
          </p:nvSpPr>
          <p:spPr>
            <a:xfrm>
              <a:off x="3558225" y="5002350"/>
              <a:ext cx="47075" cy="48375"/>
            </a:xfrm>
            <a:custGeom>
              <a:avLst/>
              <a:gdLst/>
              <a:ahLst/>
              <a:cxnLst/>
              <a:rect l="l" t="t" r="r" b="b"/>
              <a:pathLst>
                <a:path w="1883" h="1935" extrusionOk="0">
                  <a:moveTo>
                    <a:pt x="967" y="219"/>
                  </a:moveTo>
                  <a:cubicBezTo>
                    <a:pt x="1019" y="219"/>
                    <a:pt x="1122" y="271"/>
                    <a:pt x="1238" y="323"/>
                  </a:cubicBezTo>
                  <a:cubicBezTo>
                    <a:pt x="1290" y="374"/>
                    <a:pt x="1393" y="439"/>
                    <a:pt x="1496" y="542"/>
                  </a:cubicBezTo>
                  <a:cubicBezTo>
                    <a:pt x="1612" y="696"/>
                    <a:pt x="1612" y="813"/>
                    <a:pt x="1612" y="967"/>
                  </a:cubicBezTo>
                  <a:cubicBezTo>
                    <a:pt x="1612" y="1083"/>
                    <a:pt x="1612" y="1135"/>
                    <a:pt x="1561" y="1238"/>
                  </a:cubicBezTo>
                  <a:cubicBezTo>
                    <a:pt x="1496" y="1406"/>
                    <a:pt x="1393" y="1509"/>
                    <a:pt x="1290" y="1560"/>
                  </a:cubicBezTo>
                  <a:cubicBezTo>
                    <a:pt x="1238" y="1612"/>
                    <a:pt x="1174" y="1664"/>
                    <a:pt x="1122" y="1664"/>
                  </a:cubicBezTo>
                  <a:lnTo>
                    <a:pt x="1071" y="1728"/>
                  </a:lnTo>
                  <a:lnTo>
                    <a:pt x="1019" y="1664"/>
                  </a:lnTo>
                  <a:cubicBezTo>
                    <a:pt x="916" y="1664"/>
                    <a:pt x="748" y="1560"/>
                    <a:pt x="593" y="1406"/>
                  </a:cubicBezTo>
                  <a:cubicBezTo>
                    <a:pt x="426" y="1186"/>
                    <a:pt x="271" y="967"/>
                    <a:pt x="271" y="645"/>
                  </a:cubicBezTo>
                  <a:lnTo>
                    <a:pt x="271" y="593"/>
                  </a:lnTo>
                  <a:cubicBezTo>
                    <a:pt x="271" y="593"/>
                    <a:pt x="271" y="542"/>
                    <a:pt x="323" y="490"/>
                  </a:cubicBezTo>
                  <a:cubicBezTo>
                    <a:pt x="374" y="439"/>
                    <a:pt x="477" y="374"/>
                    <a:pt x="593" y="323"/>
                  </a:cubicBezTo>
                  <a:cubicBezTo>
                    <a:pt x="697" y="271"/>
                    <a:pt x="800" y="219"/>
                    <a:pt x="967" y="219"/>
                  </a:cubicBezTo>
                  <a:close/>
                  <a:moveTo>
                    <a:pt x="967" y="0"/>
                  </a:moveTo>
                  <a:cubicBezTo>
                    <a:pt x="697" y="0"/>
                    <a:pt x="477" y="52"/>
                    <a:pt x="323" y="168"/>
                  </a:cubicBezTo>
                  <a:cubicBezTo>
                    <a:pt x="271" y="219"/>
                    <a:pt x="155" y="323"/>
                    <a:pt x="103" y="374"/>
                  </a:cubicBezTo>
                  <a:cubicBezTo>
                    <a:pt x="103" y="374"/>
                    <a:pt x="103" y="439"/>
                    <a:pt x="52" y="439"/>
                  </a:cubicBezTo>
                  <a:lnTo>
                    <a:pt x="52" y="542"/>
                  </a:lnTo>
                  <a:lnTo>
                    <a:pt x="52" y="645"/>
                  </a:lnTo>
                  <a:cubicBezTo>
                    <a:pt x="0" y="864"/>
                    <a:pt x="103" y="1083"/>
                    <a:pt x="155" y="1238"/>
                  </a:cubicBezTo>
                  <a:cubicBezTo>
                    <a:pt x="323" y="1509"/>
                    <a:pt x="477" y="1664"/>
                    <a:pt x="645" y="1780"/>
                  </a:cubicBezTo>
                  <a:cubicBezTo>
                    <a:pt x="748" y="1831"/>
                    <a:pt x="851" y="1883"/>
                    <a:pt x="916" y="1883"/>
                  </a:cubicBezTo>
                  <a:cubicBezTo>
                    <a:pt x="967" y="1934"/>
                    <a:pt x="967" y="1934"/>
                    <a:pt x="1019" y="1934"/>
                  </a:cubicBezTo>
                  <a:lnTo>
                    <a:pt x="1122" y="1934"/>
                  </a:lnTo>
                  <a:cubicBezTo>
                    <a:pt x="1238" y="1934"/>
                    <a:pt x="1290" y="1883"/>
                    <a:pt x="1341" y="1831"/>
                  </a:cubicBezTo>
                  <a:cubicBezTo>
                    <a:pt x="1445" y="1780"/>
                    <a:pt x="1612" y="1664"/>
                    <a:pt x="1715" y="1509"/>
                  </a:cubicBezTo>
                  <a:cubicBezTo>
                    <a:pt x="1818" y="1341"/>
                    <a:pt x="1883" y="1186"/>
                    <a:pt x="1883" y="967"/>
                  </a:cubicBezTo>
                  <a:cubicBezTo>
                    <a:pt x="1883" y="761"/>
                    <a:pt x="1818" y="593"/>
                    <a:pt x="1664" y="374"/>
                  </a:cubicBezTo>
                  <a:cubicBezTo>
                    <a:pt x="1561" y="271"/>
                    <a:pt x="1445" y="168"/>
                    <a:pt x="1341" y="116"/>
                  </a:cubicBezTo>
                  <a:cubicBezTo>
                    <a:pt x="1174" y="0"/>
                    <a:pt x="1071" y="0"/>
                    <a:pt x="96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2"/>
            <p:cNvSpPr/>
            <p:nvPr/>
          </p:nvSpPr>
          <p:spPr>
            <a:xfrm>
              <a:off x="3263900" y="4679975"/>
              <a:ext cx="1210175" cy="785950"/>
            </a:xfrm>
            <a:custGeom>
              <a:avLst/>
              <a:gdLst/>
              <a:ahLst/>
              <a:cxnLst/>
              <a:rect l="l" t="t" r="r" b="b"/>
              <a:pathLst>
                <a:path w="48407" h="31438" extrusionOk="0">
                  <a:moveTo>
                    <a:pt x="37666" y="220"/>
                  </a:moveTo>
                  <a:cubicBezTo>
                    <a:pt x="37885" y="220"/>
                    <a:pt x="38156" y="323"/>
                    <a:pt x="38310" y="491"/>
                  </a:cubicBezTo>
                  <a:cubicBezTo>
                    <a:pt x="38478" y="645"/>
                    <a:pt x="38581" y="916"/>
                    <a:pt x="38581" y="1135"/>
                  </a:cubicBezTo>
                  <a:lnTo>
                    <a:pt x="38581" y="13656"/>
                  </a:lnTo>
                  <a:cubicBezTo>
                    <a:pt x="38259" y="13488"/>
                    <a:pt x="37936" y="13334"/>
                    <a:pt x="37666" y="13218"/>
                  </a:cubicBezTo>
                  <a:cubicBezTo>
                    <a:pt x="37240" y="13011"/>
                    <a:pt x="36802" y="12844"/>
                    <a:pt x="36376" y="12689"/>
                  </a:cubicBezTo>
                  <a:lnTo>
                    <a:pt x="36325" y="12689"/>
                  </a:lnTo>
                  <a:lnTo>
                    <a:pt x="36325" y="1935"/>
                  </a:lnTo>
                  <a:lnTo>
                    <a:pt x="12096" y="1935"/>
                  </a:lnTo>
                  <a:lnTo>
                    <a:pt x="12096" y="12689"/>
                  </a:lnTo>
                  <a:lnTo>
                    <a:pt x="12044" y="12689"/>
                  </a:lnTo>
                  <a:cubicBezTo>
                    <a:pt x="11606" y="12844"/>
                    <a:pt x="11180" y="13011"/>
                    <a:pt x="10755" y="13218"/>
                  </a:cubicBezTo>
                  <a:cubicBezTo>
                    <a:pt x="10432" y="13334"/>
                    <a:pt x="10162" y="13488"/>
                    <a:pt x="9839" y="13656"/>
                  </a:cubicBezTo>
                  <a:lnTo>
                    <a:pt x="9839" y="1135"/>
                  </a:lnTo>
                  <a:cubicBezTo>
                    <a:pt x="9839" y="916"/>
                    <a:pt x="9942" y="645"/>
                    <a:pt x="10110" y="491"/>
                  </a:cubicBezTo>
                  <a:cubicBezTo>
                    <a:pt x="10265" y="323"/>
                    <a:pt x="10484" y="220"/>
                    <a:pt x="10755" y="220"/>
                  </a:cubicBezTo>
                  <a:close/>
                  <a:moveTo>
                    <a:pt x="36054" y="2206"/>
                  </a:moveTo>
                  <a:lnTo>
                    <a:pt x="36054" y="12624"/>
                  </a:lnTo>
                  <a:cubicBezTo>
                    <a:pt x="35899" y="12573"/>
                    <a:pt x="35783" y="12573"/>
                    <a:pt x="35628" y="12573"/>
                  </a:cubicBezTo>
                  <a:cubicBezTo>
                    <a:pt x="35512" y="12573"/>
                    <a:pt x="35358" y="12573"/>
                    <a:pt x="35254" y="12624"/>
                  </a:cubicBezTo>
                  <a:cubicBezTo>
                    <a:pt x="35138" y="12689"/>
                    <a:pt x="35035" y="12740"/>
                    <a:pt x="34932" y="12792"/>
                  </a:cubicBezTo>
                  <a:cubicBezTo>
                    <a:pt x="34713" y="12947"/>
                    <a:pt x="34545" y="13166"/>
                    <a:pt x="34442" y="13385"/>
                  </a:cubicBezTo>
                  <a:cubicBezTo>
                    <a:pt x="34390" y="13437"/>
                    <a:pt x="34390" y="13488"/>
                    <a:pt x="34339" y="13540"/>
                  </a:cubicBezTo>
                  <a:lnTo>
                    <a:pt x="34339" y="13656"/>
                  </a:lnTo>
                  <a:cubicBezTo>
                    <a:pt x="34287" y="13708"/>
                    <a:pt x="34287" y="13759"/>
                    <a:pt x="34287" y="13759"/>
                  </a:cubicBezTo>
                  <a:cubicBezTo>
                    <a:pt x="34287" y="13914"/>
                    <a:pt x="34339" y="14030"/>
                    <a:pt x="34339" y="14185"/>
                  </a:cubicBezTo>
                  <a:cubicBezTo>
                    <a:pt x="34442" y="14404"/>
                    <a:pt x="34545" y="14623"/>
                    <a:pt x="34713" y="14778"/>
                  </a:cubicBezTo>
                  <a:cubicBezTo>
                    <a:pt x="34868" y="14997"/>
                    <a:pt x="35035" y="15152"/>
                    <a:pt x="35190" y="15371"/>
                  </a:cubicBezTo>
                  <a:cubicBezTo>
                    <a:pt x="35461" y="15642"/>
                    <a:pt x="35731" y="15848"/>
                    <a:pt x="36054" y="16067"/>
                  </a:cubicBezTo>
                  <a:lnTo>
                    <a:pt x="36054" y="19832"/>
                  </a:lnTo>
                  <a:lnTo>
                    <a:pt x="12366" y="19832"/>
                  </a:lnTo>
                  <a:lnTo>
                    <a:pt x="12366" y="16067"/>
                  </a:lnTo>
                  <a:cubicBezTo>
                    <a:pt x="12689" y="15848"/>
                    <a:pt x="12947" y="15642"/>
                    <a:pt x="13218" y="15371"/>
                  </a:cubicBezTo>
                  <a:cubicBezTo>
                    <a:pt x="13385" y="15152"/>
                    <a:pt x="13540" y="14997"/>
                    <a:pt x="13708" y="14778"/>
                  </a:cubicBezTo>
                  <a:cubicBezTo>
                    <a:pt x="13811" y="14623"/>
                    <a:pt x="13978" y="14404"/>
                    <a:pt x="14030" y="14185"/>
                  </a:cubicBezTo>
                  <a:cubicBezTo>
                    <a:pt x="14081" y="14030"/>
                    <a:pt x="14133" y="13914"/>
                    <a:pt x="14133" y="13759"/>
                  </a:cubicBezTo>
                  <a:cubicBezTo>
                    <a:pt x="14133" y="13759"/>
                    <a:pt x="14133" y="13708"/>
                    <a:pt x="14081" y="13656"/>
                  </a:cubicBezTo>
                  <a:lnTo>
                    <a:pt x="14081" y="13540"/>
                  </a:lnTo>
                  <a:cubicBezTo>
                    <a:pt x="14030" y="13488"/>
                    <a:pt x="14030" y="13437"/>
                    <a:pt x="13978" y="13385"/>
                  </a:cubicBezTo>
                  <a:cubicBezTo>
                    <a:pt x="13862" y="13166"/>
                    <a:pt x="13708" y="12947"/>
                    <a:pt x="13488" y="12792"/>
                  </a:cubicBezTo>
                  <a:cubicBezTo>
                    <a:pt x="13385" y="12740"/>
                    <a:pt x="13269" y="12689"/>
                    <a:pt x="13166" y="12624"/>
                  </a:cubicBezTo>
                  <a:cubicBezTo>
                    <a:pt x="13063" y="12573"/>
                    <a:pt x="12895" y="12573"/>
                    <a:pt x="12792" y="12573"/>
                  </a:cubicBezTo>
                  <a:cubicBezTo>
                    <a:pt x="12624" y="12573"/>
                    <a:pt x="12470" y="12573"/>
                    <a:pt x="12366" y="12624"/>
                  </a:cubicBezTo>
                  <a:lnTo>
                    <a:pt x="12366" y="2206"/>
                  </a:lnTo>
                  <a:close/>
                  <a:moveTo>
                    <a:pt x="36325" y="16235"/>
                  </a:moveTo>
                  <a:cubicBezTo>
                    <a:pt x="36479" y="16338"/>
                    <a:pt x="36699" y="16441"/>
                    <a:pt x="36866" y="16609"/>
                  </a:cubicBezTo>
                  <a:cubicBezTo>
                    <a:pt x="37021" y="16712"/>
                    <a:pt x="37240" y="16880"/>
                    <a:pt x="37395" y="16983"/>
                  </a:cubicBezTo>
                  <a:cubicBezTo>
                    <a:pt x="37395" y="17034"/>
                    <a:pt x="37446" y="17086"/>
                    <a:pt x="37446" y="17137"/>
                  </a:cubicBezTo>
                  <a:cubicBezTo>
                    <a:pt x="37511" y="17137"/>
                    <a:pt x="37511" y="17137"/>
                    <a:pt x="37511" y="17202"/>
                  </a:cubicBezTo>
                  <a:lnTo>
                    <a:pt x="37511" y="17576"/>
                  </a:lnTo>
                  <a:cubicBezTo>
                    <a:pt x="37511" y="17782"/>
                    <a:pt x="37563" y="18001"/>
                    <a:pt x="37563" y="18272"/>
                  </a:cubicBezTo>
                  <a:cubicBezTo>
                    <a:pt x="37614" y="19188"/>
                    <a:pt x="37717" y="20103"/>
                    <a:pt x="37988" y="21006"/>
                  </a:cubicBezTo>
                  <a:cubicBezTo>
                    <a:pt x="38040" y="21225"/>
                    <a:pt x="38091" y="21444"/>
                    <a:pt x="38156" y="21651"/>
                  </a:cubicBezTo>
                  <a:cubicBezTo>
                    <a:pt x="37988" y="21767"/>
                    <a:pt x="37833" y="21818"/>
                    <a:pt x="37666" y="21818"/>
                  </a:cubicBezTo>
                  <a:lnTo>
                    <a:pt x="10755" y="21818"/>
                  </a:lnTo>
                  <a:cubicBezTo>
                    <a:pt x="10587" y="21818"/>
                    <a:pt x="10368" y="21767"/>
                    <a:pt x="10265" y="21651"/>
                  </a:cubicBezTo>
                  <a:cubicBezTo>
                    <a:pt x="10316" y="21444"/>
                    <a:pt x="10368" y="21225"/>
                    <a:pt x="10432" y="21006"/>
                  </a:cubicBezTo>
                  <a:cubicBezTo>
                    <a:pt x="10690" y="20103"/>
                    <a:pt x="10806" y="19188"/>
                    <a:pt x="10858" y="18272"/>
                  </a:cubicBezTo>
                  <a:cubicBezTo>
                    <a:pt x="10858" y="18001"/>
                    <a:pt x="10858" y="17782"/>
                    <a:pt x="10909" y="17576"/>
                  </a:cubicBezTo>
                  <a:lnTo>
                    <a:pt x="10909" y="17202"/>
                  </a:lnTo>
                  <a:cubicBezTo>
                    <a:pt x="10909" y="17137"/>
                    <a:pt x="10909" y="17137"/>
                    <a:pt x="10961" y="17137"/>
                  </a:cubicBezTo>
                  <a:cubicBezTo>
                    <a:pt x="10961" y="17086"/>
                    <a:pt x="11013" y="17034"/>
                    <a:pt x="11013" y="16983"/>
                  </a:cubicBezTo>
                  <a:cubicBezTo>
                    <a:pt x="11180" y="16880"/>
                    <a:pt x="11335" y="16712"/>
                    <a:pt x="11554" y="16609"/>
                  </a:cubicBezTo>
                  <a:cubicBezTo>
                    <a:pt x="11722" y="16441"/>
                    <a:pt x="11928" y="16338"/>
                    <a:pt x="12096" y="16235"/>
                  </a:cubicBezTo>
                  <a:lnTo>
                    <a:pt x="12096" y="20103"/>
                  </a:lnTo>
                  <a:lnTo>
                    <a:pt x="36325" y="20103"/>
                  </a:lnTo>
                  <a:lnTo>
                    <a:pt x="36325" y="19987"/>
                  </a:lnTo>
                  <a:lnTo>
                    <a:pt x="36325" y="16235"/>
                  </a:lnTo>
                  <a:close/>
                  <a:moveTo>
                    <a:pt x="9620" y="8382"/>
                  </a:moveTo>
                  <a:lnTo>
                    <a:pt x="9620" y="13385"/>
                  </a:lnTo>
                  <a:lnTo>
                    <a:pt x="9246" y="13914"/>
                  </a:lnTo>
                  <a:lnTo>
                    <a:pt x="9246" y="13978"/>
                  </a:lnTo>
                  <a:lnTo>
                    <a:pt x="8279" y="14455"/>
                  </a:lnTo>
                  <a:cubicBezTo>
                    <a:pt x="8060" y="14623"/>
                    <a:pt x="7905" y="14726"/>
                    <a:pt x="7686" y="14829"/>
                  </a:cubicBezTo>
                  <a:lnTo>
                    <a:pt x="7531" y="14945"/>
                  </a:lnTo>
                  <a:cubicBezTo>
                    <a:pt x="7467" y="14997"/>
                    <a:pt x="7467" y="15049"/>
                    <a:pt x="7415" y="15100"/>
                  </a:cubicBezTo>
                  <a:cubicBezTo>
                    <a:pt x="7363" y="15100"/>
                    <a:pt x="7312" y="15152"/>
                    <a:pt x="7260" y="15203"/>
                  </a:cubicBezTo>
                  <a:lnTo>
                    <a:pt x="7209" y="15268"/>
                  </a:lnTo>
                  <a:cubicBezTo>
                    <a:pt x="7209" y="15319"/>
                    <a:pt x="7144" y="15319"/>
                    <a:pt x="7144" y="15371"/>
                  </a:cubicBezTo>
                  <a:cubicBezTo>
                    <a:pt x="6989" y="15526"/>
                    <a:pt x="6886" y="15745"/>
                    <a:pt x="6822" y="15964"/>
                  </a:cubicBezTo>
                  <a:cubicBezTo>
                    <a:pt x="6719" y="16170"/>
                    <a:pt x="6616" y="16390"/>
                    <a:pt x="6564" y="16660"/>
                  </a:cubicBezTo>
                  <a:cubicBezTo>
                    <a:pt x="6396" y="17086"/>
                    <a:pt x="6293" y="17524"/>
                    <a:pt x="6242" y="18001"/>
                  </a:cubicBezTo>
                  <a:lnTo>
                    <a:pt x="6293" y="18001"/>
                  </a:lnTo>
                  <a:cubicBezTo>
                    <a:pt x="6499" y="17576"/>
                    <a:pt x="6616" y="17137"/>
                    <a:pt x="6770" y="16712"/>
                  </a:cubicBezTo>
                  <a:cubicBezTo>
                    <a:pt x="6886" y="16493"/>
                    <a:pt x="6938" y="16286"/>
                    <a:pt x="7041" y="16067"/>
                  </a:cubicBezTo>
                  <a:cubicBezTo>
                    <a:pt x="7144" y="15848"/>
                    <a:pt x="7209" y="15693"/>
                    <a:pt x="7363" y="15474"/>
                  </a:cubicBezTo>
                  <a:lnTo>
                    <a:pt x="7415" y="15423"/>
                  </a:lnTo>
                  <a:lnTo>
                    <a:pt x="7467" y="15371"/>
                  </a:lnTo>
                  <a:cubicBezTo>
                    <a:pt x="7467" y="15319"/>
                    <a:pt x="7531" y="15319"/>
                    <a:pt x="7583" y="15268"/>
                  </a:cubicBezTo>
                  <a:cubicBezTo>
                    <a:pt x="7634" y="15203"/>
                    <a:pt x="7634" y="15203"/>
                    <a:pt x="7686" y="15152"/>
                  </a:cubicBezTo>
                  <a:lnTo>
                    <a:pt x="7853" y="15049"/>
                  </a:lnTo>
                  <a:cubicBezTo>
                    <a:pt x="8008" y="14945"/>
                    <a:pt x="8227" y="14829"/>
                    <a:pt x="8382" y="14726"/>
                  </a:cubicBezTo>
                  <a:cubicBezTo>
                    <a:pt x="8820" y="14455"/>
                    <a:pt x="9194" y="14236"/>
                    <a:pt x="9620" y="14030"/>
                  </a:cubicBezTo>
                  <a:cubicBezTo>
                    <a:pt x="10045" y="13862"/>
                    <a:pt x="10432" y="13656"/>
                    <a:pt x="10858" y="13437"/>
                  </a:cubicBezTo>
                  <a:cubicBezTo>
                    <a:pt x="11283" y="13269"/>
                    <a:pt x="11722" y="13114"/>
                    <a:pt x="12147" y="12947"/>
                  </a:cubicBezTo>
                  <a:cubicBezTo>
                    <a:pt x="12330" y="12880"/>
                    <a:pt x="12516" y="12842"/>
                    <a:pt x="12694" y="12842"/>
                  </a:cubicBezTo>
                  <a:cubicBezTo>
                    <a:pt x="12929" y="12842"/>
                    <a:pt x="13150" y="12909"/>
                    <a:pt x="13334" y="13063"/>
                  </a:cubicBezTo>
                  <a:cubicBezTo>
                    <a:pt x="13488" y="13166"/>
                    <a:pt x="13656" y="13334"/>
                    <a:pt x="13759" y="13540"/>
                  </a:cubicBezTo>
                  <a:cubicBezTo>
                    <a:pt x="13759" y="13540"/>
                    <a:pt x="13759" y="13591"/>
                    <a:pt x="13811" y="13656"/>
                  </a:cubicBezTo>
                  <a:lnTo>
                    <a:pt x="13811" y="13708"/>
                  </a:lnTo>
                  <a:lnTo>
                    <a:pt x="13811" y="13811"/>
                  </a:lnTo>
                  <a:cubicBezTo>
                    <a:pt x="13862" y="13862"/>
                    <a:pt x="13811" y="13978"/>
                    <a:pt x="13759" y="14081"/>
                  </a:cubicBezTo>
                  <a:cubicBezTo>
                    <a:pt x="13708" y="14236"/>
                    <a:pt x="13591" y="14455"/>
                    <a:pt x="13488" y="14623"/>
                  </a:cubicBezTo>
                  <a:cubicBezTo>
                    <a:pt x="13334" y="14829"/>
                    <a:pt x="13218" y="14997"/>
                    <a:pt x="13063" y="15152"/>
                  </a:cubicBezTo>
                  <a:cubicBezTo>
                    <a:pt x="12740" y="15474"/>
                    <a:pt x="12366" y="15745"/>
                    <a:pt x="11980" y="15964"/>
                  </a:cubicBezTo>
                  <a:cubicBezTo>
                    <a:pt x="11773" y="16119"/>
                    <a:pt x="11606" y="16235"/>
                    <a:pt x="11399" y="16390"/>
                  </a:cubicBezTo>
                  <a:cubicBezTo>
                    <a:pt x="11180" y="16493"/>
                    <a:pt x="11013" y="16660"/>
                    <a:pt x="10858" y="16815"/>
                  </a:cubicBezTo>
                  <a:cubicBezTo>
                    <a:pt x="10806" y="16880"/>
                    <a:pt x="10755" y="16931"/>
                    <a:pt x="10690" y="16983"/>
                  </a:cubicBezTo>
                  <a:cubicBezTo>
                    <a:pt x="10690" y="16983"/>
                    <a:pt x="10690" y="17034"/>
                    <a:pt x="10639" y="17034"/>
                  </a:cubicBezTo>
                  <a:lnTo>
                    <a:pt x="10639" y="17086"/>
                  </a:lnTo>
                  <a:lnTo>
                    <a:pt x="10639" y="17137"/>
                  </a:lnTo>
                  <a:lnTo>
                    <a:pt x="10639" y="17202"/>
                  </a:lnTo>
                  <a:lnTo>
                    <a:pt x="10639" y="17576"/>
                  </a:lnTo>
                  <a:cubicBezTo>
                    <a:pt x="10639" y="17782"/>
                    <a:pt x="10587" y="18001"/>
                    <a:pt x="10587" y="18221"/>
                  </a:cubicBezTo>
                  <a:cubicBezTo>
                    <a:pt x="10535" y="19136"/>
                    <a:pt x="10432" y="20039"/>
                    <a:pt x="10213" y="20954"/>
                  </a:cubicBezTo>
                  <a:cubicBezTo>
                    <a:pt x="9994" y="21818"/>
                    <a:pt x="9672" y="22682"/>
                    <a:pt x="9194" y="23482"/>
                  </a:cubicBezTo>
                  <a:lnTo>
                    <a:pt x="9194" y="23533"/>
                  </a:lnTo>
                  <a:lnTo>
                    <a:pt x="7260" y="31270"/>
                  </a:lnTo>
                  <a:lnTo>
                    <a:pt x="271" y="31270"/>
                  </a:lnTo>
                  <a:lnTo>
                    <a:pt x="4191" y="22295"/>
                  </a:lnTo>
                  <a:lnTo>
                    <a:pt x="4191" y="22244"/>
                  </a:lnTo>
                  <a:cubicBezTo>
                    <a:pt x="4140" y="21599"/>
                    <a:pt x="4088" y="20903"/>
                    <a:pt x="4088" y="20258"/>
                  </a:cubicBezTo>
                  <a:cubicBezTo>
                    <a:pt x="4037" y="19562"/>
                    <a:pt x="4037" y="18917"/>
                    <a:pt x="4088" y="18221"/>
                  </a:cubicBezTo>
                  <a:cubicBezTo>
                    <a:pt x="4088" y="17576"/>
                    <a:pt x="4140" y="16880"/>
                    <a:pt x="4191" y="16235"/>
                  </a:cubicBezTo>
                  <a:cubicBezTo>
                    <a:pt x="4307" y="15590"/>
                    <a:pt x="4411" y="14881"/>
                    <a:pt x="4681" y="14301"/>
                  </a:cubicBezTo>
                  <a:cubicBezTo>
                    <a:pt x="4952" y="13708"/>
                    <a:pt x="5274" y="13114"/>
                    <a:pt x="5648" y="12521"/>
                  </a:cubicBezTo>
                  <a:cubicBezTo>
                    <a:pt x="6022" y="11980"/>
                    <a:pt x="6396" y="11399"/>
                    <a:pt x="6770" y="10858"/>
                  </a:cubicBezTo>
                  <a:cubicBezTo>
                    <a:pt x="7209" y="10368"/>
                    <a:pt x="7634" y="9839"/>
                    <a:pt x="8060" y="9298"/>
                  </a:cubicBezTo>
                  <a:cubicBezTo>
                    <a:pt x="8176" y="9194"/>
                    <a:pt x="8279" y="9078"/>
                    <a:pt x="8434" y="8975"/>
                  </a:cubicBezTo>
                  <a:cubicBezTo>
                    <a:pt x="8498" y="8924"/>
                    <a:pt x="8550" y="8872"/>
                    <a:pt x="8601" y="8820"/>
                  </a:cubicBezTo>
                  <a:cubicBezTo>
                    <a:pt x="8601" y="8756"/>
                    <a:pt x="8653" y="8756"/>
                    <a:pt x="8653" y="8756"/>
                  </a:cubicBezTo>
                  <a:lnTo>
                    <a:pt x="8756" y="8704"/>
                  </a:lnTo>
                  <a:cubicBezTo>
                    <a:pt x="9027" y="8601"/>
                    <a:pt x="9298" y="8498"/>
                    <a:pt x="9620" y="8382"/>
                  </a:cubicBezTo>
                  <a:close/>
                  <a:moveTo>
                    <a:pt x="38800" y="8382"/>
                  </a:moveTo>
                  <a:cubicBezTo>
                    <a:pt x="39058" y="8498"/>
                    <a:pt x="39381" y="8601"/>
                    <a:pt x="39600" y="8704"/>
                  </a:cubicBezTo>
                  <a:lnTo>
                    <a:pt x="39767" y="8756"/>
                  </a:lnTo>
                  <a:cubicBezTo>
                    <a:pt x="39767" y="8756"/>
                    <a:pt x="39819" y="8756"/>
                    <a:pt x="39819" y="8820"/>
                  </a:cubicBezTo>
                  <a:cubicBezTo>
                    <a:pt x="39871" y="8872"/>
                    <a:pt x="39922" y="8924"/>
                    <a:pt x="39974" y="8975"/>
                  </a:cubicBezTo>
                  <a:cubicBezTo>
                    <a:pt x="40141" y="9078"/>
                    <a:pt x="40245" y="9194"/>
                    <a:pt x="40348" y="9298"/>
                  </a:cubicBezTo>
                  <a:cubicBezTo>
                    <a:pt x="40786" y="9839"/>
                    <a:pt x="41212" y="10368"/>
                    <a:pt x="41637" y="10858"/>
                  </a:cubicBezTo>
                  <a:cubicBezTo>
                    <a:pt x="42024" y="11399"/>
                    <a:pt x="42398" y="11980"/>
                    <a:pt x="42772" y="12521"/>
                  </a:cubicBezTo>
                  <a:cubicBezTo>
                    <a:pt x="43146" y="13114"/>
                    <a:pt x="43468" y="13708"/>
                    <a:pt x="43739" y="14301"/>
                  </a:cubicBezTo>
                  <a:cubicBezTo>
                    <a:pt x="43958" y="14881"/>
                    <a:pt x="44113" y="15590"/>
                    <a:pt x="44216" y="16235"/>
                  </a:cubicBezTo>
                  <a:cubicBezTo>
                    <a:pt x="44281" y="16880"/>
                    <a:pt x="44332" y="17576"/>
                    <a:pt x="44332" y="18221"/>
                  </a:cubicBezTo>
                  <a:cubicBezTo>
                    <a:pt x="44384" y="18917"/>
                    <a:pt x="44384" y="19562"/>
                    <a:pt x="44332" y="20258"/>
                  </a:cubicBezTo>
                  <a:cubicBezTo>
                    <a:pt x="44332" y="20903"/>
                    <a:pt x="44281" y="21599"/>
                    <a:pt x="44216" y="22244"/>
                  </a:cubicBezTo>
                  <a:lnTo>
                    <a:pt x="44216" y="22295"/>
                  </a:lnTo>
                  <a:lnTo>
                    <a:pt x="48149" y="31270"/>
                  </a:lnTo>
                  <a:lnTo>
                    <a:pt x="41160" y="31270"/>
                  </a:lnTo>
                  <a:lnTo>
                    <a:pt x="39226" y="23533"/>
                  </a:lnTo>
                  <a:lnTo>
                    <a:pt x="39226" y="23482"/>
                  </a:lnTo>
                  <a:cubicBezTo>
                    <a:pt x="38736" y="22682"/>
                    <a:pt x="38414" y="21818"/>
                    <a:pt x="38207" y="20954"/>
                  </a:cubicBezTo>
                  <a:cubicBezTo>
                    <a:pt x="37988" y="20039"/>
                    <a:pt x="37885" y="19136"/>
                    <a:pt x="37833" y="18221"/>
                  </a:cubicBezTo>
                  <a:cubicBezTo>
                    <a:pt x="37833" y="18001"/>
                    <a:pt x="37769" y="17782"/>
                    <a:pt x="37769" y="17576"/>
                  </a:cubicBezTo>
                  <a:lnTo>
                    <a:pt x="37769" y="17202"/>
                  </a:lnTo>
                  <a:lnTo>
                    <a:pt x="37769" y="17137"/>
                  </a:lnTo>
                  <a:cubicBezTo>
                    <a:pt x="37769" y="17137"/>
                    <a:pt x="37769" y="17086"/>
                    <a:pt x="37717" y="17086"/>
                  </a:cubicBezTo>
                  <a:lnTo>
                    <a:pt x="37717" y="17034"/>
                  </a:lnTo>
                  <a:lnTo>
                    <a:pt x="37717" y="16983"/>
                  </a:lnTo>
                  <a:cubicBezTo>
                    <a:pt x="37666" y="16931"/>
                    <a:pt x="37614" y="16880"/>
                    <a:pt x="37563" y="16815"/>
                  </a:cubicBezTo>
                  <a:cubicBezTo>
                    <a:pt x="37395" y="16660"/>
                    <a:pt x="37189" y="16493"/>
                    <a:pt x="37021" y="16390"/>
                  </a:cubicBezTo>
                  <a:cubicBezTo>
                    <a:pt x="36802" y="16235"/>
                    <a:pt x="36647" y="16119"/>
                    <a:pt x="36428" y="15964"/>
                  </a:cubicBezTo>
                  <a:cubicBezTo>
                    <a:pt x="36054" y="15745"/>
                    <a:pt x="35680" y="15474"/>
                    <a:pt x="35358" y="15152"/>
                  </a:cubicBezTo>
                  <a:cubicBezTo>
                    <a:pt x="35190" y="14997"/>
                    <a:pt x="35087" y="14829"/>
                    <a:pt x="34932" y="14623"/>
                  </a:cubicBezTo>
                  <a:cubicBezTo>
                    <a:pt x="34816" y="14455"/>
                    <a:pt x="34713" y="14236"/>
                    <a:pt x="34610" y="14081"/>
                  </a:cubicBezTo>
                  <a:cubicBezTo>
                    <a:pt x="34610" y="13978"/>
                    <a:pt x="34545" y="13862"/>
                    <a:pt x="34545" y="13811"/>
                  </a:cubicBezTo>
                  <a:cubicBezTo>
                    <a:pt x="34545" y="13759"/>
                    <a:pt x="34610" y="13759"/>
                    <a:pt x="34610" y="13708"/>
                  </a:cubicBezTo>
                  <a:lnTo>
                    <a:pt x="34610" y="13656"/>
                  </a:lnTo>
                  <a:cubicBezTo>
                    <a:pt x="34610" y="13591"/>
                    <a:pt x="34661" y="13540"/>
                    <a:pt x="34661" y="13540"/>
                  </a:cubicBezTo>
                  <a:cubicBezTo>
                    <a:pt x="34764" y="13334"/>
                    <a:pt x="34932" y="13166"/>
                    <a:pt x="35087" y="13063"/>
                  </a:cubicBezTo>
                  <a:cubicBezTo>
                    <a:pt x="35270" y="12909"/>
                    <a:pt x="35487" y="12842"/>
                    <a:pt x="35721" y="12842"/>
                  </a:cubicBezTo>
                  <a:cubicBezTo>
                    <a:pt x="35898" y="12842"/>
                    <a:pt x="36084" y="12880"/>
                    <a:pt x="36273" y="12947"/>
                  </a:cubicBezTo>
                  <a:cubicBezTo>
                    <a:pt x="36699" y="13114"/>
                    <a:pt x="37124" y="13269"/>
                    <a:pt x="37563" y="13437"/>
                  </a:cubicBezTo>
                  <a:cubicBezTo>
                    <a:pt x="37988" y="13656"/>
                    <a:pt x="38362" y="13862"/>
                    <a:pt x="38800" y="14030"/>
                  </a:cubicBezTo>
                  <a:cubicBezTo>
                    <a:pt x="39226" y="14236"/>
                    <a:pt x="39600" y="14455"/>
                    <a:pt x="39974" y="14726"/>
                  </a:cubicBezTo>
                  <a:cubicBezTo>
                    <a:pt x="40193" y="14829"/>
                    <a:pt x="40412" y="14945"/>
                    <a:pt x="40567" y="15049"/>
                  </a:cubicBezTo>
                  <a:lnTo>
                    <a:pt x="40735" y="15152"/>
                  </a:lnTo>
                  <a:cubicBezTo>
                    <a:pt x="40735" y="15203"/>
                    <a:pt x="40786" y="15203"/>
                    <a:pt x="40838" y="15268"/>
                  </a:cubicBezTo>
                  <a:cubicBezTo>
                    <a:pt x="40889" y="15319"/>
                    <a:pt x="40941" y="15319"/>
                    <a:pt x="40941" y="15371"/>
                  </a:cubicBezTo>
                  <a:lnTo>
                    <a:pt x="40992" y="15423"/>
                  </a:lnTo>
                  <a:lnTo>
                    <a:pt x="41057" y="15474"/>
                  </a:lnTo>
                  <a:cubicBezTo>
                    <a:pt x="41160" y="15693"/>
                    <a:pt x="41263" y="15848"/>
                    <a:pt x="41379" y="16067"/>
                  </a:cubicBezTo>
                  <a:cubicBezTo>
                    <a:pt x="41482" y="16286"/>
                    <a:pt x="41534" y="16493"/>
                    <a:pt x="41637" y="16712"/>
                  </a:cubicBezTo>
                  <a:cubicBezTo>
                    <a:pt x="41753" y="17137"/>
                    <a:pt x="41908" y="17576"/>
                    <a:pt x="42127" y="18001"/>
                  </a:cubicBezTo>
                  <a:cubicBezTo>
                    <a:pt x="42127" y="17524"/>
                    <a:pt x="42024" y="17086"/>
                    <a:pt x="41856" y="16660"/>
                  </a:cubicBezTo>
                  <a:cubicBezTo>
                    <a:pt x="41805" y="16390"/>
                    <a:pt x="41702" y="16170"/>
                    <a:pt x="41586" y="15964"/>
                  </a:cubicBezTo>
                  <a:cubicBezTo>
                    <a:pt x="41534" y="15745"/>
                    <a:pt x="41431" y="15526"/>
                    <a:pt x="41263" y="15371"/>
                  </a:cubicBezTo>
                  <a:cubicBezTo>
                    <a:pt x="41263" y="15319"/>
                    <a:pt x="41212" y="15319"/>
                    <a:pt x="41212" y="15268"/>
                  </a:cubicBezTo>
                  <a:lnTo>
                    <a:pt x="41160" y="15203"/>
                  </a:lnTo>
                  <a:cubicBezTo>
                    <a:pt x="41109" y="15152"/>
                    <a:pt x="41057" y="15100"/>
                    <a:pt x="40992" y="15100"/>
                  </a:cubicBezTo>
                  <a:cubicBezTo>
                    <a:pt x="40941" y="15049"/>
                    <a:pt x="40889" y="14997"/>
                    <a:pt x="40889" y="14945"/>
                  </a:cubicBezTo>
                  <a:lnTo>
                    <a:pt x="40735" y="14829"/>
                  </a:lnTo>
                  <a:cubicBezTo>
                    <a:pt x="40515" y="14726"/>
                    <a:pt x="40348" y="14623"/>
                    <a:pt x="40141" y="14455"/>
                  </a:cubicBezTo>
                  <a:lnTo>
                    <a:pt x="39174" y="13978"/>
                  </a:lnTo>
                  <a:lnTo>
                    <a:pt x="39174" y="13914"/>
                  </a:lnTo>
                  <a:lnTo>
                    <a:pt x="38800" y="13385"/>
                  </a:lnTo>
                  <a:lnTo>
                    <a:pt x="38800" y="8382"/>
                  </a:lnTo>
                  <a:close/>
                  <a:moveTo>
                    <a:pt x="10755" y="1"/>
                  </a:moveTo>
                  <a:cubicBezTo>
                    <a:pt x="10110" y="1"/>
                    <a:pt x="9568" y="491"/>
                    <a:pt x="9568" y="1135"/>
                  </a:cubicBezTo>
                  <a:lnTo>
                    <a:pt x="9568" y="8176"/>
                  </a:lnTo>
                  <a:cubicBezTo>
                    <a:pt x="9298" y="8279"/>
                    <a:pt x="8975" y="8382"/>
                    <a:pt x="8704" y="8498"/>
                  </a:cubicBezTo>
                  <a:lnTo>
                    <a:pt x="8601" y="8550"/>
                  </a:lnTo>
                  <a:cubicBezTo>
                    <a:pt x="8550" y="8601"/>
                    <a:pt x="8498" y="8601"/>
                    <a:pt x="8434" y="8653"/>
                  </a:cubicBezTo>
                  <a:cubicBezTo>
                    <a:pt x="8382" y="8704"/>
                    <a:pt x="8330" y="8756"/>
                    <a:pt x="8279" y="8820"/>
                  </a:cubicBezTo>
                  <a:cubicBezTo>
                    <a:pt x="8176" y="8924"/>
                    <a:pt x="8008" y="9078"/>
                    <a:pt x="7905" y="9194"/>
                  </a:cubicBezTo>
                  <a:cubicBezTo>
                    <a:pt x="7467" y="9672"/>
                    <a:pt x="7041" y="10213"/>
                    <a:pt x="6616" y="10755"/>
                  </a:cubicBezTo>
                  <a:cubicBezTo>
                    <a:pt x="6242" y="11283"/>
                    <a:pt x="5803" y="11876"/>
                    <a:pt x="5481" y="12418"/>
                  </a:cubicBezTo>
                  <a:cubicBezTo>
                    <a:pt x="5107" y="13011"/>
                    <a:pt x="4784" y="13591"/>
                    <a:pt x="4514" y="14236"/>
                  </a:cubicBezTo>
                  <a:cubicBezTo>
                    <a:pt x="4243" y="14829"/>
                    <a:pt x="4088" y="15526"/>
                    <a:pt x="4037" y="16235"/>
                  </a:cubicBezTo>
                  <a:cubicBezTo>
                    <a:pt x="3921" y="16880"/>
                    <a:pt x="3869" y="17576"/>
                    <a:pt x="3869" y="18221"/>
                  </a:cubicBezTo>
                  <a:cubicBezTo>
                    <a:pt x="3817" y="18917"/>
                    <a:pt x="3817" y="19613"/>
                    <a:pt x="3869" y="20258"/>
                  </a:cubicBezTo>
                  <a:cubicBezTo>
                    <a:pt x="3869" y="20903"/>
                    <a:pt x="3921" y="21599"/>
                    <a:pt x="3985" y="22244"/>
                  </a:cubicBezTo>
                  <a:lnTo>
                    <a:pt x="1" y="31322"/>
                  </a:lnTo>
                  <a:lnTo>
                    <a:pt x="1" y="31386"/>
                  </a:lnTo>
                  <a:cubicBezTo>
                    <a:pt x="1" y="31438"/>
                    <a:pt x="52" y="31438"/>
                    <a:pt x="117" y="31438"/>
                  </a:cubicBezTo>
                  <a:lnTo>
                    <a:pt x="7312" y="31438"/>
                  </a:lnTo>
                  <a:cubicBezTo>
                    <a:pt x="7363" y="31438"/>
                    <a:pt x="7415" y="31438"/>
                    <a:pt x="7415" y="31386"/>
                  </a:cubicBezTo>
                  <a:lnTo>
                    <a:pt x="9401" y="23585"/>
                  </a:lnTo>
                  <a:cubicBezTo>
                    <a:pt x="9723" y="23056"/>
                    <a:pt x="9942" y="22515"/>
                    <a:pt x="10162" y="21921"/>
                  </a:cubicBezTo>
                  <a:cubicBezTo>
                    <a:pt x="10316" y="22037"/>
                    <a:pt x="10535" y="22089"/>
                    <a:pt x="10755" y="22089"/>
                  </a:cubicBezTo>
                  <a:lnTo>
                    <a:pt x="37666" y="22089"/>
                  </a:lnTo>
                  <a:cubicBezTo>
                    <a:pt x="37885" y="22089"/>
                    <a:pt x="38040" y="22037"/>
                    <a:pt x="38259" y="21921"/>
                  </a:cubicBezTo>
                  <a:cubicBezTo>
                    <a:pt x="38414" y="22463"/>
                    <a:pt x="38684" y="23056"/>
                    <a:pt x="39007" y="23585"/>
                  </a:cubicBezTo>
                  <a:lnTo>
                    <a:pt x="40992" y="31386"/>
                  </a:lnTo>
                  <a:cubicBezTo>
                    <a:pt x="40992" y="31438"/>
                    <a:pt x="41057" y="31438"/>
                    <a:pt x="41109" y="31438"/>
                  </a:cubicBezTo>
                  <a:lnTo>
                    <a:pt x="48355" y="31438"/>
                  </a:lnTo>
                  <a:cubicBezTo>
                    <a:pt x="48407" y="31438"/>
                    <a:pt x="48407" y="31386"/>
                    <a:pt x="48407" y="31322"/>
                  </a:cubicBezTo>
                  <a:lnTo>
                    <a:pt x="44435" y="22244"/>
                  </a:lnTo>
                  <a:cubicBezTo>
                    <a:pt x="44487" y="21599"/>
                    <a:pt x="44487" y="20903"/>
                    <a:pt x="44538" y="20258"/>
                  </a:cubicBezTo>
                  <a:cubicBezTo>
                    <a:pt x="44538" y="19613"/>
                    <a:pt x="44603" y="18917"/>
                    <a:pt x="44538" y="18221"/>
                  </a:cubicBezTo>
                  <a:cubicBezTo>
                    <a:pt x="44538" y="17576"/>
                    <a:pt x="44487" y="16880"/>
                    <a:pt x="44384" y="16235"/>
                  </a:cubicBezTo>
                  <a:cubicBezTo>
                    <a:pt x="44332" y="15526"/>
                    <a:pt x="44165" y="14829"/>
                    <a:pt x="43894" y="14236"/>
                  </a:cubicBezTo>
                  <a:cubicBezTo>
                    <a:pt x="43636" y="13591"/>
                    <a:pt x="43313" y="13011"/>
                    <a:pt x="42927" y="12418"/>
                  </a:cubicBezTo>
                  <a:cubicBezTo>
                    <a:pt x="42553" y="11876"/>
                    <a:pt x="42179" y="11283"/>
                    <a:pt x="41805" y="10755"/>
                  </a:cubicBezTo>
                  <a:cubicBezTo>
                    <a:pt x="41379" y="10213"/>
                    <a:pt x="40941" y="9672"/>
                    <a:pt x="40515" y="9194"/>
                  </a:cubicBezTo>
                  <a:cubicBezTo>
                    <a:pt x="40348" y="9078"/>
                    <a:pt x="40245" y="8924"/>
                    <a:pt x="40141" y="8820"/>
                  </a:cubicBezTo>
                  <a:cubicBezTo>
                    <a:pt x="40090" y="8756"/>
                    <a:pt x="40025" y="8704"/>
                    <a:pt x="39922" y="8653"/>
                  </a:cubicBezTo>
                  <a:cubicBezTo>
                    <a:pt x="39922" y="8601"/>
                    <a:pt x="39871" y="8601"/>
                    <a:pt x="39819" y="8550"/>
                  </a:cubicBezTo>
                  <a:lnTo>
                    <a:pt x="39703" y="8498"/>
                  </a:lnTo>
                  <a:cubicBezTo>
                    <a:pt x="39381" y="8382"/>
                    <a:pt x="39123" y="8279"/>
                    <a:pt x="38800" y="8176"/>
                  </a:cubicBezTo>
                  <a:lnTo>
                    <a:pt x="38800" y="1135"/>
                  </a:lnTo>
                  <a:cubicBezTo>
                    <a:pt x="38800" y="491"/>
                    <a:pt x="38310" y="1"/>
                    <a:pt x="3766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2"/>
            <p:cNvSpPr/>
            <p:nvPr/>
          </p:nvSpPr>
          <p:spPr>
            <a:xfrm>
              <a:off x="4235175" y="5053250"/>
              <a:ext cx="11975" cy="20600"/>
            </a:xfrm>
            <a:custGeom>
              <a:avLst/>
              <a:gdLst/>
              <a:ahLst/>
              <a:cxnLst/>
              <a:rect l="l" t="t" r="r" b="b"/>
              <a:pathLst>
                <a:path w="479" h="824" extrusionOk="0">
                  <a:moveTo>
                    <a:pt x="453" y="1"/>
                  </a:moveTo>
                  <a:cubicBezTo>
                    <a:pt x="396" y="1"/>
                    <a:pt x="307" y="157"/>
                    <a:pt x="207" y="388"/>
                  </a:cubicBezTo>
                  <a:cubicBezTo>
                    <a:pt x="53" y="659"/>
                    <a:pt x="1" y="814"/>
                    <a:pt x="53" y="814"/>
                  </a:cubicBezTo>
                  <a:cubicBezTo>
                    <a:pt x="53" y="821"/>
                    <a:pt x="54" y="824"/>
                    <a:pt x="58" y="824"/>
                  </a:cubicBezTo>
                  <a:cubicBezTo>
                    <a:pt x="80" y="824"/>
                    <a:pt x="177" y="676"/>
                    <a:pt x="323" y="440"/>
                  </a:cubicBezTo>
                  <a:cubicBezTo>
                    <a:pt x="426" y="169"/>
                    <a:pt x="478" y="14"/>
                    <a:pt x="478" y="14"/>
                  </a:cubicBezTo>
                  <a:cubicBezTo>
                    <a:pt x="471" y="5"/>
                    <a:pt x="462" y="1"/>
                    <a:pt x="453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2"/>
            <p:cNvSpPr/>
            <p:nvPr/>
          </p:nvSpPr>
          <p:spPr>
            <a:xfrm>
              <a:off x="4133000" y="5002350"/>
              <a:ext cx="45800" cy="48375"/>
            </a:xfrm>
            <a:custGeom>
              <a:avLst/>
              <a:gdLst/>
              <a:ahLst/>
              <a:cxnLst/>
              <a:rect l="l" t="t" r="r" b="b"/>
              <a:pathLst>
                <a:path w="1832" h="1935" extrusionOk="0">
                  <a:moveTo>
                    <a:pt x="916" y="219"/>
                  </a:moveTo>
                  <a:cubicBezTo>
                    <a:pt x="1135" y="219"/>
                    <a:pt x="1290" y="323"/>
                    <a:pt x="1393" y="374"/>
                  </a:cubicBezTo>
                  <a:cubicBezTo>
                    <a:pt x="1457" y="439"/>
                    <a:pt x="1509" y="490"/>
                    <a:pt x="1561" y="542"/>
                  </a:cubicBezTo>
                  <a:cubicBezTo>
                    <a:pt x="1561" y="542"/>
                    <a:pt x="1612" y="542"/>
                    <a:pt x="1612" y="593"/>
                  </a:cubicBezTo>
                  <a:lnTo>
                    <a:pt x="1612" y="645"/>
                  </a:lnTo>
                  <a:cubicBezTo>
                    <a:pt x="1612" y="864"/>
                    <a:pt x="1561" y="967"/>
                    <a:pt x="1509" y="1135"/>
                  </a:cubicBezTo>
                  <a:cubicBezTo>
                    <a:pt x="1393" y="1341"/>
                    <a:pt x="1238" y="1457"/>
                    <a:pt x="1071" y="1560"/>
                  </a:cubicBezTo>
                  <a:cubicBezTo>
                    <a:pt x="1019" y="1612"/>
                    <a:pt x="916" y="1664"/>
                    <a:pt x="864" y="1664"/>
                  </a:cubicBezTo>
                  <a:cubicBezTo>
                    <a:pt x="864" y="1664"/>
                    <a:pt x="813" y="1664"/>
                    <a:pt x="813" y="1728"/>
                  </a:cubicBezTo>
                  <a:lnTo>
                    <a:pt x="748" y="1664"/>
                  </a:lnTo>
                  <a:cubicBezTo>
                    <a:pt x="645" y="1664"/>
                    <a:pt x="542" y="1560"/>
                    <a:pt x="426" y="1406"/>
                  </a:cubicBezTo>
                  <a:cubicBezTo>
                    <a:pt x="323" y="1290"/>
                    <a:pt x="220" y="1135"/>
                    <a:pt x="220" y="967"/>
                  </a:cubicBezTo>
                  <a:cubicBezTo>
                    <a:pt x="220" y="813"/>
                    <a:pt x="271" y="696"/>
                    <a:pt x="374" y="542"/>
                  </a:cubicBezTo>
                  <a:cubicBezTo>
                    <a:pt x="490" y="439"/>
                    <a:pt x="542" y="374"/>
                    <a:pt x="645" y="323"/>
                  </a:cubicBezTo>
                  <a:cubicBezTo>
                    <a:pt x="748" y="271"/>
                    <a:pt x="864" y="219"/>
                    <a:pt x="916" y="219"/>
                  </a:cubicBezTo>
                  <a:close/>
                  <a:moveTo>
                    <a:pt x="916" y="0"/>
                  </a:moveTo>
                  <a:cubicBezTo>
                    <a:pt x="813" y="0"/>
                    <a:pt x="645" y="0"/>
                    <a:pt x="542" y="116"/>
                  </a:cubicBezTo>
                  <a:cubicBezTo>
                    <a:pt x="426" y="168"/>
                    <a:pt x="271" y="271"/>
                    <a:pt x="168" y="374"/>
                  </a:cubicBezTo>
                  <a:cubicBezTo>
                    <a:pt x="52" y="593"/>
                    <a:pt x="0" y="761"/>
                    <a:pt x="0" y="967"/>
                  </a:cubicBezTo>
                  <a:cubicBezTo>
                    <a:pt x="0" y="1083"/>
                    <a:pt x="52" y="1238"/>
                    <a:pt x="104" y="1341"/>
                  </a:cubicBezTo>
                  <a:cubicBezTo>
                    <a:pt x="168" y="1560"/>
                    <a:pt x="323" y="1664"/>
                    <a:pt x="426" y="1780"/>
                  </a:cubicBezTo>
                  <a:cubicBezTo>
                    <a:pt x="490" y="1831"/>
                    <a:pt x="594" y="1883"/>
                    <a:pt x="594" y="1883"/>
                  </a:cubicBezTo>
                  <a:cubicBezTo>
                    <a:pt x="645" y="1934"/>
                    <a:pt x="645" y="1934"/>
                    <a:pt x="697" y="1934"/>
                  </a:cubicBezTo>
                  <a:lnTo>
                    <a:pt x="916" y="1934"/>
                  </a:lnTo>
                  <a:cubicBezTo>
                    <a:pt x="1019" y="1883"/>
                    <a:pt x="1290" y="1780"/>
                    <a:pt x="1457" y="1560"/>
                  </a:cubicBezTo>
                  <a:cubicBezTo>
                    <a:pt x="1664" y="1341"/>
                    <a:pt x="1831" y="1019"/>
                    <a:pt x="1831" y="645"/>
                  </a:cubicBezTo>
                  <a:lnTo>
                    <a:pt x="1831" y="542"/>
                  </a:lnTo>
                  <a:lnTo>
                    <a:pt x="1831" y="439"/>
                  </a:lnTo>
                  <a:cubicBezTo>
                    <a:pt x="1780" y="374"/>
                    <a:pt x="1715" y="323"/>
                    <a:pt x="1664" y="271"/>
                  </a:cubicBezTo>
                  <a:cubicBezTo>
                    <a:pt x="1612" y="219"/>
                    <a:pt x="1509" y="168"/>
                    <a:pt x="1341" y="116"/>
                  </a:cubicBezTo>
                  <a:cubicBezTo>
                    <a:pt x="1238" y="52"/>
                    <a:pt x="1071" y="0"/>
                    <a:pt x="91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2"/>
            <p:cNvSpPr/>
            <p:nvPr/>
          </p:nvSpPr>
          <p:spPr>
            <a:xfrm>
              <a:off x="3774200" y="5055200"/>
              <a:ext cx="38075" cy="58700"/>
            </a:xfrm>
            <a:custGeom>
              <a:avLst/>
              <a:gdLst/>
              <a:ahLst/>
              <a:cxnLst/>
              <a:rect l="l" t="t" r="r" b="b"/>
              <a:pathLst>
                <a:path w="1523" h="2348" extrusionOk="0">
                  <a:moveTo>
                    <a:pt x="723" y="259"/>
                  </a:moveTo>
                  <a:cubicBezTo>
                    <a:pt x="865" y="259"/>
                    <a:pt x="981" y="297"/>
                    <a:pt x="1058" y="375"/>
                  </a:cubicBezTo>
                  <a:cubicBezTo>
                    <a:pt x="1148" y="452"/>
                    <a:pt x="1187" y="555"/>
                    <a:pt x="1187" y="697"/>
                  </a:cubicBezTo>
                  <a:cubicBezTo>
                    <a:pt x="1187" y="839"/>
                    <a:pt x="1148" y="955"/>
                    <a:pt x="1058" y="1032"/>
                  </a:cubicBezTo>
                  <a:cubicBezTo>
                    <a:pt x="981" y="1110"/>
                    <a:pt x="865" y="1136"/>
                    <a:pt x="723" y="1136"/>
                  </a:cubicBezTo>
                  <a:lnTo>
                    <a:pt x="323" y="1136"/>
                  </a:lnTo>
                  <a:lnTo>
                    <a:pt x="323" y="259"/>
                  </a:lnTo>
                  <a:close/>
                  <a:moveTo>
                    <a:pt x="1" y="1"/>
                  </a:moveTo>
                  <a:lnTo>
                    <a:pt x="1" y="2348"/>
                  </a:lnTo>
                  <a:lnTo>
                    <a:pt x="323" y="2348"/>
                  </a:lnTo>
                  <a:lnTo>
                    <a:pt x="323" y="1406"/>
                  </a:lnTo>
                  <a:lnTo>
                    <a:pt x="723" y="1406"/>
                  </a:lnTo>
                  <a:cubicBezTo>
                    <a:pt x="981" y="1406"/>
                    <a:pt x="1187" y="1342"/>
                    <a:pt x="1316" y="1226"/>
                  </a:cubicBezTo>
                  <a:cubicBezTo>
                    <a:pt x="1445" y="1110"/>
                    <a:pt x="1522" y="929"/>
                    <a:pt x="1522" y="697"/>
                  </a:cubicBezTo>
                  <a:cubicBezTo>
                    <a:pt x="1522" y="465"/>
                    <a:pt x="1445" y="297"/>
                    <a:pt x="1316" y="181"/>
                  </a:cubicBezTo>
                  <a:cubicBezTo>
                    <a:pt x="1187" y="52"/>
                    <a:pt x="981" y="1"/>
                    <a:pt x="72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2"/>
            <p:cNvSpPr/>
            <p:nvPr/>
          </p:nvSpPr>
          <p:spPr>
            <a:xfrm>
              <a:off x="3822875" y="5055200"/>
              <a:ext cx="36450" cy="58700"/>
            </a:xfrm>
            <a:custGeom>
              <a:avLst/>
              <a:gdLst/>
              <a:ahLst/>
              <a:cxnLst/>
              <a:rect l="l" t="t" r="r" b="b"/>
              <a:pathLst>
                <a:path w="1458" h="2348" extrusionOk="0">
                  <a:moveTo>
                    <a:pt x="1" y="1"/>
                  </a:moveTo>
                  <a:lnTo>
                    <a:pt x="1" y="2348"/>
                  </a:lnTo>
                  <a:lnTo>
                    <a:pt x="1458" y="2348"/>
                  </a:lnTo>
                  <a:lnTo>
                    <a:pt x="1458" y="2077"/>
                  </a:lnTo>
                  <a:lnTo>
                    <a:pt x="310" y="2077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2"/>
            <p:cNvSpPr/>
            <p:nvPr/>
          </p:nvSpPr>
          <p:spPr>
            <a:xfrm>
              <a:off x="3860275" y="5055200"/>
              <a:ext cx="53850" cy="58700"/>
            </a:xfrm>
            <a:custGeom>
              <a:avLst/>
              <a:gdLst/>
              <a:ahLst/>
              <a:cxnLst/>
              <a:rect l="l" t="t" r="r" b="b"/>
              <a:pathLst>
                <a:path w="2154" h="2348" extrusionOk="0">
                  <a:moveTo>
                    <a:pt x="1084" y="310"/>
                  </a:moveTo>
                  <a:lnTo>
                    <a:pt x="1522" y="1484"/>
                  </a:lnTo>
                  <a:lnTo>
                    <a:pt x="658" y="1484"/>
                  </a:lnTo>
                  <a:lnTo>
                    <a:pt x="1084" y="310"/>
                  </a:lnTo>
                  <a:close/>
                  <a:moveTo>
                    <a:pt x="903" y="1"/>
                  </a:moveTo>
                  <a:lnTo>
                    <a:pt x="1" y="2348"/>
                  </a:lnTo>
                  <a:lnTo>
                    <a:pt x="336" y="2348"/>
                  </a:lnTo>
                  <a:lnTo>
                    <a:pt x="555" y="1742"/>
                  </a:lnTo>
                  <a:lnTo>
                    <a:pt x="1612" y="1742"/>
                  </a:lnTo>
                  <a:lnTo>
                    <a:pt x="1832" y="2348"/>
                  </a:lnTo>
                  <a:lnTo>
                    <a:pt x="2154" y="2348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2"/>
            <p:cNvSpPr/>
            <p:nvPr/>
          </p:nvSpPr>
          <p:spPr>
            <a:xfrm>
              <a:off x="3914750" y="5055200"/>
              <a:ext cx="49675" cy="58700"/>
            </a:xfrm>
            <a:custGeom>
              <a:avLst/>
              <a:gdLst/>
              <a:ahLst/>
              <a:cxnLst/>
              <a:rect l="l" t="t" r="r" b="b"/>
              <a:pathLst>
                <a:path w="1987" h="2348" extrusionOk="0">
                  <a:moveTo>
                    <a:pt x="1" y="1"/>
                  </a:moveTo>
                  <a:lnTo>
                    <a:pt x="839" y="1226"/>
                  </a:lnTo>
                  <a:lnTo>
                    <a:pt x="839" y="2348"/>
                  </a:lnTo>
                  <a:lnTo>
                    <a:pt x="1148" y="2348"/>
                  </a:lnTo>
                  <a:lnTo>
                    <a:pt x="1148" y="1226"/>
                  </a:lnTo>
                  <a:lnTo>
                    <a:pt x="1987" y="1"/>
                  </a:lnTo>
                  <a:lnTo>
                    <a:pt x="1638" y="1"/>
                  </a:lnTo>
                  <a:lnTo>
                    <a:pt x="994" y="96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2"/>
            <p:cNvSpPr/>
            <p:nvPr/>
          </p:nvSpPr>
          <p:spPr>
            <a:xfrm>
              <a:off x="3947625" y="4522975"/>
              <a:ext cx="166700" cy="115450"/>
            </a:xfrm>
            <a:custGeom>
              <a:avLst/>
              <a:gdLst/>
              <a:ahLst/>
              <a:cxnLst/>
              <a:rect l="l" t="t" r="r" b="b"/>
              <a:pathLst>
                <a:path w="6668" h="4618" extrusionOk="0">
                  <a:moveTo>
                    <a:pt x="5971" y="3818"/>
                  </a:moveTo>
                  <a:lnTo>
                    <a:pt x="5971" y="3818"/>
                  </a:lnTo>
                  <a:cubicBezTo>
                    <a:pt x="5934" y="3851"/>
                    <a:pt x="5897" y="3885"/>
                    <a:pt x="5860" y="3916"/>
                  </a:cubicBezTo>
                  <a:lnTo>
                    <a:pt x="5860" y="3916"/>
                  </a:lnTo>
                  <a:cubicBezTo>
                    <a:pt x="5907" y="3869"/>
                    <a:pt x="5909" y="3868"/>
                    <a:pt x="5971" y="3818"/>
                  </a:cubicBezTo>
                  <a:close/>
                  <a:moveTo>
                    <a:pt x="2425" y="272"/>
                  </a:moveTo>
                  <a:cubicBezTo>
                    <a:pt x="2902" y="272"/>
                    <a:pt x="3444" y="323"/>
                    <a:pt x="3973" y="478"/>
                  </a:cubicBezTo>
                  <a:cubicBezTo>
                    <a:pt x="4733" y="749"/>
                    <a:pt x="5326" y="1071"/>
                    <a:pt x="5752" y="1497"/>
                  </a:cubicBezTo>
                  <a:cubicBezTo>
                    <a:pt x="5971" y="1716"/>
                    <a:pt x="6178" y="1935"/>
                    <a:pt x="6294" y="2090"/>
                  </a:cubicBezTo>
                  <a:cubicBezTo>
                    <a:pt x="6397" y="2309"/>
                    <a:pt x="6448" y="2528"/>
                    <a:pt x="6448" y="2735"/>
                  </a:cubicBezTo>
                  <a:cubicBezTo>
                    <a:pt x="6448" y="2851"/>
                    <a:pt x="6397" y="2902"/>
                    <a:pt x="6397" y="3005"/>
                  </a:cubicBezTo>
                  <a:cubicBezTo>
                    <a:pt x="6294" y="3276"/>
                    <a:pt x="6074" y="3495"/>
                    <a:pt x="5752" y="3650"/>
                  </a:cubicBezTo>
                  <a:cubicBezTo>
                    <a:pt x="5430" y="3818"/>
                    <a:pt x="5004" y="3921"/>
                    <a:pt x="4463" y="3921"/>
                  </a:cubicBezTo>
                  <a:cubicBezTo>
                    <a:pt x="3973" y="3921"/>
                    <a:pt x="3444" y="3818"/>
                    <a:pt x="2902" y="3650"/>
                  </a:cubicBezTo>
                  <a:cubicBezTo>
                    <a:pt x="2206" y="3431"/>
                    <a:pt x="1561" y="3057"/>
                    <a:pt x="1136" y="2683"/>
                  </a:cubicBezTo>
                  <a:cubicBezTo>
                    <a:pt x="917" y="2464"/>
                    <a:pt x="749" y="2257"/>
                    <a:pt x="646" y="2038"/>
                  </a:cubicBezTo>
                  <a:cubicBezTo>
                    <a:pt x="543" y="1819"/>
                    <a:pt x="491" y="1613"/>
                    <a:pt x="491" y="1445"/>
                  </a:cubicBezTo>
                  <a:cubicBezTo>
                    <a:pt x="491" y="1342"/>
                    <a:pt x="491" y="1239"/>
                    <a:pt x="543" y="1123"/>
                  </a:cubicBezTo>
                  <a:cubicBezTo>
                    <a:pt x="646" y="852"/>
                    <a:pt x="865" y="646"/>
                    <a:pt x="1187" y="478"/>
                  </a:cubicBezTo>
                  <a:cubicBezTo>
                    <a:pt x="1510" y="323"/>
                    <a:pt x="1935" y="272"/>
                    <a:pt x="2425" y="272"/>
                  </a:cubicBezTo>
                  <a:close/>
                  <a:moveTo>
                    <a:pt x="272" y="1664"/>
                  </a:moveTo>
                  <a:cubicBezTo>
                    <a:pt x="272" y="1819"/>
                    <a:pt x="323" y="1987"/>
                    <a:pt x="427" y="2141"/>
                  </a:cubicBezTo>
                  <a:cubicBezTo>
                    <a:pt x="646" y="2528"/>
                    <a:pt x="968" y="2851"/>
                    <a:pt x="1342" y="3173"/>
                  </a:cubicBezTo>
                  <a:cubicBezTo>
                    <a:pt x="1780" y="3431"/>
                    <a:pt x="2258" y="3702"/>
                    <a:pt x="2851" y="3869"/>
                  </a:cubicBezTo>
                  <a:cubicBezTo>
                    <a:pt x="3392" y="4076"/>
                    <a:pt x="3973" y="4140"/>
                    <a:pt x="4463" y="4140"/>
                  </a:cubicBezTo>
                  <a:cubicBezTo>
                    <a:pt x="5003" y="4140"/>
                    <a:pt x="5480" y="4076"/>
                    <a:pt x="5853" y="3922"/>
                  </a:cubicBezTo>
                  <a:lnTo>
                    <a:pt x="5853" y="3922"/>
                  </a:lnTo>
                  <a:cubicBezTo>
                    <a:pt x="5777" y="3985"/>
                    <a:pt x="5695" y="4042"/>
                    <a:pt x="5584" y="4076"/>
                  </a:cubicBezTo>
                  <a:cubicBezTo>
                    <a:pt x="5262" y="4295"/>
                    <a:pt x="4785" y="4398"/>
                    <a:pt x="4243" y="4398"/>
                  </a:cubicBezTo>
                  <a:cubicBezTo>
                    <a:pt x="3766" y="4398"/>
                    <a:pt x="3276" y="4295"/>
                    <a:pt x="2748" y="4140"/>
                  </a:cubicBezTo>
                  <a:cubicBezTo>
                    <a:pt x="2103" y="3921"/>
                    <a:pt x="1458" y="3599"/>
                    <a:pt x="968" y="3173"/>
                  </a:cubicBezTo>
                  <a:cubicBezTo>
                    <a:pt x="749" y="2954"/>
                    <a:pt x="594" y="2735"/>
                    <a:pt x="427" y="2528"/>
                  </a:cubicBezTo>
                  <a:cubicBezTo>
                    <a:pt x="323" y="2309"/>
                    <a:pt x="272" y="2038"/>
                    <a:pt x="272" y="1819"/>
                  </a:cubicBezTo>
                  <a:lnTo>
                    <a:pt x="272" y="1664"/>
                  </a:lnTo>
                  <a:close/>
                  <a:moveTo>
                    <a:pt x="2425" y="1"/>
                  </a:moveTo>
                  <a:cubicBezTo>
                    <a:pt x="1935" y="1"/>
                    <a:pt x="1458" y="52"/>
                    <a:pt x="1071" y="272"/>
                  </a:cubicBezTo>
                  <a:cubicBezTo>
                    <a:pt x="697" y="426"/>
                    <a:pt x="427" y="697"/>
                    <a:pt x="220" y="1020"/>
                  </a:cubicBezTo>
                  <a:cubicBezTo>
                    <a:pt x="53" y="1290"/>
                    <a:pt x="1" y="1561"/>
                    <a:pt x="1" y="1819"/>
                  </a:cubicBezTo>
                  <a:cubicBezTo>
                    <a:pt x="1" y="2090"/>
                    <a:pt x="104" y="2361"/>
                    <a:pt x="220" y="2631"/>
                  </a:cubicBezTo>
                  <a:cubicBezTo>
                    <a:pt x="427" y="3005"/>
                    <a:pt x="813" y="3379"/>
                    <a:pt x="1239" y="3650"/>
                  </a:cubicBezTo>
                  <a:cubicBezTo>
                    <a:pt x="1664" y="3972"/>
                    <a:pt x="2154" y="4192"/>
                    <a:pt x="2683" y="4398"/>
                  </a:cubicBezTo>
                  <a:cubicBezTo>
                    <a:pt x="3225" y="4566"/>
                    <a:pt x="3766" y="4617"/>
                    <a:pt x="4243" y="4617"/>
                  </a:cubicBezTo>
                  <a:cubicBezTo>
                    <a:pt x="4785" y="4617"/>
                    <a:pt x="5326" y="4514"/>
                    <a:pt x="5752" y="4295"/>
                  </a:cubicBezTo>
                  <a:cubicBezTo>
                    <a:pt x="6126" y="4076"/>
                    <a:pt x="6448" y="3702"/>
                    <a:pt x="6616" y="3225"/>
                  </a:cubicBezTo>
                  <a:cubicBezTo>
                    <a:pt x="6667" y="3109"/>
                    <a:pt x="6667" y="2954"/>
                    <a:pt x="6667" y="2786"/>
                  </a:cubicBezTo>
                  <a:lnTo>
                    <a:pt x="6667" y="2735"/>
                  </a:lnTo>
                  <a:cubicBezTo>
                    <a:pt x="6667" y="2464"/>
                    <a:pt x="6616" y="2257"/>
                    <a:pt x="6500" y="1987"/>
                  </a:cubicBezTo>
                  <a:cubicBezTo>
                    <a:pt x="6294" y="1664"/>
                    <a:pt x="5971" y="1290"/>
                    <a:pt x="5533" y="1020"/>
                  </a:cubicBezTo>
                  <a:cubicBezTo>
                    <a:pt x="5481" y="968"/>
                    <a:pt x="5430" y="916"/>
                    <a:pt x="5326" y="852"/>
                  </a:cubicBezTo>
                  <a:cubicBezTo>
                    <a:pt x="4940" y="646"/>
                    <a:pt x="4566" y="426"/>
                    <a:pt x="4089" y="272"/>
                  </a:cubicBezTo>
                  <a:cubicBezTo>
                    <a:pt x="3495" y="52"/>
                    <a:pt x="2902" y="1"/>
                    <a:pt x="2425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6" name="Google Shape;1136;p32"/>
            <p:cNvGrpSpPr/>
            <p:nvPr/>
          </p:nvGrpSpPr>
          <p:grpSpPr>
            <a:xfrm>
              <a:off x="3599800" y="4513625"/>
              <a:ext cx="182800" cy="137050"/>
              <a:chOff x="3599800" y="4513625"/>
              <a:chExt cx="182800" cy="137050"/>
            </a:xfrm>
          </p:grpSpPr>
          <p:sp>
            <p:nvSpPr>
              <p:cNvPr id="1137" name="Google Shape;1137;p32"/>
              <p:cNvSpPr/>
              <p:nvPr/>
            </p:nvSpPr>
            <p:spPr>
              <a:xfrm>
                <a:off x="3599800" y="4513625"/>
                <a:ext cx="182800" cy="137050"/>
              </a:xfrm>
              <a:custGeom>
                <a:avLst/>
                <a:gdLst/>
                <a:ahLst/>
                <a:cxnLst/>
                <a:rect l="l" t="t" r="r" b="b"/>
                <a:pathLst>
                  <a:path w="7312" h="5482" extrusionOk="0">
                    <a:moveTo>
                      <a:pt x="4836" y="259"/>
                    </a:moveTo>
                    <a:cubicBezTo>
                      <a:pt x="5313" y="259"/>
                      <a:pt x="5752" y="375"/>
                      <a:pt x="6126" y="530"/>
                    </a:cubicBezTo>
                    <a:cubicBezTo>
                      <a:pt x="6448" y="697"/>
                      <a:pt x="6719" y="904"/>
                      <a:pt x="6822" y="1174"/>
                    </a:cubicBezTo>
                    <a:cubicBezTo>
                      <a:pt x="6874" y="1342"/>
                      <a:pt x="6874" y="1445"/>
                      <a:pt x="6874" y="1613"/>
                    </a:cubicBezTo>
                    <a:cubicBezTo>
                      <a:pt x="6874" y="2038"/>
                      <a:pt x="6603" y="2580"/>
                      <a:pt x="6177" y="3057"/>
                    </a:cubicBezTo>
                    <a:cubicBezTo>
                      <a:pt x="5700" y="3547"/>
                      <a:pt x="5055" y="3973"/>
                      <a:pt x="4243" y="4295"/>
                    </a:cubicBezTo>
                    <a:cubicBezTo>
                      <a:pt x="3598" y="4566"/>
                      <a:pt x="2902" y="4669"/>
                      <a:pt x="2309" y="4669"/>
                    </a:cubicBezTo>
                    <a:cubicBezTo>
                      <a:pt x="1767" y="4669"/>
                      <a:pt x="1342" y="4566"/>
                      <a:pt x="1019" y="4398"/>
                    </a:cubicBezTo>
                    <a:cubicBezTo>
                      <a:pt x="697" y="4243"/>
                      <a:pt x="426" y="4024"/>
                      <a:pt x="323" y="3753"/>
                    </a:cubicBezTo>
                    <a:cubicBezTo>
                      <a:pt x="272" y="3599"/>
                      <a:pt x="272" y="3483"/>
                      <a:pt x="272" y="3328"/>
                    </a:cubicBezTo>
                    <a:cubicBezTo>
                      <a:pt x="272" y="2902"/>
                      <a:pt x="478" y="2361"/>
                      <a:pt x="968" y="1871"/>
                    </a:cubicBezTo>
                    <a:cubicBezTo>
                      <a:pt x="1393" y="1394"/>
                      <a:pt x="2090" y="968"/>
                      <a:pt x="2850" y="646"/>
                    </a:cubicBezTo>
                    <a:cubicBezTo>
                      <a:pt x="3547" y="375"/>
                      <a:pt x="4243" y="259"/>
                      <a:pt x="4836" y="259"/>
                    </a:cubicBezTo>
                    <a:close/>
                    <a:moveTo>
                      <a:pt x="7041" y="2090"/>
                    </a:moveTo>
                    <a:cubicBezTo>
                      <a:pt x="7041" y="2631"/>
                      <a:pt x="6770" y="3160"/>
                      <a:pt x="6345" y="3650"/>
                    </a:cubicBezTo>
                    <a:cubicBezTo>
                      <a:pt x="5855" y="4127"/>
                      <a:pt x="5210" y="4566"/>
                      <a:pt x="4514" y="4836"/>
                    </a:cubicBezTo>
                    <a:cubicBezTo>
                      <a:pt x="3818" y="5094"/>
                      <a:pt x="3121" y="5262"/>
                      <a:pt x="2476" y="5262"/>
                    </a:cubicBezTo>
                    <a:cubicBezTo>
                      <a:pt x="1935" y="5262"/>
                      <a:pt x="1445" y="5159"/>
                      <a:pt x="1071" y="4888"/>
                    </a:cubicBezTo>
                    <a:cubicBezTo>
                      <a:pt x="865" y="4772"/>
                      <a:pt x="697" y="4617"/>
                      <a:pt x="594" y="4450"/>
                    </a:cubicBezTo>
                    <a:lnTo>
                      <a:pt x="594" y="4450"/>
                    </a:lnTo>
                    <a:cubicBezTo>
                      <a:pt x="697" y="4514"/>
                      <a:pt x="800" y="4617"/>
                      <a:pt x="916" y="4669"/>
                    </a:cubicBezTo>
                    <a:cubicBezTo>
                      <a:pt x="1290" y="4836"/>
                      <a:pt x="1767" y="4940"/>
                      <a:pt x="2309" y="4940"/>
                    </a:cubicBezTo>
                    <a:cubicBezTo>
                      <a:pt x="2954" y="4940"/>
                      <a:pt x="3650" y="4772"/>
                      <a:pt x="4346" y="4514"/>
                    </a:cubicBezTo>
                    <a:cubicBezTo>
                      <a:pt x="5159" y="4192"/>
                      <a:pt x="5855" y="3753"/>
                      <a:pt x="6345" y="3225"/>
                    </a:cubicBezTo>
                    <a:cubicBezTo>
                      <a:pt x="6719" y="2838"/>
                      <a:pt x="6925" y="2464"/>
                      <a:pt x="7041" y="2090"/>
                    </a:cubicBezTo>
                    <a:close/>
                    <a:moveTo>
                      <a:pt x="4836" y="1"/>
                    </a:moveTo>
                    <a:cubicBezTo>
                      <a:pt x="4669" y="1"/>
                      <a:pt x="4514" y="53"/>
                      <a:pt x="4346" y="53"/>
                    </a:cubicBezTo>
                    <a:lnTo>
                      <a:pt x="4140" y="53"/>
                    </a:lnTo>
                    <a:cubicBezTo>
                      <a:pt x="4140" y="53"/>
                      <a:pt x="4088" y="53"/>
                      <a:pt x="4088" y="104"/>
                    </a:cubicBezTo>
                    <a:cubicBezTo>
                      <a:pt x="3766" y="104"/>
                      <a:pt x="3379" y="207"/>
                      <a:pt x="3057" y="323"/>
                    </a:cubicBezTo>
                    <a:lnTo>
                      <a:pt x="3005" y="323"/>
                    </a:lnTo>
                    <a:cubicBezTo>
                      <a:pt x="2954" y="375"/>
                      <a:pt x="2850" y="426"/>
                      <a:pt x="2799" y="426"/>
                    </a:cubicBezTo>
                    <a:cubicBezTo>
                      <a:pt x="2090" y="697"/>
                      <a:pt x="1561" y="1020"/>
                      <a:pt x="1123" y="1394"/>
                    </a:cubicBezTo>
                    <a:cubicBezTo>
                      <a:pt x="1019" y="1497"/>
                      <a:pt x="865" y="1613"/>
                      <a:pt x="749" y="1716"/>
                    </a:cubicBezTo>
                    <a:cubicBezTo>
                      <a:pt x="272" y="2258"/>
                      <a:pt x="1" y="2786"/>
                      <a:pt x="1" y="3328"/>
                    </a:cubicBezTo>
                    <a:cubicBezTo>
                      <a:pt x="1" y="3483"/>
                      <a:pt x="52" y="3650"/>
                      <a:pt x="104" y="3805"/>
                    </a:cubicBezTo>
                    <a:lnTo>
                      <a:pt x="104" y="3869"/>
                    </a:lnTo>
                    <a:cubicBezTo>
                      <a:pt x="220" y="4450"/>
                      <a:pt x="478" y="4836"/>
                      <a:pt x="916" y="5094"/>
                    </a:cubicBezTo>
                    <a:cubicBezTo>
                      <a:pt x="1342" y="5365"/>
                      <a:pt x="1883" y="5481"/>
                      <a:pt x="2476" y="5481"/>
                    </a:cubicBezTo>
                    <a:cubicBezTo>
                      <a:pt x="3121" y="5481"/>
                      <a:pt x="3869" y="5314"/>
                      <a:pt x="4565" y="5043"/>
                    </a:cubicBezTo>
                    <a:cubicBezTo>
                      <a:pt x="5378" y="4772"/>
                      <a:pt x="6023" y="4295"/>
                      <a:pt x="6500" y="3805"/>
                    </a:cubicBezTo>
                    <a:cubicBezTo>
                      <a:pt x="6990" y="3276"/>
                      <a:pt x="7312" y="2683"/>
                      <a:pt x="7312" y="2038"/>
                    </a:cubicBezTo>
                    <a:cubicBezTo>
                      <a:pt x="7312" y="1768"/>
                      <a:pt x="7247" y="1497"/>
                      <a:pt x="7144" y="1226"/>
                    </a:cubicBezTo>
                    <a:cubicBezTo>
                      <a:pt x="7041" y="1071"/>
                      <a:pt x="6925" y="904"/>
                      <a:pt x="6822" y="749"/>
                    </a:cubicBezTo>
                    <a:cubicBezTo>
                      <a:pt x="6667" y="581"/>
                      <a:pt x="6448" y="426"/>
                      <a:pt x="6229" y="323"/>
                    </a:cubicBezTo>
                    <a:cubicBezTo>
                      <a:pt x="5855" y="104"/>
                      <a:pt x="5378" y="1"/>
                      <a:pt x="4836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2"/>
              <p:cNvSpPr/>
              <p:nvPr/>
            </p:nvSpPr>
            <p:spPr>
              <a:xfrm>
                <a:off x="3625275" y="4528150"/>
                <a:ext cx="127675" cy="91575"/>
              </a:xfrm>
              <a:custGeom>
                <a:avLst/>
                <a:gdLst/>
                <a:ahLst/>
                <a:cxnLst/>
                <a:rect l="l" t="t" r="r" b="b"/>
                <a:pathLst>
                  <a:path w="5107" h="3663" extrusionOk="0">
                    <a:moveTo>
                      <a:pt x="3443" y="271"/>
                    </a:moveTo>
                    <a:cubicBezTo>
                      <a:pt x="3766" y="271"/>
                      <a:pt x="4088" y="323"/>
                      <a:pt x="4294" y="439"/>
                    </a:cubicBezTo>
                    <a:cubicBezTo>
                      <a:pt x="4514" y="542"/>
                      <a:pt x="4681" y="709"/>
                      <a:pt x="4784" y="916"/>
                    </a:cubicBezTo>
                    <a:cubicBezTo>
                      <a:pt x="4836" y="1032"/>
                      <a:pt x="4836" y="1135"/>
                      <a:pt x="4836" y="1238"/>
                    </a:cubicBezTo>
                    <a:cubicBezTo>
                      <a:pt x="4836" y="1560"/>
                      <a:pt x="4681" y="1883"/>
                      <a:pt x="4359" y="2257"/>
                    </a:cubicBezTo>
                    <a:cubicBezTo>
                      <a:pt x="4036" y="2579"/>
                      <a:pt x="3598" y="2902"/>
                      <a:pt x="3069" y="3121"/>
                    </a:cubicBezTo>
                    <a:cubicBezTo>
                      <a:pt x="2579" y="3340"/>
                      <a:pt x="2102" y="3443"/>
                      <a:pt x="1612" y="3443"/>
                    </a:cubicBezTo>
                    <a:cubicBezTo>
                      <a:pt x="1290" y="3443"/>
                      <a:pt x="1019" y="3392"/>
                      <a:pt x="748" y="3288"/>
                    </a:cubicBezTo>
                    <a:cubicBezTo>
                      <a:pt x="542" y="3172"/>
                      <a:pt x="374" y="3018"/>
                      <a:pt x="271" y="2798"/>
                    </a:cubicBezTo>
                    <a:cubicBezTo>
                      <a:pt x="220" y="2695"/>
                      <a:pt x="220" y="2579"/>
                      <a:pt x="220" y="2476"/>
                    </a:cubicBezTo>
                    <a:cubicBezTo>
                      <a:pt x="220" y="2154"/>
                      <a:pt x="374" y="1831"/>
                      <a:pt x="697" y="1457"/>
                    </a:cubicBezTo>
                    <a:cubicBezTo>
                      <a:pt x="1019" y="1135"/>
                      <a:pt x="1457" y="813"/>
                      <a:pt x="1986" y="593"/>
                    </a:cubicBezTo>
                    <a:cubicBezTo>
                      <a:pt x="2476" y="387"/>
                      <a:pt x="3005" y="271"/>
                      <a:pt x="3443" y="271"/>
                    </a:cubicBezTo>
                    <a:close/>
                    <a:moveTo>
                      <a:pt x="3443" y="0"/>
                    </a:moveTo>
                    <a:cubicBezTo>
                      <a:pt x="2953" y="0"/>
                      <a:pt x="2425" y="116"/>
                      <a:pt x="1883" y="323"/>
                    </a:cubicBezTo>
                    <a:cubicBezTo>
                      <a:pt x="1341" y="593"/>
                      <a:pt x="864" y="916"/>
                      <a:pt x="542" y="1290"/>
                    </a:cubicBezTo>
                    <a:cubicBezTo>
                      <a:pt x="168" y="1677"/>
                      <a:pt x="0" y="2102"/>
                      <a:pt x="0" y="2476"/>
                    </a:cubicBezTo>
                    <a:cubicBezTo>
                      <a:pt x="0" y="2644"/>
                      <a:pt x="0" y="2747"/>
                      <a:pt x="52" y="2902"/>
                    </a:cubicBezTo>
                    <a:cubicBezTo>
                      <a:pt x="168" y="3172"/>
                      <a:pt x="374" y="3340"/>
                      <a:pt x="645" y="3495"/>
                    </a:cubicBezTo>
                    <a:cubicBezTo>
                      <a:pt x="916" y="3611"/>
                      <a:pt x="1290" y="3662"/>
                      <a:pt x="1612" y="3662"/>
                    </a:cubicBezTo>
                    <a:cubicBezTo>
                      <a:pt x="2102" y="3662"/>
                      <a:pt x="2631" y="3546"/>
                      <a:pt x="3172" y="3340"/>
                    </a:cubicBezTo>
                    <a:cubicBezTo>
                      <a:pt x="3714" y="3121"/>
                      <a:pt x="4191" y="2798"/>
                      <a:pt x="4565" y="2424"/>
                    </a:cubicBezTo>
                    <a:cubicBezTo>
                      <a:pt x="4887" y="2050"/>
                      <a:pt x="5107" y="1612"/>
                      <a:pt x="5107" y="1238"/>
                    </a:cubicBezTo>
                    <a:cubicBezTo>
                      <a:pt x="5107" y="1083"/>
                      <a:pt x="5055" y="967"/>
                      <a:pt x="5004" y="813"/>
                    </a:cubicBezTo>
                    <a:cubicBezTo>
                      <a:pt x="4887" y="542"/>
                      <a:pt x="4681" y="323"/>
                      <a:pt x="4410" y="219"/>
                    </a:cubicBezTo>
                    <a:cubicBezTo>
                      <a:pt x="4140" y="116"/>
                      <a:pt x="3817" y="0"/>
                      <a:pt x="3443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32"/>
              <p:cNvSpPr/>
              <p:nvPr/>
            </p:nvSpPr>
            <p:spPr>
              <a:xfrm>
                <a:off x="3688450" y="4540325"/>
                <a:ext cx="37750" cy="59075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2363" extrusionOk="0">
                    <a:moveTo>
                      <a:pt x="1439" y="1"/>
                    </a:moveTo>
                    <a:cubicBezTo>
                      <a:pt x="1364" y="1"/>
                      <a:pt x="901" y="775"/>
                      <a:pt x="426" y="1512"/>
                    </a:cubicBezTo>
                    <a:cubicBezTo>
                      <a:pt x="1" y="2311"/>
                      <a:pt x="1" y="2311"/>
                      <a:pt x="52" y="2363"/>
                    </a:cubicBezTo>
                    <a:cubicBezTo>
                      <a:pt x="104" y="2363"/>
                      <a:pt x="155" y="2363"/>
                      <a:pt x="594" y="1615"/>
                    </a:cubicBezTo>
                    <a:cubicBezTo>
                      <a:pt x="1019" y="803"/>
                      <a:pt x="1509" y="3"/>
                      <a:pt x="1445" y="3"/>
                    </a:cubicBezTo>
                    <a:cubicBezTo>
                      <a:pt x="1443" y="2"/>
                      <a:pt x="1441" y="1"/>
                      <a:pt x="1439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2"/>
              <p:cNvSpPr/>
              <p:nvPr/>
            </p:nvSpPr>
            <p:spPr>
              <a:xfrm>
                <a:off x="3646875" y="4540325"/>
                <a:ext cx="39025" cy="6457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2583" extrusionOk="0">
                    <a:moveTo>
                      <a:pt x="1491" y="1"/>
                    </a:moveTo>
                    <a:cubicBezTo>
                      <a:pt x="1417" y="1"/>
                      <a:pt x="953" y="828"/>
                      <a:pt x="477" y="1667"/>
                    </a:cubicBezTo>
                    <a:cubicBezTo>
                      <a:pt x="0" y="2479"/>
                      <a:pt x="52" y="2531"/>
                      <a:pt x="52" y="2582"/>
                    </a:cubicBezTo>
                    <a:cubicBezTo>
                      <a:pt x="104" y="2582"/>
                      <a:pt x="155" y="2582"/>
                      <a:pt x="645" y="1718"/>
                    </a:cubicBezTo>
                    <a:cubicBezTo>
                      <a:pt x="1071" y="867"/>
                      <a:pt x="1561" y="3"/>
                      <a:pt x="1496" y="3"/>
                    </a:cubicBezTo>
                    <a:cubicBezTo>
                      <a:pt x="1495" y="2"/>
                      <a:pt x="1493" y="1"/>
                      <a:pt x="1491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41" name="Google Shape;1141;p32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1142" name="Google Shape;1142;p32"/>
          <p:cNvGrpSpPr/>
          <p:nvPr/>
        </p:nvGrpSpPr>
        <p:grpSpPr>
          <a:xfrm>
            <a:off x="714961" y="1389084"/>
            <a:ext cx="2143500" cy="987042"/>
            <a:chOff x="714961" y="1389084"/>
            <a:chExt cx="2143500" cy="987042"/>
          </a:xfrm>
        </p:grpSpPr>
        <p:sp>
          <p:nvSpPr>
            <p:cNvPr id="1143" name="Google Shape;1143;p32"/>
            <p:cNvSpPr txBox="1"/>
            <p:nvPr/>
          </p:nvSpPr>
          <p:spPr>
            <a:xfrm flipH="1">
              <a:off x="714961" y="1389084"/>
              <a:ext cx="2143500" cy="43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Step 1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144" name="Google Shape;1144;p32"/>
            <p:cNvSpPr txBox="1"/>
            <p:nvPr/>
          </p:nvSpPr>
          <p:spPr>
            <a:xfrm flipH="1">
              <a:off x="714961" y="1795026"/>
              <a:ext cx="21435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145" name="Google Shape;1145;p32"/>
          <p:cNvGrpSpPr/>
          <p:nvPr/>
        </p:nvGrpSpPr>
        <p:grpSpPr>
          <a:xfrm>
            <a:off x="3507628" y="2397349"/>
            <a:ext cx="2143506" cy="987038"/>
            <a:chOff x="3500253" y="2397349"/>
            <a:chExt cx="2143506" cy="987038"/>
          </a:xfrm>
        </p:grpSpPr>
        <p:sp>
          <p:nvSpPr>
            <p:cNvPr id="1146" name="Google Shape;1146;p32"/>
            <p:cNvSpPr txBox="1"/>
            <p:nvPr/>
          </p:nvSpPr>
          <p:spPr>
            <a:xfrm flipH="1">
              <a:off x="3500259" y="2397349"/>
              <a:ext cx="2143500" cy="43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Step 3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147" name="Google Shape;1147;p32"/>
            <p:cNvSpPr txBox="1"/>
            <p:nvPr/>
          </p:nvSpPr>
          <p:spPr>
            <a:xfrm flipH="1">
              <a:off x="3500253" y="2803286"/>
              <a:ext cx="21435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Venus is the second planet from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148" name="Google Shape;1148;p32"/>
          <p:cNvGrpSpPr/>
          <p:nvPr/>
        </p:nvGrpSpPr>
        <p:grpSpPr>
          <a:xfrm>
            <a:off x="714950" y="3405609"/>
            <a:ext cx="2143511" cy="987038"/>
            <a:chOff x="714950" y="3405609"/>
            <a:chExt cx="2143511" cy="987038"/>
          </a:xfrm>
        </p:grpSpPr>
        <p:sp>
          <p:nvSpPr>
            <p:cNvPr id="1149" name="Google Shape;1149;p32"/>
            <p:cNvSpPr txBox="1"/>
            <p:nvPr/>
          </p:nvSpPr>
          <p:spPr>
            <a:xfrm flipH="1">
              <a:off x="714961" y="3405609"/>
              <a:ext cx="2143500" cy="43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Step 2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150" name="Google Shape;1150;p32"/>
            <p:cNvSpPr txBox="1"/>
            <p:nvPr/>
          </p:nvSpPr>
          <p:spPr>
            <a:xfrm flipH="1">
              <a:off x="714950" y="3811546"/>
              <a:ext cx="21435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the biggest planet of them all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cxnSp>
        <p:nvCxnSpPr>
          <p:cNvPr id="1151" name="Google Shape;1151;p32"/>
          <p:cNvCxnSpPr>
            <a:stCxn id="1146" idx="0"/>
            <a:endCxn id="1152" idx="3"/>
          </p:cNvCxnSpPr>
          <p:nvPr/>
        </p:nvCxnSpPr>
        <p:spPr>
          <a:xfrm rot="-5400000">
            <a:off x="5045583" y="1142749"/>
            <a:ext cx="788400" cy="17208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3" name="Google Shape;1153;p32"/>
          <p:cNvCxnSpPr>
            <a:stCxn id="1150" idx="1"/>
            <a:endCxn id="1147" idx="2"/>
          </p:cNvCxnSpPr>
          <p:nvPr/>
        </p:nvCxnSpPr>
        <p:spPr>
          <a:xfrm rot="10800000" flipH="1">
            <a:off x="2858450" y="3384496"/>
            <a:ext cx="1720800" cy="7176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4" name="Google Shape;1154;p32"/>
          <p:cNvCxnSpPr>
            <a:stCxn id="1144" idx="2"/>
            <a:endCxn id="1149" idx="0"/>
          </p:cNvCxnSpPr>
          <p:nvPr/>
        </p:nvCxnSpPr>
        <p:spPr>
          <a:xfrm rot="-5400000" flipH="1">
            <a:off x="1272211" y="2890626"/>
            <a:ext cx="1029600" cy="600"/>
          </a:xfrm>
          <a:prstGeom prst="bentConnector3">
            <a:avLst>
              <a:gd name="adj1" fmla="val 49994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2" name="Google Shape;1152;p32"/>
          <p:cNvSpPr txBox="1"/>
          <p:nvPr/>
        </p:nvSpPr>
        <p:spPr>
          <a:xfrm flipH="1">
            <a:off x="6300300" y="1389075"/>
            <a:ext cx="21435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Play!</a:t>
            </a:r>
            <a:endParaRPr sz="1600">
              <a:solidFill>
                <a:schemeClr val="accent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BBA2D9-3BD3-3A35-1ECF-0BAD733C7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E6A3C9C-14E3-C9AC-7E43-0363F1268008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33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1160" name="Google Shape;1160;p33"/>
          <p:cNvGrpSpPr/>
          <p:nvPr/>
        </p:nvGrpSpPr>
        <p:grpSpPr>
          <a:xfrm>
            <a:off x="1024250" y="2117515"/>
            <a:ext cx="2175300" cy="1344110"/>
            <a:chOff x="1024250" y="2117515"/>
            <a:chExt cx="2175300" cy="1344110"/>
          </a:xfrm>
        </p:grpSpPr>
        <p:sp>
          <p:nvSpPr>
            <p:cNvPr id="1161" name="Google Shape;1161;p33"/>
            <p:cNvSpPr txBox="1"/>
            <p:nvPr/>
          </p:nvSpPr>
          <p:spPr>
            <a:xfrm>
              <a:off x="1024250" y="2497425"/>
              <a:ext cx="2175300" cy="96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smallest planet in the entire Solar System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162" name="Google Shape;1162;p33"/>
            <p:cNvSpPr txBox="1"/>
            <p:nvPr/>
          </p:nvSpPr>
          <p:spPr>
            <a:xfrm>
              <a:off x="1024250" y="2117515"/>
              <a:ext cx="21753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Mercury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1163" name="Google Shape;1163;p33"/>
          <p:cNvGrpSpPr/>
          <p:nvPr/>
        </p:nvGrpSpPr>
        <p:grpSpPr>
          <a:xfrm>
            <a:off x="3484225" y="1101840"/>
            <a:ext cx="2175300" cy="1344160"/>
            <a:chOff x="3484225" y="1101840"/>
            <a:chExt cx="2175300" cy="1344160"/>
          </a:xfrm>
        </p:grpSpPr>
        <p:sp>
          <p:nvSpPr>
            <p:cNvPr id="1164" name="Google Shape;1164;p33"/>
            <p:cNvSpPr txBox="1"/>
            <p:nvPr/>
          </p:nvSpPr>
          <p:spPr>
            <a:xfrm>
              <a:off x="3484225" y="1481800"/>
              <a:ext cx="2175300" cy="96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Venus has a beautiful name but is actually a very hot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165" name="Google Shape;1165;p33"/>
            <p:cNvSpPr txBox="1"/>
            <p:nvPr/>
          </p:nvSpPr>
          <p:spPr>
            <a:xfrm>
              <a:off x="3484225" y="1101840"/>
              <a:ext cx="21753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Venus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1166" name="Google Shape;1166;p33"/>
          <p:cNvGrpSpPr/>
          <p:nvPr/>
        </p:nvGrpSpPr>
        <p:grpSpPr>
          <a:xfrm>
            <a:off x="5944450" y="2117515"/>
            <a:ext cx="2175300" cy="1344110"/>
            <a:chOff x="5944450" y="2117515"/>
            <a:chExt cx="2175300" cy="1344110"/>
          </a:xfrm>
        </p:grpSpPr>
        <p:sp>
          <p:nvSpPr>
            <p:cNvPr id="1167" name="Google Shape;1167;p33"/>
            <p:cNvSpPr txBox="1"/>
            <p:nvPr/>
          </p:nvSpPr>
          <p:spPr>
            <a:xfrm>
              <a:off x="5944450" y="2497425"/>
              <a:ext cx="2175300" cy="96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Despite being red, Mars is a cold place full of iron oxide dust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168" name="Google Shape;1168;p33"/>
            <p:cNvSpPr txBox="1"/>
            <p:nvPr/>
          </p:nvSpPr>
          <p:spPr>
            <a:xfrm>
              <a:off x="5944450" y="2117515"/>
              <a:ext cx="21753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Mars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1169" name="Google Shape;1169;p33"/>
          <p:cNvGrpSpPr/>
          <p:nvPr/>
        </p:nvGrpSpPr>
        <p:grpSpPr>
          <a:xfrm>
            <a:off x="3597061" y="3061583"/>
            <a:ext cx="1892982" cy="1300778"/>
            <a:chOff x="3597061" y="3061583"/>
            <a:chExt cx="1892982" cy="1300778"/>
          </a:xfrm>
        </p:grpSpPr>
        <p:grpSp>
          <p:nvGrpSpPr>
            <p:cNvPr id="1170" name="Google Shape;1170;p33"/>
            <p:cNvGrpSpPr/>
            <p:nvPr/>
          </p:nvGrpSpPr>
          <p:grpSpPr>
            <a:xfrm>
              <a:off x="3653957" y="3061583"/>
              <a:ext cx="1836087" cy="1300778"/>
              <a:chOff x="4095375" y="1050151"/>
              <a:chExt cx="1127125" cy="798513"/>
            </a:xfrm>
          </p:grpSpPr>
          <p:sp>
            <p:nvSpPr>
              <p:cNvPr id="1171" name="Google Shape;1171;p33"/>
              <p:cNvSpPr/>
              <p:nvPr/>
            </p:nvSpPr>
            <p:spPr>
              <a:xfrm>
                <a:off x="4184275" y="1050151"/>
                <a:ext cx="254000" cy="136525"/>
              </a:xfrm>
              <a:custGeom>
                <a:avLst/>
                <a:gdLst/>
                <a:ahLst/>
                <a:cxnLst/>
                <a:rect l="l" t="t" r="r" b="b"/>
                <a:pathLst>
                  <a:path w="80" h="43" extrusionOk="0">
                    <a:moveTo>
                      <a:pt x="80" y="27"/>
                    </a:moveTo>
                    <a:cubicBezTo>
                      <a:pt x="71" y="34"/>
                      <a:pt x="60" y="42"/>
                      <a:pt x="53" y="43"/>
                    </a:cubicBezTo>
                    <a:cubicBezTo>
                      <a:pt x="51" y="43"/>
                      <a:pt x="49" y="43"/>
                      <a:pt x="48" y="42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45" y="40"/>
                      <a:pt x="45" y="38"/>
                      <a:pt x="42" y="33"/>
                    </a:cubicBezTo>
                    <a:cubicBezTo>
                      <a:pt x="42" y="31"/>
                      <a:pt x="39" y="27"/>
                      <a:pt x="34" y="23"/>
                    </a:cubicBezTo>
                    <a:cubicBezTo>
                      <a:pt x="31" y="19"/>
                      <a:pt x="27" y="16"/>
                      <a:pt x="22" y="14"/>
                    </a:cubicBezTo>
                    <a:cubicBezTo>
                      <a:pt x="20" y="14"/>
                      <a:pt x="19" y="14"/>
                      <a:pt x="18" y="13"/>
                    </a:cubicBezTo>
                    <a:cubicBezTo>
                      <a:pt x="16" y="13"/>
                      <a:pt x="11" y="12"/>
                      <a:pt x="5" y="14"/>
                    </a:cubicBezTo>
                    <a:cubicBezTo>
                      <a:pt x="4" y="14"/>
                      <a:pt x="2" y="15"/>
                      <a:pt x="0" y="15"/>
                    </a:cubicBezTo>
                    <a:cubicBezTo>
                      <a:pt x="2" y="14"/>
                      <a:pt x="5" y="11"/>
                      <a:pt x="10" y="9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13" y="7"/>
                      <a:pt x="18" y="5"/>
                      <a:pt x="22" y="3"/>
                    </a:cubicBezTo>
                    <a:cubicBezTo>
                      <a:pt x="26" y="2"/>
                      <a:pt x="31" y="1"/>
                      <a:pt x="36" y="0"/>
                    </a:cubicBezTo>
                    <a:cubicBezTo>
                      <a:pt x="40" y="0"/>
                      <a:pt x="44" y="0"/>
                      <a:pt x="48" y="0"/>
                    </a:cubicBezTo>
                    <a:cubicBezTo>
                      <a:pt x="49" y="1"/>
                      <a:pt x="50" y="1"/>
                      <a:pt x="51" y="1"/>
                    </a:cubicBezTo>
                    <a:cubicBezTo>
                      <a:pt x="52" y="1"/>
                      <a:pt x="54" y="1"/>
                      <a:pt x="55" y="2"/>
                    </a:cubicBezTo>
                    <a:cubicBezTo>
                      <a:pt x="61" y="3"/>
                      <a:pt x="67" y="5"/>
                      <a:pt x="72" y="11"/>
                    </a:cubicBezTo>
                    <a:cubicBezTo>
                      <a:pt x="78" y="17"/>
                      <a:pt x="80" y="23"/>
                      <a:pt x="80" y="27"/>
                    </a:cubicBezTo>
                  </a:path>
                </a:pathLst>
              </a:custGeom>
              <a:solidFill>
                <a:srgbClr val="E95D46"/>
              </a:solidFill>
              <a:ln w="9525" cap="flat" cmpd="sng">
                <a:solidFill>
                  <a:srgbClr val="292E3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33"/>
              <p:cNvSpPr/>
              <p:nvPr/>
            </p:nvSpPr>
            <p:spPr>
              <a:xfrm>
                <a:off x="4095375" y="1078726"/>
                <a:ext cx="438150" cy="534988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68" extrusionOk="0">
                    <a:moveTo>
                      <a:pt x="114" y="158"/>
                    </a:moveTo>
                    <a:cubicBezTo>
                      <a:pt x="120" y="159"/>
                      <a:pt x="126" y="157"/>
                      <a:pt x="131" y="155"/>
                    </a:cubicBezTo>
                    <a:cubicBezTo>
                      <a:pt x="135" y="152"/>
                      <a:pt x="138" y="150"/>
                      <a:pt x="138" y="151"/>
                    </a:cubicBezTo>
                    <a:cubicBezTo>
                      <a:pt x="136" y="155"/>
                      <a:pt x="118" y="164"/>
                      <a:pt x="116" y="164"/>
                    </a:cubicBezTo>
                    <a:cubicBezTo>
                      <a:pt x="109" y="167"/>
                      <a:pt x="102" y="168"/>
                      <a:pt x="94" y="168"/>
                    </a:cubicBezTo>
                    <a:cubicBezTo>
                      <a:pt x="66" y="167"/>
                      <a:pt x="45" y="148"/>
                      <a:pt x="27" y="128"/>
                    </a:cubicBezTo>
                    <a:cubicBezTo>
                      <a:pt x="23" y="124"/>
                      <a:pt x="21" y="122"/>
                      <a:pt x="19" y="118"/>
                    </a:cubicBezTo>
                    <a:cubicBezTo>
                      <a:pt x="16" y="114"/>
                      <a:pt x="14" y="110"/>
                      <a:pt x="12" y="104"/>
                    </a:cubicBezTo>
                    <a:cubicBezTo>
                      <a:pt x="7" y="92"/>
                      <a:pt x="5" y="86"/>
                      <a:pt x="4" y="81"/>
                    </a:cubicBezTo>
                    <a:cubicBezTo>
                      <a:pt x="0" y="64"/>
                      <a:pt x="3" y="50"/>
                      <a:pt x="3" y="47"/>
                    </a:cubicBezTo>
                    <a:cubicBezTo>
                      <a:pt x="5" y="39"/>
                      <a:pt x="7" y="27"/>
                      <a:pt x="17" y="15"/>
                    </a:cubicBezTo>
                    <a:cubicBezTo>
                      <a:pt x="25" y="7"/>
                      <a:pt x="33" y="2"/>
                      <a:pt x="38" y="0"/>
                    </a:cubicBezTo>
                    <a:cubicBezTo>
                      <a:pt x="36" y="1"/>
                      <a:pt x="35" y="3"/>
                      <a:pt x="33" y="5"/>
                    </a:cubicBezTo>
                    <a:cubicBezTo>
                      <a:pt x="21" y="19"/>
                      <a:pt x="20" y="38"/>
                      <a:pt x="21" y="48"/>
                    </a:cubicBezTo>
                    <a:cubicBezTo>
                      <a:pt x="21" y="58"/>
                      <a:pt x="24" y="76"/>
                      <a:pt x="34" y="95"/>
                    </a:cubicBezTo>
                    <a:cubicBezTo>
                      <a:pt x="47" y="119"/>
                      <a:pt x="65" y="132"/>
                      <a:pt x="74" y="138"/>
                    </a:cubicBezTo>
                    <a:cubicBezTo>
                      <a:pt x="79" y="141"/>
                      <a:pt x="83" y="143"/>
                      <a:pt x="87" y="145"/>
                    </a:cubicBezTo>
                    <a:cubicBezTo>
                      <a:pt x="89" y="147"/>
                      <a:pt x="94" y="150"/>
                      <a:pt x="102" y="153"/>
                    </a:cubicBezTo>
                    <a:cubicBezTo>
                      <a:pt x="108" y="156"/>
                      <a:pt x="112" y="157"/>
                      <a:pt x="114" y="158"/>
                    </a:cubicBezTo>
                  </a:path>
                </a:pathLst>
              </a:custGeom>
              <a:solidFill>
                <a:srgbClr val="E95D46"/>
              </a:solidFill>
              <a:ln w="9525" cap="flat" cmpd="sng">
                <a:solidFill>
                  <a:srgbClr val="292E3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33"/>
              <p:cNvSpPr/>
              <p:nvPr/>
            </p:nvSpPr>
            <p:spPr>
              <a:xfrm>
                <a:off x="4504950" y="1269226"/>
                <a:ext cx="123825" cy="312738"/>
              </a:xfrm>
              <a:custGeom>
                <a:avLst/>
                <a:gdLst/>
                <a:ahLst/>
                <a:cxnLst/>
                <a:rect l="l" t="t" r="r" b="b"/>
                <a:pathLst>
                  <a:path w="39" h="98" extrusionOk="0">
                    <a:moveTo>
                      <a:pt x="21" y="79"/>
                    </a:moveTo>
                    <a:cubicBezTo>
                      <a:pt x="18" y="83"/>
                      <a:pt x="14" y="87"/>
                      <a:pt x="8" y="92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6" y="94"/>
                      <a:pt x="4" y="95"/>
                      <a:pt x="2" y="97"/>
                    </a:cubicBezTo>
                    <a:cubicBezTo>
                      <a:pt x="2" y="97"/>
                      <a:pt x="2" y="97"/>
                      <a:pt x="2" y="97"/>
                    </a:cubicBezTo>
                    <a:cubicBezTo>
                      <a:pt x="1" y="97"/>
                      <a:pt x="1" y="97"/>
                      <a:pt x="1" y="97"/>
                    </a:cubicBezTo>
                    <a:cubicBezTo>
                      <a:pt x="1" y="97"/>
                      <a:pt x="1" y="98"/>
                      <a:pt x="0" y="98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1" y="97"/>
                      <a:pt x="1" y="96"/>
                      <a:pt x="2" y="95"/>
                    </a:cubicBezTo>
                    <a:cubicBezTo>
                      <a:pt x="2" y="94"/>
                      <a:pt x="2" y="94"/>
                      <a:pt x="2" y="94"/>
                    </a:cubicBezTo>
                    <a:cubicBezTo>
                      <a:pt x="3" y="92"/>
                      <a:pt x="5" y="89"/>
                      <a:pt x="7" y="85"/>
                    </a:cubicBezTo>
                    <a:cubicBezTo>
                      <a:pt x="9" y="80"/>
                      <a:pt x="11" y="77"/>
                      <a:pt x="12" y="75"/>
                    </a:cubicBezTo>
                    <a:cubicBezTo>
                      <a:pt x="12" y="74"/>
                      <a:pt x="12" y="73"/>
                      <a:pt x="13" y="73"/>
                    </a:cubicBezTo>
                    <a:cubicBezTo>
                      <a:pt x="13" y="71"/>
                      <a:pt x="14" y="69"/>
                      <a:pt x="15" y="66"/>
                    </a:cubicBezTo>
                    <a:cubicBezTo>
                      <a:pt x="17" y="60"/>
                      <a:pt x="19" y="52"/>
                      <a:pt x="19" y="43"/>
                    </a:cubicBezTo>
                    <a:cubicBezTo>
                      <a:pt x="20" y="39"/>
                      <a:pt x="19" y="36"/>
                      <a:pt x="19" y="34"/>
                    </a:cubicBezTo>
                    <a:cubicBezTo>
                      <a:pt x="19" y="25"/>
                      <a:pt x="17" y="17"/>
                      <a:pt x="16" y="12"/>
                    </a:cubicBezTo>
                    <a:cubicBezTo>
                      <a:pt x="17" y="11"/>
                      <a:pt x="29" y="0"/>
                      <a:pt x="34" y="3"/>
                    </a:cubicBezTo>
                    <a:cubicBezTo>
                      <a:pt x="35" y="4"/>
                      <a:pt x="36" y="5"/>
                      <a:pt x="36" y="6"/>
                    </a:cubicBezTo>
                    <a:cubicBezTo>
                      <a:pt x="36" y="8"/>
                      <a:pt x="37" y="9"/>
                      <a:pt x="37" y="12"/>
                    </a:cubicBezTo>
                    <a:cubicBezTo>
                      <a:pt x="39" y="22"/>
                      <a:pt x="39" y="27"/>
                      <a:pt x="39" y="34"/>
                    </a:cubicBezTo>
                    <a:cubicBezTo>
                      <a:pt x="39" y="35"/>
                      <a:pt x="39" y="35"/>
                      <a:pt x="39" y="35"/>
                    </a:cubicBezTo>
                    <a:cubicBezTo>
                      <a:pt x="37" y="58"/>
                      <a:pt x="23" y="76"/>
                      <a:pt x="21" y="79"/>
                    </a:cubicBezTo>
                  </a:path>
                </a:pathLst>
              </a:custGeom>
              <a:solidFill>
                <a:srgbClr val="E95D46"/>
              </a:solidFill>
              <a:ln w="9525" cap="flat" cmpd="sng">
                <a:solidFill>
                  <a:srgbClr val="292E3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33"/>
              <p:cNvSpPr/>
              <p:nvPr/>
            </p:nvSpPr>
            <p:spPr>
              <a:xfrm>
                <a:off x="4127125" y="1151751"/>
                <a:ext cx="508000" cy="503238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58" extrusionOk="0">
                    <a:moveTo>
                      <a:pt x="151" y="60"/>
                    </a:moveTo>
                    <a:cubicBezTo>
                      <a:pt x="147" y="67"/>
                      <a:pt x="141" y="71"/>
                      <a:pt x="138" y="72"/>
                    </a:cubicBezTo>
                    <a:cubicBezTo>
                      <a:pt x="131" y="76"/>
                      <a:pt x="125" y="77"/>
                      <a:pt x="116" y="78"/>
                    </a:cubicBezTo>
                    <a:cubicBezTo>
                      <a:pt x="111" y="78"/>
                      <a:pt x="107" y="78"/>
                      <a:pt x="104" y="78"/>
                    </a:cubicBezTo>
                    <a:cubicBezTo>
                      <a:pt x="100" y="77"/>
                      <a:pt x="96" y="77"/>
                      <a:pt x="89" y="78"/>
                    </a:cubicBezTo>
                    <a:cubicBezTo>
                      <a:pt x="76" y="79"/>
                      <a:pt x="73" y="80"/>
                      <a:pt x="72" y="82"/>
                    </a:cubicBezTo>
                    <a:cubicBezTo>
                      <a:pt x="67" y="86"/>
                      <a:pt x="67" y="91"/>
                      <a:pt x="65" y="99"/>
                    </a:cubicBezTo>
                    <a:cubicBezTo>
                      <a:pt x="62" y="111"/>
                      <a:pt x="55" y="120"/>
                      <a:pt x="42" y="139"/>
                    </a:cubicBezTo>
                    <a:cubicBezTo>
                      <a:pt x="33" y="153"/>
                      <a:pt x="29" y="156"/>
                      <a:pt x="25" y="156"/>
                    </a:cubicBezTo>
                    <a:cubicBezTo>
                      <a:pt x="24" y="157"/>
                      <a:pt x="14" y="158"/>
                      <a:pt x="7" y="152"/>
                    </a:cubicBezTo>
                    <a:cubicBezTo>
                      <a:pt x="5" y="151"/>
                      <a:pt x="4" y="149"/>
                      <a:pt x="3" y="147"/>
                    </a:cubicBezTo>
                    <a:cubicBezTo>
                      <a:pt x="1" y="142"/>
                      <a:pt x="0" y="136"/>
                      <a:pt x="0" y="132"/>
                    </a:cubicBezTo>
                    <a:cubicBezTo>
                      <a:pt x="0" y="130"/>
                      <a:pt x="0" y="124"/>
                      <a:pt x="7" y="109"/>
                    </a:cubicBezTo>
                    <a:cubicBezTo>
                      <a:pt x="12" y="95"/>
                      <a:pt x="18" y="86"/>
                      <a:pt x="20" y="82"/>
                    </a:cubicBezTo>
                    <a:cubicBezTo>
                      <a:pt x="28" y="68"/>
                      <a:pt x="29" y="70"/>
                      <a:pt x="35" y="59"/>
                    </a:cubicBezTo>
                    <a:cubicBezTo>
                      <a:pt x="41" y="46"/>
                      <a:pt x="40" y="43"/>
                      <a:pt x="46" y="34"/>
                    </a:cubicBezTo>
                    <a:cubicBezTo>
                      <a:pt x="51" y="28"/>
                      <a:pt x="53" y="27"/>
                      <a:pt x="54" y="22"/>
                    </a:cubicBezTo>
                    <a:cubicBezTo>
                      <a:pt x="56" y="14"/>
                      <a:pt x="51" y="9"/>
                      <a:pt x="54" y="5"/>
                    </a:cubicBezTo>
                    <a:cubicBezTo>
                      <a:pt x="55" y="2"/>
                      <a:pt x="59" y="0"/>
                      <a:pt x="68" y="1"/>
                    </a:cubicBezTo>
                    <a:cubicBezTo>
                      <a:pt x="69" y="1"/>
                      <a:pt x="70" y="1"/>
                      <a:pt x="71" y="1"/>
                    </a:cubicBezTo>
                    <a:cubicBezTo>
                      <a:pt x="151" y="30"/>
                      <a:pt x="151" y="30"/>
                      <a:pt x="151" y="30"/>
                    </a:cubicBezTo>
                    <a:cubicBezTo>
                      <a:pt x="152" y="33"/>
                      <a:pt x="160" y="46"/>
                      <a:pt x="151" y="60"/>
                    </a:cubicBezTo>
                  </a:path>
                </a:pathLst>
              </a:custGeom>
              <a:solidFill>
                <a:srgbClr val="F2B84C"/>
              </a:solidFill>
              <a:ln w="9525" cap="flat" cmpd="sng">
                <a:solidFill>
                  <a:srgbClr val="292E3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33"/>
              <p:cNvSpPr/>
              <p:nvPr/>
            </p:nvSpPr>
            <p:spPr>
              <a:xfrm>
                <a:off x="4127125" y="1154926"/>
                <a:ext cx="2254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71" h="146" extrusionOk="0">
                    <a:moveTo>
                      <a:pt x="65" y="0"/>
                    </a:moveTo>
                    <a:cubicBezTo>
                      <a:pt x="58" y="0"/>
                      <a:pt x="55" y="2"/>
                      <a:pt x="54" y="4"/>
                    </a:cubicBezTo>
                    <a:cubicBezTo>
                      <a:pt x="53" y="5"/>
                      <a:pt x="53" y="5"/>
                      <a:pt x="53" y="6"/>
                    </a:cubicBezTo>
                    <a:cubicBezTo>
                      <a:pt x="53" y="9"/>
                      <a:pt x="55" y="13"/>
                      <a:pt x="55" y="17"/>
                    </a:cubicBezTo>
                    <a:cubicBezTo>
                      <a:pt x="55" y="18"/>
                      <a:pt x="55" y="19"/>
                      <a:pt x="54" y="21"/>
                    </a:cubicBezTo>
                    <a:cubicBezTo>
                      <a:pt x="53" y="26"/>
                      <a:pt x="51" y="27"/>
                      <a:pt x="46" y="33"/>
                    </a:cubicBezTo>
                    <a:cubicBezTo>
                      <a:pt x="40" y="42"/>
                      <a:pt x="41" y="45"/>
                      <a:pt x="35" y="58"/>
                    </a:cubicBezTo>
                    <a:cubicBezTo>
                      <a:pt x="31" y="66"/>
                      <a:pt x="29" y="67"/>
                      <a:pt x="25" y="72"/>
                    </a:cubicBezTo>
                    <a:cubicBezTo>
                      <a:pt x="24" y="75"/>
                      <a:pt x="22" y="77"/>
                      <a:pt x="20" y="81"/>
                    </a:cubicBezTo>
                    <a:cubicBezTo>
                      <a:pt x="18" y="84"/>
                      <a:pt x="15" y="89"/>
                      <a:pt x="11" y="98"/>
                    </a:cubicBezTo>
                    <a:cubicBezTo>
                      <a:pt x="10" y="101"/>
                      <a:pt x="8" y="104"/>
                      <a:pt x="7" y="108"/>
                    </a:cubicBezTo>
                    <a:cubicBezTo>
                      <a:pt x="1" y="123"/>
                      <a:pt x="0" y="128"/>
                      <a:pt x="0" y="131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0" y="135"/>
                      <a:pt x="1" y="141"/>
                      <a:pt x="3" y="146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0" y="39"/>
                      <a:pt x="69" y="38"/>
                      <a:pt x="68" y="37"/>
                    </a:cubicBezTo>
                    <a:cubicBezTo>
                      <a:pt x="68" y="36"/>
                      <a:pt x="67" y="35"/>
                      <a:pt x="67" y="35"/>
                    </a:cubicBezTo>
                    <a:cubicBezTo>
                      <a:pt x="65" y="32"/>
                      <a:pt x="63" y="29"/>
                      <a:pt x="62" y="26"/>
                    </a:cubicBezTo>
                    <a:cubicBezTo>
                      <a:pt x="61" y="22"/>
                      <a:pt x="60" y="19"/>
                      <a:pt x="60" y="16"/>
                    </a:cubicBezTo>
                    <a:cubicBezTo>
                      <a:pt x="60" y="15"/>
                      <a:pt x="60" y="13"/>
                      <a:pt x="60" y="12"/>
                    </a:cubicBezTo>
                    <a:cubicBezTo>
                      <a:pt x="61" y="7"/>
                      <a:pt x="63" y="3"/>
                      <a:pt x="65" y="0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solidFill>
                <a:srgbClr val="41A9AD"/>
              </a:solidFill>
              <a:ln w="9525" cap="flat" cmpd="sng">
                <a:solidFill>
                  <a:srgbClr val="292E3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33"/>
              <p:cNvSpPr/>
              <p:nvPr/>
            </p:nvSpPr>
            <p:spPr>
              <a:xfrm>
                <a:off x="4317625" y="1126351"/>
                <a:ext cx="3016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95" h="70" extrusionOk="0">
                    <a:moveTo>
                      <a:pt x="94" y="55"/>
                    </a:moveTo>
                    <a:cubicBezTo>
                      <a:pt x="93" y="60"/>
                      <a:pt x="90" y="63"/>
                      <a:pt x="86" y="65"/>
                    </a:cubicBezTo>
                    <a:cubicBezTo>
                      <a:pt x="81" y="68"/>
                      <a:pt x="75" y="69"/>
                      <a:pt x="70" y="70"/>
                    </a:cubicBezTo>
                    <a:cubicBezTo>
                      <a:pt x="60" y="70"/>
                      <a:pt x="49" y="69"/>
                      <a:pt x="40" y="66"/>
                    </a:cubicBezTo>
                    <a:cubicBezTo>
                      <a:pt x="33" y="64"/>
                      <a:pt x="26" y="61"/>
                      <a:pt x="20" y="57"/>
                    </a:cubicBezTo>
                    <a:cubicBezTo>
                      <a:pt x="20" y="57"/>
                      <a:pt x="20" y="57"/>
                      <a:pt x="19" y="56"/>
                    </a:cubicBezTo>
                    <a:cubicBezTo>
                      <a:pt x="15" y="54"/>
                      <a:pt x="12" y="50"/>
                      <a:pt x="8" y="46"/>
                    </a:cubicBezTo>
                    <a:cubicBezTo>
                      <a:pt x="8" y="45"/>
                      <a:pt x="7" y="44"/>
                      <a:pt x="7" y="44"/>
                    </a:cubicBezTo>
                    <a:cubicBezTo>
                      <a:pt x="5" y="41"/>
                      <a:pt x="3" y="38"/>
                      <a:pt x="2" y="35"/>
                    </a:cubicBezTo>
                    <a:cubicBezTo>
                      <a:pt x="1" y="31"/>
                      <a:pt x="0" y="28"/>
                      <a:pt x="0" y="25"/>
                    </a:cubicBezTo>
                    <a:cubicBezTo>
                      <a:pt x="0" y="24"/>
                      <a:pt x="0" y="22"/>
                      <a:pt x="0" y="21"/>
                    </a:cubicBezTo>
                    <a:cubicBezTo>
                      <a:pt x="2" y="3"/>
                      <a:pt x="22" y="0"/>
                      <a:pt x="36" y="3"/>
                    </a:cubicBezTo>
                    <a:cubicBezTo>
                      <a:pt x="45" y="5"/>
                      <a:pt x="53" y="8"/>
                      <a:pt x="61" y="12"/>
                    </a:cubicBezTo>
                    <a:cubicBezTo>
                      <a:pt x="65" y="14"/>
                      <a:pt x="69" y="17"/>
                      <a:pt x="73" y="20"/>
                    </a:cubicBezTo>
                    <a:cubicBezTo>
                      <a:pt x="75" y="21"/>
                      <a:pt x="77" y="23"/>
                      <a:pt x="79" y="25"/>
                    </a:cubicBezTo>
                    <a:cubicBezTo>
                      <a:pt x="79" y="25"/>
                      <a:pt x="79" y="25"/>
                      <a:pt x="79" y="25"/>
                    </a:cubicBezTo>
                    <a:cubicBezTo>
                      <a:pt x="80" y="25"/>
                      <a:pt x="81" y="26"/>
                      <a:pt x="82" y="27"/>
                    </a:cubicBezTo>
                    <a:cubicBezTo>
                      <a:pt x="84" y="29"/>
                      <a:pt x="87" y="32"/>
                      <a:pt x="89" y="35"/>
                    </a:cubicBezTo>
                    <a:cubicBezTo>
                      <a:pt x="92" y="39"/>
                      <a:pt x="94" y="44"/>
                      <a:pt x="95" y="48"/>
                    </a:cubicBezTo>
                    <a:cubicBezTo>
                      <a:pt x="95" y="50"/>
                      <a:pt x="95" y="52"/>
                      <a:pt x="95" y="54"/>
                    </a:cubicBezTo>
                    <a:cubicBezTo>
                      <a:pt x="95" y="55"/>
                      <a:pt x="94" y="55"/>
                      <a:pt x="94" y="55"/>
                    </a:cubicBezTo>
                  </a:path>
                </a:pathLst>
              </a:custGeom>
              <a:solidFill>
                <a:srgbClr val="FAB44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33"/>
              <p:cNvSpPr/>
              <p:nvPr/>
            </p:nvSpPr>
            <p:spPr>
              <a:xfrm>
                <a:off x="4304925" y="1123176"/>
                <a:ext cx="327025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103" h="73" extrusionOk="0">
                    <a:moveTo>
                      <a:pt x="68" y="73"/>
                    </a:moveTo>
                    <a:cubicBezTo>
                      <a:pt x="51" y="73"/>
                      <a:pt x="35" y="68"/>
                      <a:pt x="22" y="59"/>
                    </a:cubicBezTo>
                    <a:cubicBezTo>
                      <a:pt x="11" y="51"/>
                      <a:pt x="0" y="36"/>
                      <a:pt x="2" y="21"/>
                    </a:cubicBezTo>
                    <a:cubicBezTo>
                      <a:pt x="3" y="15"/>
                      <a:pt x="6" y="10"/>
                      <a:pt x="11" y="6"/>
                    </a:cubicBezTo>
                    <a:cubicBezTo>
                      <a:pt x="20" y="0"/>
                      <a:pt x="32" y="0"/>
                      <a:pt x="41" y="2"/>
                    </a:cubicBezTo>
                    <a:cubicBezTo>
                      <a:pt x="57" y="6"/>
                      <a:pt x="73" y="14"/>
                      <a:pt x="85" y="24"/>
                    </a:cubicBezTo>
                    <a:cubicBezTo>
                      <a:pt x="89" y="28"/>
                      <a:pt x="103" y="41"/>
                      <a:pt x="101" y="55"/>
                    </a:cubicBezTo>
                    <a:cubicBezTo>
                      <a:pt x="101" y="55"/>
                      <a:pt x="101" y="55"/>
                      <a:pt x="101" y="55"/>
                    </a:cubicBezTo>
                    <a:cubicBezTo>
                      <a:pt x="101" y="56"/>
                      <a:pt x="100" y="56"/>
                      <a:pt x="100" y="57"/>
                    </a:cubicBezTo>
                    <a:cubicBezTo>
                      <a:pt x="99" y="61"/>
                      <a:pt x="96" y="65"/>
                      <a:pt x="92" y="68"/>
                    </a:cubicBezTo>
                    <a:cubicBezTo>
                      <a:pt x="87" y="71"/>
                      <a:pt x="81" y="72"/>
                      <a:pt x="74" y="73"/>
                    </a:cubicBezTo>
                    <a:cubicBezTo>
                      <a:pt x="72" y="73"/>
                      <a:pt x="70" y="73"/>
                      <a:pt x="68" y="73"/>
                    </a:cubicBezTo>
                    <a:close/>
                    <a:moveTo>
                      <a:pt x="30" y="5"/>
                    </a:moveTo>
                    <a:cubicBezTo>
                      <a:pt x="23" y="5"/>
                      <a:pt x="17" y="6"/>
                      <a:pt x="13" y="9"/>
                    </a:cubicBezTo>
                    <a:cubicBezTo>
                      <a:pt x="9" y="12"/>
                      <a:pt x="7" y="17"/>
                      <a:pt x="6" y="22"/>
                    </a:cubicBezTo>
                    <a:cubicBezTo>
                      <a:pt x="5" y="35"/>
                      <a:pt x="14" y="48"/>
                      <a:pt x="24" y="56"/>
                    </a:cubicBezTo>
                    <a:cubicBezTo>
                      <a:pt x="38" y="65"/>
                      <a:pt x="56" y="70"/>
                      <a:pt x="74" y="69"/>
                    </a:cubicBezTo>
                    <a:cubicBezTo>
                      <a:pt x="80" y="68"/>
                      <a:pt x="85" y="67"/>
                      <a:pt x="89" y="64"/>
                    </a:cubicBezTo>
                    <a:cubicBezTo>
                      <a:pt x="93" y="62"/>
                      <a:pt x="95" y="59"/>
                      <a:pt x="96" y="56"/>
                    </a:cubicBezTo>
                    <a:cubicBezTo>
                      <a:pt x="96" y="55"/>
                      <a:pt x="96" y="55"/>
                      <a:pt x="97" y="55"/>
                    </a:cubicBezTo>
                    <a:cubicBezTo>
                      <a:pt x="98" y="45"/>
                      <a:pt x="90" y="34"/>
                      <a:pt x="82" y="27"/>
                    </a:cubicBezTo>
                    <a:cubicBezTo>
                      <a:pt x="70" y="17"/>
                      <a:pt x="55" y="10"/>
                      <a:pt x="40" y="6"/>
                    </a:cubicBezTo>
                    <a:cubicBezTo>
                      <a:pt x="36" y="5"/>
                      <a:pt x="33" y="5"/>
                      <a:pt x="30" y="5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33"/>
              <p:cNvSpPr/>
              <p:nvPr/>
            </p:nvSpPr>
            <p:spPr>
              <a:xfrm>
                <a:off x="4460500" y="1177151"/>
                <a:ext cx="762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0" extrusionOk="0">
                    <a:moveTo>
                      <a:pt x="23" y="13"/>
                    </a:moveTo>
                    <a:cubicBezTo>
                      <a:pt x="22" y="17"/>
                      <a:pt x="16" y="20"/>
                      <a:pt x="10" y="18"/>
                    </a:cubicBezTo>
                    <a:cubicBezTo>
                      <a:pt x="4" y="17"/>
                      <a:pt x="0" y="12"/>
                      <a:pt x="1" y="7"/>
                    </a:cubicBezTo>
                    <a:cubicBezTo>
                      <a:pt x="3" y="3"/>
                      <a:pt x="8" y="0"/>
                      <a:pt x="14" y="2"/>
                    </a:cubicBezTo>
                    <a:cubicBezTo>
                      <a:pt x="20" y="3"/>
                      <a:pt x="24" y="8"/>
                      <a:pt x="23" y="13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33"/>
              <p:cNvSpPr/>
              <p:nvPr/>
            </p:nvSpPr>
            <p:spPr>
              <a:xfrm>
                <a:off x="4409700" y="1205726"/>
                <a:ext cx="349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1" h="8" extrusionOk="0">
                    <a:moveTo>
                      <a:pt x="11" y="5"/>
                    </a:moveTo>
                    <a:cubicBezTo>
                      <a:pt x="10" y="7"/>
                      <a:pt x="7" y="8"/>
                      <a:pt x="5" y="8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1" y="1"/>
                      <a:pt x="3" y="0"/>
                      <a:pt x="6" y="1"/>
                    </a:cubicBezTo>
                    <a:cubicBezTo>
                      <a:pt x="9" y="1"/>
                      <a:pt x="11" y="4"/>
                      <a:pt x="11" y="5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33"/>
              <p:cNvSpPr/>
              <p:nvPr/>
            </p:nvSpPr>
            <p:spPr>
              <a:xfrm>
                <a:off x="4466850" y="1256526"/>
                <a:ext cx="349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1" h="8" extrusionOk="0">
                    <a:moveTo>
                      <a:pt x="11" y="6"/>
                    </a:moveTo>
                    <a:cubicBezTo>
                      <a:pt x="10" y="7"/>
                      <a:pt x="7" y="8"/>
                      <a:pt x="5" y="8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1" y="1"/>
                      <a:pt x="3" y="0"/>
                      <a:pt x="6" y="1"/>
                    </a:cubicBezTo>
                    <a:cubicBezTo>
                      <a:pt x="9" y="2"/>
                      <a:pt x="11" y="4"/>
                      <a:pt x="11" y="6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33"/>
              <p:cNvSpPr/>
              <p:nvPr/>
            </p:nvSpPr>
            <p:spPr>
              <a:xfrm>
                <a:off x="4409700" y="1202551"/>
                <a:ext cx="349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1" h="8" extrusionOk="0">
                    <a:moveTo>
                      <a:pt x="11" y="5"/>
                    </a:moveTo>
                    <a:cubicBezTo>
                      <a:pt x="10" y="7"/>
                      <a:pt x="8" y="8"/>
                      <a:pt x="5" y="7"/>
                    </a:cubicBezTo>
                    <a:cubicBezTo>
                      <a:pt x="2" y="7"/>
                      <a:pt x="0" y="5"/>
                      <a:pt x="1" y="3"/>
                    </a:cubicBezTo>
                    <a:cubicBezTo>
                      <a:pt x="1" y="1"/>
                      <a:pt x="4" y="0"/>
                      <a:pt x="7" y="1"/>
                    </a:cubicBezTo>
                    <a:cubicBezTo>
                      <a:pt x="9" y="1"/>
                      <a:pt x="11" y="3"/>
                      <a:pt x="11" y="5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33"/>
              <p:cNvSpPr/>
              <p:nvPr/>
            </p:nvSpPr>
            <p:spPr>
              <a:xfrm>
                <a:off x="4466850" y="1253351"/>
                <a:ext cx="349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1" h="8" extrusionOk="0">
                    <a:moveTo>
                      <a:pt x="11" y="5"/>
                    </a:moveTo>
                    <a:cubicBezTo>
                      <a:pt x="10" y="7"/>
                      <a:pt x="8" y="8"/>
                      <a:pt x="5" y="8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1" y="1"/>
                      <a:pt x="4" y="0"/>
                      <a:pt x="7" y="1"/>
                    </a:cubicBezTo>
                    <a:cubicBezTo>
                      <a:pt x="9" y="1"/>
                      <a:pt x="11" y="4"/>
                      <a:pt x="11" y="5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33"/>
              <p:cNvSpPr/>
              <p:nvPr/>
            </p:nvSpPr>
            <p:spPr>
              <a:xfrm>
                <a:off x="4463675" y="1170801"/>
                <a:ext cx="762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0" extrusionOk="0">
                    <a:moveTo>
                      <a:pt x="22" y="12"/>
                    </a:moveTo>
                    <a:cubicBezTo>
                      <a:pt x="21" y="17"/>
                      <a:pt x="16" y="20"/>
                      <a:pt x="10" y="18"/>
                    </a:cubicBezTo>
                    <a:cubicBezTo>
                      <a:pt x="4" y="17"/>
                      <a:pt x="0" y="12"/>
                      <a:pt x="1" y="7"/>
                    </a:cubicBezTo>
                    <a:cubicBezTo>
                      <a:pt x="2" y="2"/>
                      <a:pt x="8" y="0"/>
                      <a:pt x="14" y="1"/>
                    </a:cubicBezTo>
                    <a:cubicBezTo>
                      <a:pt x="20" y="3"/>
                      <a:pt x="24" y="8"/>
                      <a:pt x="22" y="12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33"/>
              <p:cNvSpPr/>
              <p:nvPr/>
            </p:nvSpPr>
            <p:spPr>
              <a:xfrm>
                <a:off x="4952625" y="1221601"/>
                <a:ext cx="2444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7" h="42" extrusionOk="0">
                    <a:moveTo>
                      <a:pt x="0" y="13"/>
                    </a:moveTo>
                    <a:cubicBezTo>
                      <a:pt x="5" y="24"/>
                      <a:pt x="11" y="36"/>
                      <a:pt x="17" y="40"/>
                    </a:cubicBezTo>
                    <a:cubicBezTo>
                      <a:pt x="19" y="41"/>
                      <a:pt x="21" y="42"/>
                      <a:pt x="22" y="42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6" y="41"/>
                      <a:pt x="26" y="39"/>
                      <a:pt x="31" y="36"/>
                    </a:cubicBezTo>
                    <a:cubicBezTo>
                      <a:pt x="33" y="35"/>
                      <a:pt x="37" y="33"/>
                      <a:pt x="43" y="31"/>
                    </a:cubicBezTo>
                    <a:cubicBezTo>
                      <a:pt x="48" y="29"/>
                      <a:pt x="53" y="29"/>
                      <a:pt x="58" y="29"/>
                    </a:cubicBezTo>
                    <a:cubicBezTo>
                      <a:pt x="59" y="30"/>
                      <a:pt x="61" y="30"/>
                      <a:pt x="62" y="30"/>
                    </a:cubicBezTo>
                    <a:cubicBezTo>
                      <a:pt x="64" y="31"/>
                      <a:pt x="68" y="33"/>
                      <a:pt x="73" y="37"/>
                    </a:cubicBezTo>
                    <a:cubicBezTo>
                      <a:pt x="74" y="38"/>
                      <a:pt x="76" y="39"/>
                      <a:pt x="77" y="40"/>
                    </a:cubicBezTo>
                    <a:cubicBezTo>
                      <a:pt x="76" y="38"/>
                      <a:pt x="74" y="34"/>
                      <a:pt x="71" y="30"/>
                    </a:cubicBezTo>
                    <a:cubicBezTo>
                      <a:pt x="71" y="30"/>
                      <a:pt x="71" y="30"/>
                      <a:pt x="71" y="30"/>
                    </a:cubicBezTo>
                    <a:cubicBezTo>
                      <a:pt x="69" y="27"/>
                      <a:pt x="66" y="23"/>
                      <a:pt x="63" y="19"/>
                    </a:cubicBezTo>
                    <a:cubicBezTo>
                      <a:pt x="60" y="16"/>
                      <a:pt x="56" y="13"/>
                      <a:pt x="52" y="10"/>
                    </a:cubicBezTo>
                    <a:cubicBezTo>
                      <a:pt x="49" y="8"/>
                      <a:pt x="45" y="6"/>
                      <a:pt x="41" y="5"/>
                    </a:cubicBezTo>
                    <a:cubicBezTo>
                      <a:pt x="40" y="4"/>
                      <a:pt x="40" y="4"/>
                      <a:pt x="39" y="4"/>
                    </a:cubicBezTo>
                    <a:cubicBezTo>
                      <a:pt x="37" y="3"/>
                      <a:pt x="36" y="3"/>
                      <a:pt x="34" y="2"/>
                    </a:cubicBezTo>
                    <a:cubicBezTo>
                      <a:pt x="29" y="1"/>
                      <a:pt x="22" y="0"/>
                      <a:pt x="15" y="3"/>
                    </a:cubicBezTo>
                    <a:cubicBezTo>
                      <a:pt x="7" y="5"/>
                      <a:pt x="3" y="10"/>
                      <a:pt x="0" y="13"/>
                    </a:cubicBezTo>
                  </a:path>
                </a:pathLst>
              </a:custGeom>
              <a:solidFill>
                <a:srgbClr val="E95D46"/>
              </a:solidFill>
              <a:ln w="9525" cap="flat" cmpd="sng">
                <a:solidFill>
                  <a:srgbClr val="292E3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33"/>
              <p:cNvSpPr/>
              <p:nvPr/>
            </p:nvSpPr>
            <p:spPr>
              <a:xfrm>
                <a:off x="4673225" y="1316851"/>
                <a:ext cx="549275" cy="430213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35" extrusionOk="0">
                    <a:moveTo>
                      <a:pt x="18" y="104"/>
                    </a:moveTo>
                    <a:cubicBezTo>
                      <a:pt x="7" y="101"/>
                      <a:pt x="0" y="86"/>
                      <a:pt x="0" y="87"/>
                    </a:cubicBezTo>
                    <a:cubicBezTo>
                      <a:pt x="0" y="91"/>
                      <a:pt x="11" y="107"/>
                      <a:pt x="13" y="109"/>
                    </a:cubicBezTo>
                    <a:cubicBezTo>
                      <a:pt x="18" y="114"/>
                      <a:pt x="24" y="119"/>
                      <a:pt x="31" y="122"/>
                    </a:cubicBezTo>
                    <a:cubicBezTo>
                      <a:pt x="56" y="135"/>
                      <a:pt x="84" y="127"/>
                      <a:pt x="109" y="118"/>
                    </a:cubicBezTo>
                    <a:cubicBezTo>
                      <a:pt x="114" y="117"/>
                      <a:pt x="117" y="116"/>
                      <a:pt x="121" y="114"/>
                    </a:cubicBezTo>
                    <a:cubicBezTo>
                      <a:pt x="126" y="111"/>
                      <a:pt x="129" y="108"/>
                      <a:pt x="133" y="104"/>
                    </a:cubicBezTo>
                    <a:cubicBezTo>
                      <a:pt x="143" y="96"/>
                      <a:pt x="148" y="92"/>
                      <a:pt x="151" y="88"/>
                    </a:cubicBezTo>
                    <a:cubicBezTo>
                      <a:pt x="162" y="74"/>
                      <a:pt x="167" y="61"/>
                      <a:pt x="167" y="58"/>
                    </a:cubicBezTo>
                    <a:cubicBezTo>
                      <a:pt x="170" y="50"/>
                      <a:pt x="173" y="38"/>
                      <a:pt x="170" y="23"/>
                    </a:cubicBezTo>
                    <a:cubicBezTo>
                      <a:pt x="168" y="12"/>
                      <a:pt x="162" y="5"/>
                      <a:pt x="159" y="0"/>
                    </a:cubicBezTo>
                    <a:cubicBezTo>
                      <a:pt x="160" y="2"/>
                      <a:pt x="160" y="4"/>
                      <a:pt x="161" y="6"/>
                    </a:cubicBezTo>
                    <a:cubicBezTo>
                      <a:pt x="165" y="25"/>
                      <a:pt x="157" y="42"/>
                      <a:pt x="152" y="50"/>
                    </a:cubicBezTo>
                    <a:cubicBezTo>
                      <a:pt x="147" y="59"/>
                      <a:pt x="136" y="74"/>
                      <a:pt x="118" y="86"/>
                    </a:cubicBezTo>
                    <a:cubicBezTo>
                      <a:pt x="95" y="101"/>
                      <a:pt x="73" y="104"/>
                      <a:pt x="62" y="105"/>
                    </a:cubicBezTo>
                    <a:cubicBezTo>
                      <a:pt x="57" y="106"/>
                      <a:pt x="52" y="106"/>
                      <a:pt x="48" y="106"/>
                    </a:cubicBezTo>
                    <a:cubicBezTo>
                      <a:pt x="46" y="106"/>
                      <a:pt x="39" y="106"/>
                      <a:pt x="31" y="106"/>
                    </a:cubicBezTo>
                    <a:cubicBezTo>
                      <a:pt x="24" y="105"/>
                      <a:pt x="20" y="105"/>
                      <a:pt x="18" y="104"/>
                    </a:cubicBezTo>
                  </a:path>
                </a:pathLst>
              </a:custGeom>
              <a:solidFill>
                <a:srgbClr val="E95D46"/>
              </a:solidFill>
              <a:ln w="9525" cap="flat" cmpd="sng">
                <a:solidFill>
                  <a:srgbClr val="292E3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33"/>
              <p:cNvSpPr/>
              <p:nvPr/>
            </p:nvSpPr>
            <p:spPr>
              <a:xfrm>
                <a:off x="4644650" y="1307326"/>
                <a:ext cx="127000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40" h="100" extrusionOk="0">
                    <a:moveTo>
                      <a:pt x="4" y="74"/>
                    </a:moveTo>
                    <a:cubicBezTo>
                      <a:pt x="5" y="78"/>
                      <a:pt x="6" y="85"/>
                      <a:pt x="10" y="92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4"/>
                      <a:pt x="12" y="96"/>
                      <a:pt x="13" y="99"/>
                    </a:cubicBezTo>
                    <a:cubicBezTo>
                      <a:pt x="13" y="99"/>
                      <a:pt x="13" y="99"/>
                      <a:pt x="13" y="99"/>
                    </a:cubicBezTo>
                    <a:cubicBezTo>
                      <a:pt x="13" y="99"/>
                      <a:pt x="13" y="99"/>
                      <a:pt x="13" y="99"/>
                    </a:cubicBezTo>
                    <a:cubicBezTo>
                      <a:pt x="13" y="99"/>
                      <a:pt x="13" y="100"/>
                      <a:pt x="14" y="100"/>
                    </a:cubicBezTo>
                    <a:cubicBezTo>
                      <a:pt x="14" y="100"/>
                      <a:pt x="14" y="100"/>
                      <a:pt x="14" y="100"/>
                    </a:cubicBezTo>
                    <a:cubicBezTo>
                      <a:pt x="14" y="99"/>
                      <a:pt x="14" y="98"/>
                      <a:pt x="14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4" y="93"/>
                      <a:pt x="14" y="90"/>
                      <a:pt x="14" y="86"/>
                    </a:cubicBezTo>
                    <a:cubicBezTo>
                      <a:pt x="14" y="80"/>
                      <a:pt x="14" y="77"/>
                      <a:pt x="14" y="74"/>
                    </a:cubicBezTo>
                    <a:cubicBezTo>
                      <a:pt x="14" y="73"/>
                      <a:pt x="14" y="73"/>
                      <a:pt x="14" y="72"/>
                    </a:cubicBezTo>
                    <a:cubicBezTo>
                      <a:pt x="15" y="70"/>
                      <a:pt x="15" y="68"/>
                      <a:pt x="15" y="65"/>
                    </a:cubicBezTo>
                    <a:cubicBezTo>
                      <a:pt x="16" y="59"/>
                      <a:pt x="18" y="51"/>
                      <a:pt x="22" y="43"/>
                    </a:cubicBezTo>
                    <a:cubicBezTo>
                      <a:pt x="24" y="39"/>
                      <a:pt x="25" y="37"/>
                      <a:pt x="27" y="35"/>
                    </a:cubicBezTo>
                    <a:cubicBezTo>
                      <a:pt x="31" y="27"/>
                      <a:pt x="36" y="21"/>
                      <a:pt x="40" y="17"/>
                    </a:cubicBezTo>
                    <a:cubicBezTo>
                      <a:pt x="39" y="15"/>
                      <a:pt x="34" y="0"/>
                      <a:pt x="28" y="1"/>
                    </a:cubicBezTo>
                    <a:cubicBezTo>
                      <a:pt x="27" y="1"/>
                      <a:pt x="26" y="1"/>
                      <a:pt x="25" y="3"/>
                    </a:cubicBezTo>
                    <a:cubicBezTo>
                      <a:pt x="24" y="3"/>
                      <a:pt x="23" y="5"/>
                      <a:pt x="21" y="7"/>
                    </a:cubicBezTo>
                    <a:cubicBezTo>
                      <a:pt x="15" y="15"/>
                      <a:pt x="12" y="19"/>
                      <a:pt x="9" y="25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0" y="48"/>
                      <a:pt x="3" y="70"/>
                      <a:pt x="4" y="74"/>
                    </a:cubicBezTo>
                  </a:path>
                </a:pathLst>
              </a:custGeom>
              <a:solidFill>
                <a:srgbClr val="E95D46"/>
              </a:solidFill>
              <a:ln w="9525" cap="flat" cmpd="sng">
                <a:solidFill>
                  <a:srgbClr val="292E3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33"/>
              <p:cNvSpPr/>
              <p:nvPr/>
            </p:nvSpPr>
            <p:spPr>
              <a:xfrm>
                <a:off x="4704975" y="1285101"/>
                <a:ext cx="361950" cy="563563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7" extrusionOk="0">
                    <a:moveTo>
                      <a:pt x="1" y="26"/>
                    </a:moveTo>
                    <a:cubicBezTo>
                      <a:pt x="2" y="34"/>
                      <a:pt x="5" y="40"/>
                      <a:pt x="7" y="43"/>
                    </a:cubicBezTo>
                    <a:cubicBezTo>
                      <a:pt x="12" y="50"/>
                      <a:pt x="17" y="53"/>
                      <a:pt x="24" y="58"/>
                    </a:cubicBezTo>
                    <a:cubicBezTo>
                      <a:pt x="33" y="64"/>
                      <a:pt x="36" y="64"/>
                      <a:pt x="48" y="71"/>
                    </a:cubicBezTo>
                    <a:cubicBezTo>
                      <a:pt x="59" y="77"/>
                      <a:pt x="60" y="80"/>
                      <a:pt x="61" y="83"/>
                    </a:cubicBezTo>
                    <a:cubicBezTo>
                      <a:pt x="64" y="88"/>
                      <a:pt x="61" y="93"/>
                      <a:pt x="60" y="101"/>
                    </a:cubicBezTo>
                    <a:cubicBezTo>
                      <a:pt x="57" y="113"/>
                      <a:pt x="58" y="124"/>
                      <a:pt x="61" y="147"/>
                    </a:cubicBezTo>
                    <a:cubicBezTo>
                      <a:pt x="63" y="163"/>
                      <a:pt x="65" y="168"/>
                      <a:pt x="68" y="170"/>
                    </a:cubicBezTo>
                    <a:cubicBezTo>
                      <a:pt x="69" y="171"/>
                      <a:pt x="76" y="177"/>
                      <a:pt x="85" y="175"/>
                    </a:cubicBezTo>
                    <a:cubicBezTo>
                      <a:pt x="88" y="174"/>
                      <a:pt x="90" y="173"/>
                      <a:pt x="92" y="172"/>
                    </a:cubicBezTo>
                    <a:cubicBezTo>
                      <a:pt x="96" y="169"/>
                      <a:pt x="99" y="164"/>
                      <a:pt x="101" y="160"/>
                    </a:cubicBezTo>
                    <a:cubicBezTo>
                      <a:pt x="102" y="158"/>
                      <a:pt x="104" y="153"/>
                      <a:pt x="106" y="136"/>
                    </a:cubicBezTo>
                    <a:cubicBezTo>
                      <a:pt x="107" y="122"/>
                      <a:pt x="107" y="111"/>
                      <a:pt x="107" y="107"/>
                    </a:cubicBezTo>
                    <a:cubicBezTo>
                      <a:pt x="106" y="90"/>
                      <a:pt x="105" y="92"/>
                      <a:pt x="105" y="79"/>
                    </a:cubicBezTo>
                    <a:cubicBezTo>
                      <a:pt x="105" y="65"/>
                      <a:pt x="107" y="63"/>
                      <a:pt x="106" y="52"/>
                    </a:cubicBezTo>
                    <a:cubicBezTo>
                      <a:pt x="105" y="45"/>
                      <a:pt x="103" y="42"/>
                      <a:pt x="105" y="37"/>
                    </a:cubicBezTo>
                    <a:cubicBezTo>
                      <a:pt x="107" y="29"/>
                      <a:pt x="114" y="27"/>
                      <a:pt x="113" y="23"/>
                    </a:cubicBezTo>
                    <a:cubicBezTo>
                      <a:pt x="113" y="20"/>
                      <a:pt x="111" y="17"/>
                      <a:pt x="103" y="13"/>
                    </a:cubicBezTo>
                    <a:cubicBezTo>
                      <a:pt x="102" y="12"/>
                      <a:pt x="101" y="12"/>
                      <a:pt x="100" y="12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3" y="2"/>
                      <a:pt x="0" y="9"/>
                      <a:pt x="1" y="26"/>
                    </a:cubicBezTo>
                  </a:path>
                </a:pathLst>
              </a:custGeom>
              <a:solidFill>
                <a:srgbClr val="F2B84C"/>
              </a:solidFill>
              <a:ln w="9525" cap="flat" cmpd="sng">
                <a:solidFill>
                  <a:srgbClr val="292E3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8" name="Google Shape;1188;p33"/>
              <p:cNvSpPr/>
              <p:nvPr/>
            </p:nvSpPr>
            <p:spPr>
              <a:xfrm>
                <a:off x="4965325" y="1329551"/>
                <a:ext cx="98425" cy="5032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8" extrusionOk="0">
                    <a:moveTo>
                      <a:pt x="23" y="0"/>
                    </a:moveTo>
                    <a:cubicBezTo>
                      <a:pt x="24" y="4"/>
                      <a:pt x="24" y="8"/>
                      <a:pt x="22" y="13"/>
                    </a:cubicBezTo>
                    <a:cubicBezTo>
                      <a:pt x="21" y="14"/>
                      <a:pt x="21" y="15"/>
                      <a:pt x="20" y="17"/>
                    </a:cubicBezTo>
                    <a:cubicBezTo>
                      <a:pt x="18" y="19"/>
                      <a:pt x="16" y="22"/>
                      <a:pt x="14" y="24"/>
                    </a:cubicBezTo>
                    <a:cubicBezTo>
                      <a:pt x="11" y="26"/>
                      <a:pt x="8" y="28"/>
                      <a:pt x="5" y="30"/>
                    </a:cubicBezTo>
                    <a:cubicBezTo>
                      <a:pt x="4" y="30"/>
                      <a:pt x="4" y="31"/>
                      <a:pt x="3" y="31"/>
                    </a:cubicBezTo>
                    <a:cubicBezTo>
                      <a:pt x="2" y="32"/>
                      <a:pt x="1" y="32"/>
                      <a:pt x="0" y="32"/>
                    </a:cubicBezTo>
                    <a:cubicBezTo>
                      <a:pt x="10" y="158"/>
                      <a:pt x="10" y="158"/>
                      <a:pt x="10" y="158"/>
                    </a:cubicBezTo>
                    <a:cubicBezTo>
                      <a:pt x="14" y="155"/>
                      <a:pt x="17" y="150"/>
                      <a:pt x="19" y="146"/>
                    </a:cubicBezTo>
                    <a:cubicBezTo>
                      <a:pt x="20" y="144"/>
                      <a:pt x="22" y="139"/>
                      <a:pt x="24" y="122"/>
                    </a:cubicBezTo>
                    <a:cubicBezTo>
                      <a:pt x="25" y="114"/>
                      <a:pt x="25" y="106"/>
                      <a:pt x="25" y="101"/>
                    </a:cubicBezTo>
                    <a:cubicBezTo>
                      <a:pt x="25" y="97"/>
                      <a:pt x="25" y="95"/>
                      <a:pt x="25" y="93"/>
                    </a:cubicBezTo>
                    <a:cubicBezTo>
                      <a:pt x="25" y="88"/>
                      <a:pt x="25" y="85"/>
                      <a:pt x="24" y="83"/>
                    </a:cubicBezTo>
                    <a:cubicBezTo>
                      <a:pt x="24" y="77"/>
                      <a:pt x="23" y="75"/>
                      <a:pt x="23" y="67"/>
                    </a:cubicBezTo>
                    <a:cubicBezTo>
                      <a:pt x="23" y="67"/>
                      <a:pt x="23" y="66"/>
                      <a:pt x="23" y="65"/>
                    </a:cubicBezTo>
                    <a:cubicBezTo>
                      <a:pt x="23" y="54"/>
                      <a:pt x="24" y="51"/>
                      <a:pt x="24" y="45"/>
                    </a:cubicBezTo>
                    <a:cubicBezTo>
                      <a:pt x="24" y="43"/>
                      <a:pt x="24" y="41"/>
                      <a:pt x="24" y="38"/>
                    </a:cubicBezTo>
                    <a:cubicBezTo>
                      <a:pt x="23" y="33"/>
                      <a:pt x="22" y="30"/>
                      <a:pt x="22" y="27"/>
                    </a:cubicBezTo>
                    <a:cubicBezTo>
                      <a:pt x="22" y="26"/>
                      <a:pt x="22" y="25"/>
                      <a:pt x="23" y="23"/>
                    </a:cubicBezTo>
                    <a:cubicBezTo>
                      <a:pt x="25" y="15"/>
                      <a:pt x="31" y="14"/>
                      <a:pt x="31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6"/>
                      <a:pt x="29" y="3"/>
                      <a:pt x="23" y="0"/>
                    </a:cubicBezTo>
                  </a:path>
                </a:pathLst>
              </a:custGeom>
              <a:solidFill>
                <a:srgbClr val="41A9AD"/>
              </a:solidFill>
              <a:ln w="9525" cap="flat" cmpd="sng">
                <a:solidFill>
                  <a:srgbClr val="292E3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33"/>
              <p:cNvSpPr/>
              <p:nvPr/>
            </p:nvSpPr>
            <p:spPr>
              <a:xfrm>
                <a:off x="4714500" y="1256526"/>
                <a:ext cx="3429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59" extrusionOk="0">
                    <a:moveTo>
                      <a:pt x="1" y="22"/>
                    </a:moveTo>
                    <a:cubicBezTo>
                      <a:pt x="0" y="27"/>
                      <a:pt x="2" y="31"/>
                      <a:pt x="4" y="35"/>
                    </a:cubicBezTo>
                    <a:cubicBezTo>
                      <a:pt x="7" y="40"/>
                      <a:pt x="12" y="43"/>
                      <a:pt x="16" y="46"/>
                    </a:cubicBezTo>
                    <a:cubicBezTo>
                      <a:pt x="25" y="52"/>
                      <a:pt x="35" y="56"/>
                      <a:pt x="45" y="57"/>
                    </a:cubicBezTo>
                    <a:cubicBezTo>
                      <a:pt x="52" y="59"/>
                      <a:pt x="59" y="59"/>
                      <a:pt x="66" y="58"/>
                    </a:cubicBezTo>
                    <a:cubicBezTo>
                      <a:pt x="66" y="58"/>
                      <a:pt x="67" y="58"/>
                      <a:pt x="67" y="58"/>
                    </a:cubicBezTo>
                    <a:cubicBezTo>
                      <a:pt x="72" y="58"/>
                      <a:pt x="77" y="56"/>
                      <a:pt x="82" y="54"/>
                    </a:cubicBezTo>
                    <a:cubicBezTo>
                      <a:pt x="83" y="54"/>
                      <a:pt x="83" y="53"/>
                      <a:pt x="84" y="53"/>
                    </a:cubicBezTo>
                    <a:cubicBezTo>
                      <a:pt x="87" y="51"/>
                      <a:pt x="90" y="49"/>
                      <a:pt x="93" y="47"/>
                    </a:cubicBezTo>
                    <a:cubicBezTo>
                      <a:pt x="95" y="45"/>
                      <a:pt x="97" y="42"/>
                      <a:pt x="99" y="40"/>
                    </a:cubicBezTo>
                    <a:cubicBezTo>
                      <a:pt x="100" y="38"/>
                      <a:pt x="100" y="37"/>
                      <a:pt x="101" y="36"/>
                    </a:cubicBezTo>
                    <a:cubicBezTo>
                      <a:pt x="108" y="19"/>
                      <a:pt x="92" y="7"/>
                      <a:pt x="77" y="3"/>
                    </a:cubicBezTo>
                    <a:cubicBezTo>
                      <a:pt x="69" y="1"/>
                      <a:pt x="60" y="0"/>
                      <a:pt x="51" y="0"/>
                    </a:cubicBezTo>
                    <a:cubicBezTo>
                      <a:pt x="47" y="0"/>
                      <a:pt x="42" y="0"/>
                      <a:pt x="37" y="1"/>
                    </a:cubicBezTo>
                    <a:cubicBezTo>
                      <a:pt x="34" y="1"/>
                      <a:pt x="32" y="2"/>
                      <a:pt x="29" y="2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8" y="3"/>
                      <a:pt x="27" y="3"/>
                      <a:pt x="26" y="3"/>
                    </a:cubicBezTo>
                    <a:cubicBezTo>
                      <a:pt x="23" y="4"/>
                      <a:pt x="19" y="5"/>
                      <a:pt x="16" y="7"/>
                    </a:cubicBezTo>
                    <a:cubicBezTo>
                      <a:pt x="11" y="9"/>
                      <a:pt x="7" y="12"/>
                      <a:pt x="4" y="16"/>
                    </a:cubicBezTo>
                    <a:cubicBezTo>
                      <a:pt x="3" y="18"/>
                      <a:pt x="2" y="19"/>
                      <a:pt x="2" y="21"/>
                    </a:cubicBezTo>
                    <a:cubicBezTo>
                      <a:pt x="2" y="21"/>
                      <a:pt x="1" y="22"/>
                      <a:pt x="1" y="22"/>
                    </a:cubicBezTo>
                  </a:path>
                </a:pathLst>
              </a:custGeom>
              <a:solidFill>
                <a:srgbClr val="FAB44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33"/>
              <p:cNvSpPr/>
              <p:nvPr/>
            </p:nvSpPr>
            <p:spPr>
              <a:xfrm>
                <a:off x="4708150" y="1247001"/>
                <a:ext cx="339725" cy="204788"/>
              </a:xfrm>
              <a:custGeom>
                <a:avLst/>
                <a:gdLst/>
                <a:ahLst/>
                <a:cxnLst/>
                <a:rect l="l" t="t" r="r" b="b"/>
                <a:pathLst>
                  <a:path w="107" h="64" extrusionOk="0">
                    <a:moveTo>
                      <a:pt x="61" y="64"/>
                    </a:moveTo>
                    <a:cubicBezTo>
                      <a:pt x="46" y="64"/>
                      <a:pt x="31" y="59"/>
                      <a:pt x="17" y="51"/>
                    </a:cubicBezTo>
                    <a:cubicBezTo>
                      <a:pt x="11" y="47"/>
                      <a:pt x="7" y="43"/>
                      <a:pt x="4" y="39"/>
                    </a:cubicBezTo>
                    <a:cubicBezTo>
                      <a:pt x="1" y="34"/>
                      <a:pt x="0" y="29"/>
                      <a:pt x="1" y="25"/>
                    </a:cubicBezTo>
                    <a:cubicBezTo>
                      <a:pt x="1" y="24"/>
                      <a:pt x="2" y="24"/>
                      <a:pt x="2" y="23"/>
                    </a:cubicBezTo>
                    <a:cubicBezTo>
                      <a:pt x="6" y="10"/>
                      <a:pt x="25" y="5"/>
                      <a:pt x="30" y="3"/>
                    </a:cubicBezTo>
                    <a:cubicBezTo>
                      <a:pt x="46" y="0"/>
                      <a:pt x="64" y="0"/>
                      <a:pt x="80" y="4"/>
                    </a:cubicBezTo>
                    <a:cubicBezTo>
                      <a:pt x="88" y="6"/>
                      <a:pt x="99" y="12"/>
                      <a:pt x="104" y="22"/>
                    </a:cubicBezTo>
                    <a:cubicBezTo>
                      <a:pt x="107" y="27"/>
                      <a:pt x="107" y="33"/>
                      <a:pt x="105" y="40"/>
                    </a:cubicBezTo>
                    <a:cubicBezTo>
                      <a:pt x="100" y="54"/>
                      <a:pt x="83" y="62"/>
                      <a:pt x="70" y="63"/>
                    </a:cubicBezTo>
                    <a:cubicBezTo>
                      <a:pt x="67" y="64"/>
                      <a:pt x="64" y="64"/>
                      <a:pt x="61" y="64"/>
                    </a:cubicBezTo>
                    <a:close/>
                    <a:moveTo>
                      <a:pt x="53" y="5"/>
                    </a:moveTo>
                    <a:cubicBezTo>
                      <a:pt x="45" y="5"/>
                      <a:pt x="38" y="6"/>
                      <a:pt x="31" y="7"/>
                    </a:cubicBezTo>
                    <a:cubicBezTo>
                      <a:pt x="21" y="10"/>
                      <a:pt x="9" y="16"/>
                      <a:pt x="6" y="25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6" y="25"/>
                      <a:pt x="6" y="25"/>
                      <a:pt x="5" y="26"/>
                    </a:cubicBezTo>
                    <a:cubicBezTo>
                      <a:pt x="5" y="29"/>
                      <a:pt x="5" y="33"/>
                      <a:pt x="8" y="37"/>
                    </a:cubicBezTo>
                    <a:cubicBezTo>
                      <a:pt x="10" y="41"/>
                      <a:pt x="14" y="44"/>
                      <a:pt x="20" y="48"/>
                    </a:cubicBezTo>
                    <a:cubicBezTo>
                      <a:pt x="35" y="57"/>
                      <a:pt x="53" y="61"/>
                      <a:pt x="69" y="59"/>
                    </a:cubicBezTo>
                    <a:cubicBezTo>
                      <a:pt x="81" y="58"/>
                      <a:pt x="96" y="50"/>
                      <a:pt x="101" y="38"/>
                    </a:cubicBezTo>
                    <a:cubicBezTo>
                      <a:pt x="103" y="33"/>
                      <a:pt x="103" y="28"/>
                      <a:pt x="101" y="24"/>
                    </a:cubicBezTo>
                    <a:cubicBezTo>
                      <a:pt x="97" y="17"/>
                      <a:pt x="89" y="11"/>
                      <a:pt x="79" y="8"/>
                    </a:cubicBezTo>
                    <a:cubicBezTo>
                      <a:pt x="70" y="6"/>
                      <a:pt x="61" y="5"/>
                      <a:pt x="53" y="5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33"/>
              <p:cNvSpPr/>
              <p:nvPr/>
            </p:nvSpPr>
            <p:spPr>
              <a:xfrm>
                <a:off x="4828800" y="1269226"/>
                <a:ext cx="762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0" extrusionOk="0">
                    <a:moveTo>
                      <a:pt x="1" y="7"/>
                    </a:moveTo>
                    <a:cubicBezTo>
                      <a:pt x="0" y="12"/>
                      <a:pt x="4" y="17"/>
                      <a:pt x="10" y="18"/>
                    </a:cubicBezTo>
                    <a:cubicBezTo>
                      <a:pt x="16" y="20"/>
                      <a:pt x="22" y="17"/>
                      <a:pt x="23" y="12"/>
                    </a:cubicBezTo>
                    <a:cubicBezTo>
                      <a:pt x="24" y="8"/>
                      <a:pt x="20" y="3"/>
                      <a:pt x="14" y="1"/>
                    </a:cubicBezTo>
                    <a:cubicBezTo>
                      <a:pt x="8" y="0"/>
                      <a:pt x="2" y="3"/>
                      <a:pt x="1" y="7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33"/>
              <p:cNvSpPr/>
              <p:nvPr/>
            </p:nvSpPr>
            <p:spPr>
              <a:xfrm>
                <a:off x="4908175" y="1329551"/>
                <a:ext cx="349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1" h="8" extrusionOk="0">
                    <a:moveTo>
                      <a:pt x="0" y="3"/>
                    </a:moveTo>
                    <a:cubicBezTo>
                      <a:pt x="0" y="5"/>
                      <a:pt x="2" y="7"/>
                      <a:pt x="5" y="8"/>
                    </a:cubicBezTo>
                    <a:cubicBezTo>
                      <a:pt x="8" y="8"/>
                      <a:pt x="10" y="7"/>
                      <a:pt x="11" y="5"/>
                    </a:cubicBezTo>
                    <a:cubicBezTo>
                      <a:pt x="11" y="4"/>
                      <a:pt x="9" y="1"/>
                      <a:pt x="6" y="1"/>
                    </a:cubicBezTo>
                    <a:cubicBezTo>
                      <a:pt x="4" y="0"/>
                      <a:pt x="1" y="1"/>
                      <a:pt x="0" y="3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33"/>
              <p:cNvSpPr/>
              <p:nvPr/>
            </p:nvSpPr>
            <p:spPr>
              <a:xfrm>
                <a:off x="4892300" y="1380351"/>
                <a:ext cx="349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1" h="8" extrusionOk="0">
                    <a:moveTo>
                      <a:pt x="0" y="3"/>
                    </a:moveTo>
                    <a:cubicBezTo>
                      <a:pt x="0" y="5"/>
                      <a:pt x="2" y="7"/>
                      <a:pt x="4" y="8"/>
                    </a:cubicBezTo>
                    <a:cubicBezTo>
                      <a:pt x="7" y="8"/>
                      <a:pt x="10" y="8"/>
                      <a:pt x="10" y="6"/>
                    </a:cubicBezTo>
                    <a:cubicBezTo>
                      <a:pt x="11" y="4"/>
                      <a:pt x="9" y="2"/>
                      <a:pt x="6" y="1"/>
                    </a:cubicBezTo>
                    <a:cubicBezTo>
                      <a:pt x="3" y="0"/>
                      <a:pt x="1" y="1"/>
                      <a:pt x="0" y="3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4" name="Google Shape;1194;p33"/>
              <p:cNvSpPr/>
              <p:nvPr/>
            </p:nvSpPr>
            <p:spPr>
              <a:xfrm>
                <a:off x="4831975" y="1348601"/>
                <a:ext cx="381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2" h="8" extrusionOk="0">
                    <a:moveTo>
                      <a:pt x="1" y="3"/>
                    </a:moveTo>
                    <a:cubicBezTo>
                      <a:pt x="0" y="5"/>
                      <a:pt x="2" y="7"/>
                      <a:pt x="5" y="7"/>
                    </a:cubicBezTo>
                    <a:cubicBezTo>
                      <a:pt x="8" y="8"/>
                      <a:pt x="11" y="7"/>
                      <a:pt x="11" y="5"/>
                    </a:cubicBezTo>
                    <a:cubicBezTo>
                      <a:pt x="12" y="3"/>
                      <a:pt x="10" y="1"/>
                      <a:pt x="7" y="1"/>
                    </a:cubicBezTo>
                    <a:cubicBezTo>
                      <a:pt x="4" y="0"/>
                      <a:pt x="1" y="1"/>
                      <a:pt x="1" y="3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33"/>
              <p:cNvSpPr/>
              <p:nvPr/>
            </p:nvSpPr>
            <p:spPr>
              <a:xfrm>
                <a:off x="4908175" y="1326376"/>
                <a:ext cx="381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2" h="8" extrusionOk="0">
                    <a:moveTo>
                      <a:pt x="1" y="3"/>
                    </a:moveTo>
                    <a:cubicBezTo>
                      <a:pt x="0" y="5"/>
                      <a:pt x="2" y="7"/>
                      <a:pt x="5" y="7"/>
                    </a:cubicBezTo>
                    <a:cubicBezTo>
                      <a:pt x="8" y="8"/>
                      <a:pt x="11" y="7"/>
                      <a:pt x="11" y="5"/>
                    </a:cubicBezTo>
                    <a:cubicBezTo>
                      <a:pt x="12" y="3"/>
                      <a:pt x="10" y="1"/>
                      <a:pt x="7" y="1"/>
                    </a:cubicBezTo>
                    <a:cubicBezTo>
                      <a:pt x="4" y="0"/>
                      <a:pt x="1" y="1"/>
                      <a:pt x="1" y="3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33"/>
              <p:cNvSpPr/>
              <p:nvPr/>
            </p:nvSpPr>
            <p:spPr>
              <a:xfrm>
                <a:off x="4892300" y="1377176"/>
                <a:ext cx="349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1" h="8" extrusionOk="0">
                    <a:moveTo>
                      <a:pt x="0" y="3"/>
                    </a:moveTo>
                    <a:cubicBezTo>
                      <a:pt x="0" y="5"/>
                      <a:pt x="2" y="7"/>
                      <a:pt x="5" y="8"/>
                    </a:cubicBezTo>
                    <a:cubicBezTo>
                      <a:pt x="8" y="8"/>
                      <a:pt x="10" y="7"/>
                      <a:pt x="11" y="5"/>
                    </a:cubicBezTo>
                    <a:cubicBezTo>
                      <a:pt x="11" y="4"/>
                      <a:pt x="9" y="1"/>
                      <a:pt x="6" y="1"/>
                    </a:cubicBezTo>
                    <a:cubicBezTo>
                      <a:pt x="4" y="0"/>
                      <a:pt x="1" y="1"/>
                      <a:pt x="0" y="3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33"/>
              <p:cNvSpPr/>
              <p:nvPr/>
            </p:nvSpPr>
            <p:spPr>
              <a:xfrm>
                <a:off x="4835150" y="1345426"/>
                <a:ext cx="349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1" h="8" extrusionOk="0">
                    <a:moveTo>
                      <a:pt x="0" y="3"/>
                    </a:moveTo>
                    <a:cubicBezTo>
                      <a:pt x="0" y="4"/>
                      <a:pt x="2" y="7"/>
                      <a:pt x="5" y="7"/>
                    </a:cubicBezTo>
                    <a:cubicBezTo>
                      <a:pt x="7" y="8"/>
                      <a:pt x="10" y="7"/>
                      <a:pt x="11" y="5"/>
                    </a:cubicBezTo>
                    <a:cubicBezTo>
                      <a:pt x="11" y="3"/>
                      <a:pt x="9" y="1"/>
                      <a:pt x="6" y="0"/>
                    </a:cubicBezTo>
                    <a:cubicBezTo>
                      <a:pt x="3" y="0"/>
                      <a:pt x="1" y="1"/>
                      <a:pt x="0" y="3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33"/>
              <p:cNvSpPr/>
              <p:nvPr/>
            </p:nvSpPr>
            <p:spPr>
              <a:xfrm>
                <a:off x="4831975" y="1262876"/>
                <a:ext cx="730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23" h="19" extrusionOk="0">
                    <a:moveTo>
                      <a:pt x="1" y="7"/>
                    </a:moveTo>
                    <a:cubicBezTo>
                      <a:pt x="0" y="11"/>
                      <a:pt x="4" y="16"/>
                      <a:pt x="9" y="18"/>
                    </a:cubicBezTo>
                    <a:cubicBezTo>
                      <a:pt x="15" y="19"/>
                      <a:pt x="21" y="17"/>
                      <a:pt x="22" y="12"/>
                    </a:cubicBezTo>
                    <a:cubicBezTo>
                      <a:pt x="23" y="7"/>
                      <a:pt x="20" y="3"/>
                      <a:pt x="14" y="1"/>
                    </a:cubicBezTo>
                    <a:cubicBezTo>
                      <a:pt x="8" y="0"/>
                      <a:pt x="2" y="2"/>
                      <a:pt x="1" y="7"/>
                    </a:cubicBezTo>
                    <a:close/>
                  </a:path>
                </a:pathLst>
              </a:custGeom>
              <a:solidFill>
                <a:srgbClr val="E95D4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9" name="Google Shape;1199;p33"/>
            <p:cNvSpPr/>
            <p:nvPr/>
          </p:nvSpPr>
          <p:spPr>
            <a:xfrm>
              <a:off x="4173650" y="3125478"/>
              <a:ext cx="279600" cy="2796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3"/>
            <p:cNvSpPr/>
            <p:nvPr/>
          </p:nvSpPr>
          <p:spPr>
            <a:xfrm>
              <a:off x="3597061" y="3795303"/>
              <a:ext cx="279600" cy="2796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3"/>
            <p:cNvSpPr/>
            <p:nvPr/>
          </p:nvSpPr>
          <p:spPr>
            <a:xfrm>
              <a:off x="5121025" y="3904278"/>
              <a:ext cx="279600" cy="2796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02" name="Google Shape;1202;p33"/>
          <p:cNvCxnSpPr>
            <a:stCxn id="1161" idx="2"/>
            <a:endCxn id="1200" idx="2"/>
          </p:cNvCxnSpPr>
          <p:nvPr/>
        </p:nvCxnSpPr>
        <p:spPr>
          <a:xfrm rot="-5400000" flipH="1">
            <a:off x="2617850" y="2955675"/>
            <a:ext cx="473400" cy="14853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3" name="Google Shape;1203;p33"/>
          <p:cNvCxnSpPr>
            <a:stCxn id="1164" idx="2"/>
            <a:endCxn id="1199" idx="0"/>
          </p:cNvCxnSpPr>
          <p:nvPr/>
        </p:nvCxnSpPr>
        <p:spPr>
          <a:xfrm rot="5400000">
            <a:off x="4102975" y="2656600"/>
            <a:ext cx="679500" cy="258300"/>
          </a:xfrm>
          <a:prstGeom prst="bentConnector3">
            <a:avLst>
              <a:gd name="adj1" fmla="val 49998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4" name="Google Shape;1204;p33"/>
          <p:cNvCxnSpPr>
            <a:stCxn id="1167" idx="2"/>
            <a:endCxn id="1201" idx="6"/>
          </p:cNvCxnSpPr>
          <p:nvPr/>
        </p:nvCxnSpPr>
        <p:spPr>
          <a:xfrm rot="5400000">
            <a:off x="5925100" y="2937225"/>
            <a:ext cx="582600" cy="16314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78E1CE0E-96AF-EC66-9EE2-027E0851D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1DE5EA7-3DCA-3BA1-DE20-05E34C0C519E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34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cxnSp>
        <p:nvCxnSpPr>
          <p:cNvPr id="1210" name="Google Shape;1210;p34"/>
          <p:cNvCxnSpPr>
            <a:stCxn id="1211" idx="2"/>
            <a:endCxn id="1212" idx="0"/>
          </p:cNvCxnSpPr>
          <p:nvPr/>
        </p:nvCxnSpPr>
        <p:spPr>
          <a:xfrm>
            <a:off x="4572050" y="2805100"/>
            <a:ext cx="0" cy="8871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3" name="Google Shape;1213;p34"/>
          <p:cNvCxnSpPr>
            <a:stCxn id="1214" idx="2"/>
            <a:endCxn id="1215" idx="0"/>
          </p:cNvCxnSpPr>
          <p:nvPr/>
        </p:nvCxnSpPr>
        <p:spPr>
          <a:xfrm>
            <a:off x="1989675" y="3007600"/>
            <a:ext cx="0" cy="6846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6" name="Google Shape;1216;p34"/>
          <p:cNvCxnSpPr>
            <a:stCxn id="1217" idx="2"/>
            <a:endCxn id="1218" idx="0"/>
          </p:cNvCxnSpPr>
          <p:nvPr/>
        </p:nvCxnSpPr>
        <p:spPr>
          <a:xfrm>
            <a:off x="7154450" y="3007600"/>
            <a:ext cx="0" cy="6846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9" name="Google Shape;1219;p34"/>
          <p:cNvCxnSpPr>
            <a:stCxn id="1215" idx="6"/>
            <a:endCxn id="1212" idx="2"/>
          </p:cNvCxnSpPr>
          <p:nvPr/>
        </p:nvCxnSpPr>
        <p:spPr>
          <a:xfrm>
            <a:off x="2405000" y="4107536"/>
            <a:ext cx="17517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0" name="Google Shape;1220;p34"/>
          <p:cNvCxnSpPr>
            <a:stCxn id="1212" idx="6"/>
            <a:endCxn id="1218" idx="2"/>
          </p:cNvCxnSpPr>
          <p:nvPr/>
        </p:nvCxnSpPr>
        <p:spPr>
          <a:xfrm>
            <a:off x="4987400" y="4107536"/>
            <a:ext cx="17517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21" name="Google Shape;1221;p34"/>
          <p:cNvGrpSpPr/>
          <p:nvPr/>
        </p:nvGrpSpPr>
        <p:grpSpPr>
          <a:xfrm>
            <a:off x="6108950" y="1409425"/>
            <a:ext cx="2091012" cy="1598175"/>
            <a:chOff x="6108950" y="1409425"/>
            <a:chExt cx="2091012" cy="1598175"/>
          </a:xfrm>
        </p:grpSpPr>
        <p:sp>
          <p:nvSpPr>
            <p:cNvPr id="1217" name="Google Shape;1217;p34"/>
            <p:cNvSpPr txBox="1"/>
            <p:nvPr/>
          </p:nvSpPr>
          <p:spPr>
            <a:xfrm>
              <a:off x="6108950" y="1767100"/>
              <a:ext cx="2091000" cy="124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Venus has a beautiful name and is the second planet from the Sun. It’s hot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222" name="Google Shape;1222;p34"/>
            <p:cNvSpPr/>
            <p:nvPr/>
          </p:nvSpPr>
          <p:spPr>
            <a:xfrm>
              <a:off x="6108962" y="1409425"/>
              <a:ext cx="2091000" cy="4710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Venus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1223" name="Google Shape;1223;p34"/>
          <p:cNvGrpSpPr/>
          <p:nvPr/>
        </p:nvGrpSpPr>
        <p:grpSpPr>
          <a:xfrm>
            <a:off x="944162" y="1409425"/>
            <a:ext cx="2091013" cy="1598175"/>
            <a:chOff x="944162" y="1409425"/>
            <a:chExt cx="2091013" cy="1598175"/>
          </a:xfrm>
        </p:grpSpPr>
        <p:sp>
          <p:nvSpPr>
            <p:cNvPr id="1214" name="Google Shape;1214;p34"/>
            <p:cNvSpPr txBox="1"/>
            <p:nvPr/>
          </p:nvSpPr>
          <p:spPr>
            <a:xfrm>
              <a:off x="944175" y="1767100"/>
              <a:ext cx="2091000" cy="124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 and the smallest one in the Solar System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224" name="Google Shape;1224;p34"/>
            <p:cNvSpPr/>
            <p:nvPr/>
          </p:nvSpPr>
          <p:spPr>
            <a:xfrm>
              <a:off x="944162" y="1409425"/>
              <a:ext cx="2091000" cy="4710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Mercury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sp>
        <p:nvSpPr>
          <p:cNvPr id="1211" name="Google Shape;1211;p34"/>
          <p:cNvSpPr/>
          <p:nvPr/>
        </p:nvSpPr>
        <p:spPr>
          <a:xfrm>
            <a:off x="3796400" y="2041900"/>
            <a:ext cx="1551300" cy="7632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Gaming week!</a:t>
            </a:r>
            <a:endParaRPr sz="1600">
              <a:solidFill>
                <a:schemeClr val="accent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cxnSp>
        <p:nvCxnSpPr>
          <p:cNvPr id="1225" name="Google Shape;1225;p34"/>
          <p:cNvCxnSpPr>
            <a:stCxn id="1211" idx="1"/>
            <a:endCxn id="1224" idx="3"/>
          </p:cNvCxnSpPr>
          <p:nvPr/>
        </p:nvCxnSpPr>
        <p:spPr>
          <a:xfrm rot="10800000">
            <a:off x="3035300" y="1645000"/>
            <a:ext cx="761100" cy="778500"/>
          </a:xfrm>
          <a:prstGeom prst="bentConnector3">
            <a:avLst>
              <a:gd name="adj1" fmla="val 50009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6" name="Google Shape;1226;p34"/>
          <p:cNvCxnSpPr>
            <a:stCxn id="1211" idx="3"/>
            <a:endCxn id="1222" idx="1"/>
          </p:cNvCxnSpPr>
          <p:nvPr/>
        </p:nvCxnSpPr>
        <p:spPr>
          <a:xfrm rot="10800000" flipH="1">
            <a:off x="5347700" y="1645000"/>
            <a:ext cx="761400" cy="778500"/>
          </a:xfrm>
          <a:prstGeom prst="bentConnector3">
            <a:avLst>
              <a:gd name="adj1" fmla="val 49991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5" name="Google Shape;1215;p34"/>
          <p:cNvSpPr/>
          <p:nvPr/>
        </p:nvSpPr>
        <p:spPr>
          <a:xfrm>
            <a:off x="1574300" y="3692186"/>
            <a:ext cx="830700" cy="83070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34"/>
          <p:cNvSpPr/>
          <p:nvPr/>
        </p:nvSpPr>
        <p:spPr>
          <a:xfrm>
            <a:off x="6739100" y="3692186"/>
            <a:ext cx="830700" cy="83070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34"/>
          <p:cNvSpPr/>
          <p:nvPr/>
        </p:nvSpPr>
        <p:spPr>
          <a:xfrm>
            <a:off x="4156700" y="3692186"/>
            <a:ext cx="830700" cy="83070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7" name="Google Shape;1227;p34"/>
          <p:cNvGrpSpPr/>
          <p:nvPr/>
        </p:nvGrpSpPr>
        <p:grpSpPr>
          <a:xfrm>
            <a:off x="6870816" y="3925891"/>
            <a:ext cx="549164" cy="363258"/>
            <a:chOff x="2465153" y="4968553"/>
            <a:chExt cx="549164" cy="363258"/>
          </a:xfrm>
        </p:grpSpPr>
        <p:sp>
          <p:nvSpPr>
            <p:cNvPr id="1228" name="Google Shape;1228;p34"/>
            <p:cNvSpPr/>
            <p:nvPr/>
          </p:nvSpPr>
          <p:spPr>
            <a:xfrm>
              <a:off x="2554631" y="4976396"/>
              <a:ext cx="58107" cy="40639"/>
            </a:xfrm>
            <a:custGeom>
              <a:avLst/>
              <a:gdLst/>
              <a:ahLst/>
              <a:cxnLst/>
              <a:rect l="l" t="t" r="r" b="b"/>
              <a:pathLst>
                <a:path w="163" h="114" extrusionOk="0">
                  <a:moveTo>
                    <a:pt x="163" y="26"/>
                  </a:moveTo>
                  <a:cubicBezTo>
                    <a:pt x="163" y="114"/>
                    <a:pt x="163" y="114"/>
                    <a:pt x="16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52" y="0"/>
                    <a:pt x="163" y="12"/>
                    <a:pt x="163" y="26"/>
                  </a:cubicBezTo>
                  <a:close/>
                  <a:moveTo>
                    <a:pt x="163" y="26"/>
                  </a:moveTo>
                  <a:cubicBezTo>
                    <a:pt x="163" y="26"/>
                    <a:pt x="163" y="26"/>
                    <a:pt x="163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34"/>
            <p:cNvSpPr/>
            <p:nvPr/>
          </p:nvSpPr>
          <p:spPr>
            <a:xfrm>
              <a:off x="2866734" y="4976396"/>
              <a:ext cx="58107" cy="40639"/>
            </a:xfrm>
            <a:custGeom>
              <a:avLst/>
              <a:gdLst/>
              <a:ahLst/>
              <a:cxnLst/>
              <a:rect l="l" t="t" r="r" b="b"/>
              <a:pathLst>
                <a:path w="163" h="114" extrusionOk="0">
                  <a:moveTo>
                    <a:pt x="163" y="26"/>
                  </a:moveTo>
                  <a:cubicBezTo>
                    <a:pt x="163" y="114"/>
                    <a:pt x="163" y="114"/>
                    <a:pt x="16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51" y="0"/>
                    <a:pt x="163" y="12"/>
                    <a:pt x="163" y="26"/>
                  </a:cubicBezTo>
                  <a:close/>
                  <a:moveTo>
                    <a:pt x="163" y="26"/>
                  </a:moveTo>
                  <a:cubicBezTo>
                    <a:pt x="163" y="26"/>
                    <a:pt x="163" y="26"/>
                    <a:pt x="163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34"/>
            <p:cNvSpPr/>
            <p:nvPr/>
          </p:nvSpPr>
          <p:spPr>
            <a:xfrm>
              <a:off x="2472640" y="5003132"/>
              <a:ext cx="534194" cy="320836"/>
            </a:xfrm>
            <a:custGeom>
              <a:avLst/>
              <a:gdLst/>
              <a:ahLst/>
              <a:cxnLst/>
              <a:rect l="l" t="t" r="r" b="b"/>
              <a:pathLst>
                <a:path w="1498" h="900" extrusionOk="0">
                  <a:moveTo>
                    <a:pt x="1494" y="830"/>
                  </a:moveTo>
                  <a:cubicBezTo>
                    <a:pt x="1447" y="334"/>
                    <a:pt x="1447" y="334"/>
                    <a:pt x="1447" y="334"/>
                  </a:cubicBezTo>
                  <a:cubicBezTo>
                    <a:pt x="1306" y="102"/>
                    <a:pt x="1306" y="102"/>
                    <a:pt x="1306" y="102"/>
                  </a:cubicBezTo>
                  <a:cubicBezTo>
                    <a:pt x="1306" y="22"/>
                    <a:pt x="1306" y="22"/>
                    <a:pt x="1306" y="22"/>
                  </a:cubicBezTo>
                  <a:cubicBezTo>
                    <a:pt x="1306" y="10"/>
                    <a:pt x="1296" y="0"/>
                    <a:pt x="1284" y="0"/>
                  </a:cubicBezTo>
                  <a:cubicBezTo>
                    <a:pt x="1089" y="0"/>
                    <a:pt x="1089" y="0"/>
                    <a:pt x="1089" y="0"/>
                  </a:cubicBezTo>
                  <a:cubicBezTo>
                    <a:pt x="1077" y="0"/>
                    <a:pt x="1067" y="10"/>
                    <a:pt x="1067" y="22"/>
                  </a:cubicBezTo>
                  <a:cubicBezTo>
                    <a:pt x="1067" y="102"/>
                    <a:pt x="1067" y="102"/>
                    <a:pt x="1067" y="102"/>
                  </a:cubicBezTo>
                  <a:cubicBezTo>
                    <a:pt x="986" y="167"/>
                    <a:pt x="986" y="167"/>
                    <a:pt x="986" y="167"/>
                  </a:cubicBezTo>
                  <a:cubicBezTo>
                    <a:pt x="512" y="167"/>
                    <a:pt x="512" y="167"/>
                    <a:pt x="512" y="167"/>
                  </a:cubicBezTo>
                  <a:cubicBezTo>
                    <a:pt x="431" y="102"/>
                    <a:pt x="431" y="102"/>
                    <a:pt x="431" y="102"/>
                  </a:cubicBezTo>
                  <a:cubicBezTo>
                    <a:pt x="431" y="22"/>
                    <a:pt x="431" y="22"/>
                    <a:pt x="431" y="22"/>
                  </a:cubicBezTo>
                  <a:cubicBezTo>
                    <a:pt x="431" y="10"/>
                    <a:pt x="421" y="0"/>
                    <a:pt x="409" y="0"/>
                  </a:cubicBezTo>
                  <a:cubicBezTo>
                    <a:pt x="214" y="0"/>
                    <a:pt x="214" y="0"/>
                    <a:pt x="214" y="0"/>
                  </a:cubicBezTo>
                  <a:cubicBezTo>
                    <a:pt x="202" y="0"/>
                    <a:pt x="192" y="10"/>
                    <a:pt x="192" y="22"/>
                  </a:cubicBezTo>
                  <a:cubicBezTo>
                    <a:pt x="192" y="102"/>
                    <a:pt x="192" y="102"/>
                    <a:pt x="192" y="102"/>
                  </a:cubicBezTo>
                  <a:cubicBezTo>
                    <a:pt x="51" y="334"/>
                    <a:pt x="51" y="334"/>
                    <a:pt x="51" y="334"/>
                  </a:cubicBezTo>
                  <a:cubicBezTo>
                    <a:pt x="4" y="830"/>
                    <a:pt x="4" y="830"/>
                    <a:pt x="4" y="830"/>
                  </a:cubicBezTo>
                  <a:cubicBezTo>
                    <a:pt x="0" y="867"/>
                    <a:pt x="30" y="900"/>
                    <a:pt x="67" y="900"/>
                  </a:cubicBezTo>
                  <a:cubicBezTo>
                    <a:pt x="142" y="900"/>
                    <a:pt x="142" y="900"/>
                    <a:pt x="142" y="900"/>
                  </a:cubicBezTo>
                  <a:cubicBezTo>
                    <a:pt x="162" y="900"/>
                    <a:pt x="180" y="891"/>
                    <a:pt x="192" y="875"/>
                  </a:cubicBezTo>
                  <a:cubicBezTo>
                    <a:pt x="339" y="687"/>
                    <a:pt x="339" y="687"/>
                    <a:pt x="339" y="687"/>
                  </a:cubicBezTo>
                  <a:cubicBezTo>
                    <a:pt x="629" y="595"/>
                    <a:pt x="629" y="595"/>
                    <a:pt x="629" y="595"/>
                  </a:cubicBezTo>
                  <a:cubicBezTo>
                    <a:pt x="869" y="595"/>
                    <a:pt x="869" y="595"/>
                    <a:pt x="869" y="595"/>
                  </a:cubicBezTo>
                  <a:cubicBezTo>
                    <a:pt x="1159" y="687"/>
                    <a:pt x="1159" y="687"/>
                    <a:pt x="1159" y="687"/>
                  </a:cubicBezTo>
                  <a:cubicBezTo>
                    <a:pt x="1306" y="875"/>
                    <a:pt x="1306" y="875"/>
                    <a:pt x="1306" y="875"/>
                  </a:cubicBezTo>
                  <a:cubicBezTo>
                    <a:pt x="1318" y="891"/>
                    <a:pt x="1336" y="900"/>
                    <a:pt x="1356" y="900"/>
                  </a:cubicBezTo>
                  <a:cubicBezTo>
                    <a:pt x="1431" y="900"/>
                    <a:pt x="1431" y="900"/>
                    <a:pt x="1431" y="900"/>
                  </a:cubicBezTo>
                  <a:cubicBezTo>
                    <a:pt x="1468" y="900"/>
                    <a:pt x="1498" y="867"/>
                    <a:pt x="1494" y="830"/>
                  </a:cubicBezTo>
                  <a:close/>
                  <a:moveTo>
                    <a:pt x="1494" y="830"/>
                  </a:moveTo>
                  <a:cubicBezTo>
                    <a:pt x="1494" y="830"/>
                    <a:pt x="1494" y="830"/>
                    <a:pt x="1494" y="83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34"/>
            <p:cNvSpPr/>
            <p:nvPr/>
          </p:nvSpPr>
          <p:spPr>
            <a:xfrm>
              <a:off x="2782069" y="5030225"/>
              <a:ext cx="206583" cy="246331"/>
            </a:xfrm>
            <a:custGeom>
              <a:avLst/>
              <a:gdLst/>
              <a:ahLst/>
              <a:cxnLst/>
              <a:rect l="l" t="t" r="r" b="b"/>
              <a:pathLst>
                <a:path w="579" h="691" extrusionOk="0">
                  <a:moveTo>
                    <a:pt x="438" y="28"/>
                  </a:moveTo>
                  <a:cubicBezTo>
                    <a:pt x="521" y="72"/>
                    <a:pt x="579" y="159"/>
                    <a:pt x="579" y="260"/>
                  </a:cubicBezTo>
                  <a:cubicBezTo>
                    <a:pt x="579" y="404"/>
                    <a:pt x="462" y="520"/>
                    <a:pt x="318" y="520"/>
                  </a:cubicBezTo>
                  <a:cubicBezTo>
                    <a:pt x="315" y="520"/>
                    <a:pt x="312" y="520"/>
                    <a:pt x="309" y="520"/>
                  </a:cubicBezTo>
                  <a:cubicBezTo>
                    <a:pt x="310" y="525"/>
                    <a:pt x="310" y="531"/>
                    <a:pt x="310" y="536"/>
                  </a:cubicBezTo>
                  <a:cubicBezTo>
                    <a:pt x="310" y="564"/>
                    <a:pt x="303" y="589"/>
                    <a:pt x="291" y="611"/>
                  </a:cubicBezTo>
                  <a:cubicBezTo>
                    <a:pt x="264" y="659"/>
                    <a:pt x="213" y="691"/>
                    <a:pt x="155" y="691"/>
                  </a:cubicBezTo>
                  <a:cubicBezTo>
                    <a:pt x="70" y="691"/>
                    <a:pt x="0" y="622"/>
                    <a:pt x="0" y="536"/>
                  </a:cubicBezTo>
                  <a:cubicBezTo>
                    <a:pt x="0" y="531"/>
                    <a:pt x="0" y="525"/>
                    <a:pt x="1" y="520"/>
                  </a:cubicBezTo>
                  <a:cubicBezTo>
                    <a:pt x="7" y="463"/>
                    <a:pt x="44" y="415"/>
                    <a:pt x="95" y="394"/>
                  </a:cubicBezTo>
                  <a:cubicBezTo>
                    <a:pt x="72" y="355"/>
                    <a:pt x="58" y="309"/>
                    <a:pt x="58" y="260"/>
                  </a:cubicBezTo>
                  <a:cubicBezTo>
                    <a:pt x="58" y="197"/>
                    <a:pt x="81" y="139"/>
                    <a:pt x="118" y="94"/>
                  </a:cubicBezTo>
                  <a:cubicBezTo>
                    <a:pt x="140" y="67"/>
                    <a:pt x="168" y="45"/>
                    <a:pt x="199" y="28"/>
                  </a:cubicBezTo>
                  <a:cubicBezTo>
                    <a:pt x="235" y="10"/>
                    <a:pt x="275" y="0"/>
                    <a:pt x="318" y="0"/>
                  </a:cubicBezTo>
                  <a:cubicBezTo>
                    <a:pt x="361" y="0"/>
                    <a:pt x="402" y="10"/>
                    <a:pt x="438" y="28"/>
                  </a:cubicBezTo>
                  <a:close/>
                  <a:moveTo>
                    <a:pt x="438" y="28"/>
                  </a:moveTo>
                  <a:cubicBezTo>
                    <a:pt x="438" y="28"/>
                    <a:pt x="438" y="28"/>
                    <a:pt x="438" y="2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34"/>
            <p:cNvSpPr/>
            <p:nvPr/>
          </p:nvSpPr>
          <p:spPr>
            <a:xfrm>
              <a:off x="2831620" y="5107226"/>
              <a:ext cx="32262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34"/>
            <p:cNvSpPr/>
            <p:nvPr/>
          </p:nvSpPr>
          <p:spPr>
            <a:xfrm>
              <a:off x="2873507" y="5066587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34"/>
            <p:cNvSpPr/>
            <p:nvPr/>
          </p:nvSpPr>
          <p:spPr>
            <a:xfrm>
              <a:off x="2914503" y="5109008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69"/>
                    <a:pt x="70" y="90"/>
                    <a:pt x="45" y="90"/>
                  </a:cubicBezTo>
                  <a:cubicBezTo>
                    <a:pt x="20" y="90"/>
                    <a:pt x="0" y="69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34"/>
            <p:cNvSpPr/>
            <p:nvPr/>
          </p:nvSpPr>
          <p:spPr>
            <a:xfrm>
              <a:off x="2872081" y="5149291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34"/>
            <p:cNvSpPr/>
            <p:nvPr/>
          </p:nvSpPr>
          <p:spPr>
            <a:xfrm>
              <a:off x="2490820" y="5030225"/>
              <a:ext cx="206048" cy="246331"/>
            </a:xfrm>
            <a:custGeom>
              <a:avLst/>
              <a:gdLst/>
              <a:ahLst/>
              <a:cxnLst/>
              <a:rect l="l" t="t" r="r" b="b"/>
              <a:pathLst>
                <a:path w="578" h="691" extrusionOk="0">
                  <a:moveTo>
                    <a:pt x="141" y="28"/>
                  </a:moveTo>
                  <a:cubicBezTo>
                    <a:pt x="177" y="10"/>
                    <a:pt x="218" y="0"/>
                    <a:pt x="261" y="0"/>
                  </a:cubicBezTo>
                  <a:cubicBezTo>
                    <a:pt x="304" y="0"/>
                    <a:pt x="344" y="10"/>
                    <a:pt x="380" y="28"/>
                  </a:cubicBezTo>
                  <a:cubicBezTo>
                    <a:pt x="411" y="45"/>
                    <a:pt x="439" y="67"/>
                    <a:pt x="461" y="94"/>
                  </a:cubicBezTo>
                  <a:cubicBezTo>
                    <a:pt x="499" y="139"/>
                    <a:pt x="521" y="197"/>
                    <a:pt x="521" y="260"/>
                  </a:cubicBezTo>
                  <a:cubicBezTo>
                    <a:pt x="521" y="309"/>
                    <a:pt x="507" y="355"/>
                    <a:pt x="484" y="394"/>
                  </a:cubicBezTo>
                  <a:cubicBezTo>
                    <a:pt x="534" y="415"/>
                    <a:pt x="571" y="463"/>
                    <a:pt x="577" y="520"/>
                  </a:cubicBezTo>
                  <a:cubicBezTo>
                    <a:pt x="578" y="525"/>
                    <a:pt x="578" y="531"/>
                    <a:pt x="578" y="536"/>
                  </a:cubicBezTo>
                  <a:cubicBezTo>
                    <a:pt x="578" y="622"/>
                    <a:pt x="509" y="691"/>
                    <a:pt x="423" y="691"/>
                  </a:cubicBezTo>
                  <a:cubicBezTo>
                    <a:pt x="365" y="691"/>
                    <a:pt x="314" y="659"/>
                    <a:pt x="288" y="612"/>
                  </a:cubicBezTo>
                  <a:cubicBezTo>
                    <a:pt x="276" y="589"/>
                    <a:pt x="268" y="564"/>
                    <a:pt x="268" y="536"/>
                  </a:cubicBezTo>
                  <a:cubicBezTo>
                    <a:pt x="268" y="531"/>
                    <a:pt x="269" y="525"/>
                    <a:pt x="269" y="520"/>
                  </a:cubicBezTo>
                  <a:cubicBezTo>
                    <a:pt x="266" y="520"/>
                    <a:pt x="264" y="520"/>
                    <a:pt x="261" y="520"/>
                  </a:cubicBezTo>
                  <a:cubicBezTo>
                    <a:pt x="117" y="520"/>
                    <a:pt x="0" y="404"/>
                    <a:pt x="0" y="260"/>
                  </a:cubicBezTo>
                  <a:cubicBezTo>
                    <a:pt x="0" y="159"/>
                    <a:pt x="58" y="72"/>
                    <a:pt x="141" y="28"/>
                  </a:cubicBezTo>
                  <a:close/>
                  <a:moveTo>
                    <a:pt x="141" y="28"/>
                  </a:moveTo>
                  <a:cubicBezTo>
                    <a:pt x="141" y="28"/>
                    <a:pt x="141" y="28"/>
                    <a:pt x="141" y="2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34"/>
            <p:cNvSpPr/>
            <p:nvPr/>
          </p:nvSpPr>
          <p:spPr>
            <a:xfrm>
              <a:off x="2531103" y="5079064"/>
              <a:ext cx="98390" cy="9839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107"/>
                  </a:moveTo>
                  <a:cubicBezTo>
                    <a:pt x="276" y="169"/>
                    <a:pt x="276" y="169"/>
                    <a:pt x="276" y="169"/>
                  </a:cubicBezTo>
                  <a:cubicBezTo>
                    <a:pt x="276" y="181"/>
                    <a:pt x="267" y="190"/>
                    <a:pt x="255" y="190"/>
                  </a:cubicBezTo>
                  <a:cubicBezTo>
                    <a:pt x="212" y="190"/>
                    <a:pt x="212" y="190"/>
                    <a:pt x="212" y="190"/>
                  </a:cubicBezTo>
                  <a:cubicBezTo>
                    <a:pt x="200" y="190"/>
                    <a:pt x="190" y="200"/>
                    <a:pt x="190" y="211"/>
                  </a:cubicBezTo>
                  <a:cubicBezTo>
                    <a:pt x="190" y="255"/>
                    <a:pt x="190" y="255"/>
                    <a:pt x="190" y="255"/>
                  </a:cubicBezTo>
                  <a:cubicBezTo>
                    <a:pt x="190" y="266"/>
                    <a:pt x="181" y="276"/>
                    <a:pt x="169" y="276"/>
                  </a:cubicBezTo>
                  <a:cubicBezTo>
                    <a:pt x="107" y="276"/>
                    <a:pt x="107" y="276"/>
                    <a:pt x="107" y="276"/>
                  </a:cubicBezTo>
                  <a:cubicBezTo>
                    <a:pt x="95" y="276"/>
                    <a:pt x="86" y="266"/>
                    <a:pt x="86" y="255"/>
                  </a:cubicBezTo>
                  <a:cubicBezTo>
                    <a:pt x="86" y="211"/>
                    <a:pt x="86" y="211"/>
                    <a:pt x="86" y="211"/>
                  </a:cubicBezTo>
                  <a:cubicBezTo>
                    <a:pt x="86" y="200"/>
                    <a:pt x="76" y="190"/>
                    <a:pt x="64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10" y="190"/>
                    <a:pt x="0" y="181"/>
                    <a:pt x="0" y="169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95"/>
                    <a:pt x="10" y="85"/>
                    <a:pt x="21" y="85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76" y="85"/>
                    <a:pt x="86" y="76"/>
                    <a:pt x="86" y="64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6" y="9"/>
                    <a:pt x="95" y="0"/>
                    <a:pt x="107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81" y="0"/>
                    <a:pt x="190" y="9"/>
                    <a:pt x="190" y="21"/>
                  </a:cubicBezTo>
                  <a:cubicBezTo>
                    <a:pt x="190" y="64"/>
                    <a:pt x="190" y="64"/>
                    <a:pt x="190" y="64"/>
                  </a:cubicBezTo>
                  <a:cubicBezTo>
                    <a:pt x="190" y="76"/>
                    <a:pt x="200" y="85"/>
                    <a:pt x="212" y="85"/>
                  </a:cubicBezTo>
                  <a:cubicBezTo>
                    <a:pt x="255" y="85"/>
                    <a:pt x="255" y="85"/>
                    <a:pt x="255" y="85"/>
                  </a:cubicBezTo>
                  <a:cubicBezTo>
                    <a:pt x="267" y="85"/>
                    <a:pt x="276" y="95"/>
                    <a:pt x="276" y="107"/>
                  </a:cubicBezTo>
                  <a:close/>
                  <a:moveTo>
                    <a:pt x="276" y="107"/>
                  </a:moveTo>
                  <a:cubicBezTo>
                    <a:pt x="276" y="107"/>
                    <a:pt x="276" y="107"/>
                    <a:pt x="276" y="107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34"/>
            <p:cNvSpPr/>
            <p:nvPr/>
          </p:nvSpPr>
          <p:spPr>
            <a:xfrm>
              <a:off x="2617373" y="5197417"/>
              <a:ext cx="48482" cy="48125"/>
            </a:xfrm>
            <a:custGeom>
              <a:avLst/>
              <a:gdLst/>
              <a:ahLst/>
              <a:cxnLst/>
              <a:rect l="l" t="t" r="r" b="b"/>
              <a:pathLst>
                <a:path w="136" h="135" extrusionOk="0">
                  <a:moveTo>
                    <a:pt x="68" y="0"/>
                  </a:moveTo>
                  <a:cubicBezTo>
                    <a:pt x="106" y="0"/>
                    <a:pt x="136" y="30"/>
                    <a:pt x="136" y="67"/>
                  </a:cubicBezTo>
                  <a:cubicBezTo>
                    <a:pt x="136" y="105"/>
                    <a:pt x="106" y="135"/>
                    <a:pt x="68" y="135"/>
                  </a:cubicBezTo>
                  <a:cubicBezTo>
                    <a:pt x="31" y="135"/>
                    <a:pt x="0" y="105"/>
                    <a:pt x="0" y="67"/>
                  </a:cubicBezTo>
                  <a:cubicBezTo>
                    <a:pt x="0" y="30"/>
                    <a:pt x="31" y="0"/>
                    <a:pt x="68" y="0"/>
                  </a:cubicBezTo>
                  <a:close/>
                  <a:moveTo>
                    <a:pt x="68" y="0"/>
                  </a:moveTo>
                  <a:cubicBezTo>
                    <a:pt x="68" y="0"/>
                    <a:pt x="68" y="0"/>
                    <a:pt x="68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34"/>
            <p:cNvSpPr/>
            <p:nvPr/>
          </p:nvSpPr>
          <p:spPr>
            <a:xfrm>
              <a:off x="2812014" y="5195991"/>
              <a:ext cx="51156" cy="50977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143" y="72"/>
                  </a:moveTo>
                  <a:cubicBezTo>
                    <a:pt x="143" y="111"/>
                    <a:pt x="111" y="143"/>
                    <a:pt x="72" y="143"/>
                  </a:cubicBezTo>
                  <a:cubicBezTo>
                    <a:pt x="32" y="143"/>
                    <a:pt x="0" y="111"/>
                    <a:pt x="0" y="72"/>
                  </a:cubicBezTo>
                  <a:cubicBezTo>
                    <a:pt x="0" y="32"/>
                    <a:pt x="32" y="0"/>
                    <a:pt x="72" y="0"/>
                  </a:cubicBezTo>
                  <a:cubicBezTo>
                    <a:pt x="111" y="0"/>
                    <a:pt x="143" y="32"/>
                    <a:pt x="143" y="72"/>
                  </a:cubicBezTo>
                  <a:close/>
                  <a:moveTo>
                    <a:pt x="143" y="72"/>
                  </a:moveTo>
                  <a:cubicBezTo>
                    <a:pt x="143" y="72"/>
                    <a:pt x="143" y="72"/>
                    <a:pt x="143" y="72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34"/>
            <p:cNvSpPr/>
            <p:nvPr/>
          </p:nvSpPr>
          <p:spPr>
            <a:xfrm>
              <a:off x="2536450" y="5071577"/>
              <a:ext cx="98390" cy="9839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107"/>
                  </a:moveTo>
                  <a:cubicBezTo>
                    <a:pt x="276" y="170"/>
                    <a:pt x="276" y="170"/>
                    <a:pt x="276" y="170"/>
                  </a:cubicBezTo>
                  <a:cubicBezTo>
                    <a:pt x="276" y="181"/>
                    <a:pt x="267" y="191"/>
                    <a:pt x="255" y="191"/>
                  </a:cubicBezTo>
                  <a:cubicBezTo>
                    <a:pt x="212" y="191"/>
                    <a:pt x="212" y="191"/>
                    <a:pt x="212" y="191"/>
                  </a:cubicBezTo>
                  <a:cubicBezTo>
                    <a:pt x="200" y="191"/>
                    <a:pt x="191" y="200"/>
                    <a:pt x="191" y="212"/>
                  </a:cubicBezTo>
                  <a:cubicBezTo>
                    <a:pt x="191" y="255"/>
                    <a:pt x="191" y="255"/>
                    <a:pt x="191" y="255"/>
                  </a:cubicBezTo>
                  <a:cubicBezTo>
                    <a:pt x="191" y="267"/>
                    <a:pt x="181" y="276"/>
                    <a:pt x="170" y="276"/>
                  </a:cubicBezTo>
                  <a:cubicBezTo>
                    <a:pt x="107" y="276"/>
                    <a:pt x="107" y="276"/>
                    <a:pt x="107" y="276"/>
                  </a:cubicBezTo>
                  <a:cubicBezTo>
                    <a:pt x="95" y="276"/>
                    <a:pt x="86" y="267"/>
                    <a:pt x="86" y="255"/>
                  </a:cubicBezTo>
                  <a:cubicBezTo>
                    <a:pt x="86" y="212"/>
                    <a:pt x="86" y="212"/>
                    <a:pt x="86" y="212"/>
                  </a:cubicBezTo>
                  <a:cubicBezTo>
                    <a:pt x="86" y="200"/>
                    <a:pt x="76" y="191"/>
                    <a:pt x="65" y="191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10" y="191"/>
                    <a:pt x="0" y="181"/>
                    <a:pt x="0" y="17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95"/>
                    <a:pt x="10" y="86"/>
                    <a:pt x="21" y="86"/>
                  </a:cubicBezTo>
                  <a:cubicBezTo>
                    <a:pt x="65" y="86"/>
                    <a:pt x="65" y="86"/>
                    <a:pt x="65" y="86"/>
                  </a:cubicBezTo>
                  <a:cubicBezTo>
                    <a:pt x="76" y="86"/>
                    <a:pt x="86" y="76"/>
                    <a:pt x="86" y="65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6" y="10"/>
                    <a:pt x="95" y="0"/>
                    <a:pt x="107" y="0"/>
                  </a:cubicBezTo>
                  <a:cubicBezTo>
                    <a:pt x="170" y="0"/>
                    <a:pt x="170" y="0"/>
                    <a:pt x="170" y="0"/>
                  </a:cubicBezTo>
                  <a:cubicBezTo>
                    <a:pt x="181" y="0"/>
                    <a:pt x="191" y="10"/>
                    <a:pt x="191" y="21"/>
                  </a:cubicBezTo>
                  <a:cubicBezTo>
                    <a:pt x="191" y="65"/>
                    <a:pt x="191" y="65"/>
                    <a:pt x="191" y="65"/>
                  </a:cubicBezTo>
                  <a:cubicBezTo>
                    <a:pt x="191" y="76"/>
                    <a:pt x="200" y="86"/>
                    <a:pt x="212" y="86"/>
                  </a:cubicBezTo>
                  <a:cubicBezTo>
                    <a:pt x="255" y="86"/>
                    <a:pt x="255" y="86"/>
                    <a:pt x="255" y="86"/>
                  </a:cubicBezTo>
                  <a:cubicBezTo>
                    <a:pt x="267" y="86"/>
                    <a:pt x="276" y="95"/>
                    <a:pt x="276" y="107"/>
                  </a:cubicBezTo>
                  <a:close/>
                  <a:moveTo>
                    <a:pt x="276" y="107"/>
                  </a:moveTo>
                  <a:cubicBezTo>
                    <a:pt x="276" y="107"/>
                    <a:pt x="276" y="107"/>
                    <a:pt x="276" y="107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34"/>
            <p:cNvSpPr/>
            <p:nvPr/>
          </p:nvSpPr>
          <p:spPr>
            <a:xfrm>
              <a:off x="2878855" y="5063022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1"/>
                    <a:pt x="20" y="0"/>
                    <a:pt x="45" y="0"/>
                  </a:cubicBezTo>
                  <a:cubicBezTo>
                    <a:pt x="70" y="0"/>
                    <a:pt x="90" y="21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82DBB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34"/>
            <p:cNvSpPr/>
            <p:nvPr/>
          </p:nvSpPr>
          <p:spPr>
            <a:xfrm>
              <a:off x="2919850" y="510544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69"/>
                    <a:pt x="70" y="90"/>
                    <a:pt x="45" y="90"/>
                  </a:cubicBezTo>
                  <a:cubicBezTo>
                    <a:pt x="20" y="90"/>
                    <a:pt x="0" y="69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DD1B1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34"/>
            <p:cNvSpPr/>
            <p:nvPr/>
          </p:nvSpPr>
          <p:spPr>
            <a:xfrm>
              <a:off x="2877785" y="5145370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358DC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34"/>
            <p:cNvSpPr/>
            <p:nvPr/>
          </p:nvSpPr>
          <p:spPr>
            <a:xfrm>
              <a:off x="2837324" y="5103305"/>
              <a:ext cx="32262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1"/>
                    <a:pt x="20" y="0"/>
                    <a:pt x="45" y="0"/>
                  </a:cubicBezTo>
                  <a:cubicBezTo>
                    <a:pt x="70" y="0"/>
                    <a:pt x="90" y="21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34"/>
            <p:cNvSpPr/>
            <p:nvPr/>
          </p:nvSpPr>
          <p:spPr>
            <a:xfrm>
              <a:off x="2879211" y="5063022"/>
              <a:ext cx="32084" cy="31727"/>
            </a:xfrm>
            <a:custGeom>
              <a:avLst/>
              <a:gdLst/>
              <a:ahLst/>
              <a:cxnLst/>
              <a:rect l="l" t="t" r="r" b="b"/>
              <a:pathLst>
                <a:path w="90" h="89" extrusionOk="0">
                  <a:moveTo>
                    <a:pt x="90" y="44"/>
                  </a:moveTo>
                  <a:cubicBezTo>
                    <a:pt x="90" y="69"/>
                    <a:pt x="70" y="89"/>
                    <a:pt x="45" y="89"/>
                  </a:cubicBezTo>
                  <a:cubicBezTo>
                    <a:pt x="20" y="89"/>
                    <a:pt x="0" y="69"/>
                    <a:pt x="0" y="44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4"/>
                  </a:cubicBezTo>
                  <a:close/>
                  <a:moveTo>
                    <a:pt x="90" y="44"/>
                  </a:moveTo>
                  <a:cubicBezTo>
                    <a:pt x="90" y="44"/>
                    <a:pt x="90" y="44"/>
                    <a:pt x="90" y="44"/>
                  </a:cubicBezTo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34"/>
            <p:cNvSpPr/>
            <p:nvPr/>
          </p:nvSpPr>
          <p:spPr>
            <a:xfrm>
              <a:off x="2920207" y="5105087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34"/>
            <p:cNvSpPr/>
            <p:nvPr/>
          </p:nvSpPr>
          <p:spPr>
            <a:xfrm>
              <a:off x="2877785" y="5145370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34"/>
            <p:cNvSpPr/>
            <p:nvPr/>
          </p:nvSpPr>
          <p:spPr>
            <a:xfrm>
              <a:off x="2609530" y="5189218"/>
              <a:ext cx="64524" cy="64524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90" y="0"/>
                  </a:moveTo>
                  <a:cubicBezTo>
                    <a:pt x="41" y="0"/>
                    <a:pt x="0" y="41"/>
                    <a:pt x="0" y="90"/>
                  </a:cubicBezTo>
                  <a:cubicBezTo>
                    <a:pt x="0" y="140"/>
                    <a:pt x="41" y="181"/>
                    <a:pt x="90" y="181"/>
                  </a:cubicBezTo>
                  <a:cubicBezTo>
                    <a:pt x="140" y="181"/>
                    <a:pt x="181" y="140"/>
                    <a:pt x="181" y="90"/>
                  </a:cubicBezTo>
                  <a:cubicBezTo>
                    <a:pt x="181" y="41"/>
                    <a:pt x="140" y="0"/>
                    <a:pt x="90" y="0"/>
                  </a:cubicBezTo>
                  <a:close/>
                  <a:moveTo>
                    <a:pt x="90" y="136"/>
                  </a:moveTo>
                  <a:cubicBezTo>
                    <a:pt x="65" y="136"/>
                    <a:pt x="45" y="116"/>
                    <a:pt x="45" y="90"/>
                  </a:cubicBezTo>
                  <a:cubicBezTo>
                    <a:pt x="45" y="65"/>
                    <a:pt x="65" y="45"/>
                    <a:pt x="90" y="45"/>
                  </a:cubicBezTo>
                  <a:cubicBezTo>
                    <a:pt x="115" y="45"/>
                    <a:pt x="136" y="65"/>
                    <a:pt x="136" y="90"/>
                  </a:cubicBezTo>
                  <a:cubicBezTo>
                    <a:pt x="136" y="116"/>
                    <a:pt x="115" y="136"/>
                    <a:pt x="90" y="136"/>
                  </a:cubicBezTo>
                  <a:close/>
                  <a:moveTo>
                    <a:pt x="90" y="136"/>
                  </a:moveTo>
                  <a:cubicBezTo>
                    <a:pt x="90" y="136"/>
                    <a:pt x="90" y="136"/>
                    <a:pt x="90" y="13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4"/>
            <p:cNvSpPr/>
            <p:nvPr/>
          </p:nvSpPr>
          <p:spPr>
            <a:xfrm>
              <a:off x="2804171" y="5187792"/>
              <a:ext cx="67197" cy="67376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94" y="0"/>
                  </a:moveTo>
                  <a:cubicBezTo>
                    <a:pt x="42" y="0"/>
                    <a:pt x="0" y="43"/>
                    <a:pt x="0" y="94"/>
                  </a:cubicBezTo>
                  <a:cubicBezTo>
                    <a:pt x="0" y="146"/>
                    <a:pt x="42" y="189"/>
                    <a:pt x="94" y="189"/>
                  </a:cubicBezTo>
                  <a:cubicBezTo>
                    <a:pt x="146" y="189"/>
                    <a:pt x="188" y="146"/>
                    <a:pt x="188" y="94"/>
                  </a:cubicBezTo>
                  <a:cubicBezTo>
                    <a:pt x="188" y="43"/>
                    <a:pt x="146" y="0"/>
                    <a:pt x="94" y="0"/>
                  </a:cubicBezTo>
                  <a:close/>
                  <a:moveTo>
                    <a:pt x="94" y="144"/>
                  </a:moveTo>
                  <a:cubicBezTo>
                    <a:pt x="67" y="144"/>
                    <a:pt x="45" y="122"/>
                    <a:pt x="45" y="94"/>
                  </a:cubicBezTo>
                  <a:cubicBezTo>
                    <a:pt x="45" y="67"/>
                    <a:pt x="67" y="45"/>
                    <a:pt x="94" y="45"/>
                  </a:cubicBezTo>
                  <a:cubicBezTo>
                    <a:pt x="121" y="45"/>
                    <a:pt x="143" y="67"/>
                    <a:pt x="143" y="94"/>
                  </a:cubicBezTo>
                  <a:cubicBezTo>
                    <a:pt x="143" y="122"/>
                    <a:pt x="121" y="144"/>
                    <a:pt x="94" y="144"/>
                  </a:cubicBezTo>
                  <a:close/>
                  <a:moveTo>
                    <a:pt x="94" y="144"/>
                  </a:moveTo>
                  <a:cubicBezTo>
                    <a:pt x="94" y="144"/>
                    <a:pt x="94" y="144"/>
                    <a:pt x="94" y="14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4"/>
            <p:cNvSpPr/>
            <p:nvPr/>
          </p:nvSpPr>
          <p:spPr>
            <a:xfrm>
              <a:off x="2465153" y="4968553"/>
              <a:ext cx="549164" cy="363258"/>
            </a:xfrm>
            <a:custGeom>
              <a:avLst/>
              <a:gdLst/>
              <a:ahLst/>
              <a:cxnLst/>
              <a:rect l="l" t="t" r="r" b="b"/>
              <a:pathLst>
                <a:path w="1540" h="1019" extrusionOk="0">
                  <a:moveTo>
                    <a:pt x="1538" y="925"/>
                  </a:moveTo>
                  <a:cubicBezTo>
                    <a:pt x="1490" y="432"/>
                    <a:pt x="1490" y="432"/>
                    <a:pt x="1490" y="432"/>
                  </a:cubicBezTo>
                  <a:cubicBezTo>
                    <a:pt x="1490" y="328"/>
                    <a:pt x="1433" y="237"/>
                    <a:pt x="1349" y="188"/>
                  </a:cubicBezTo>
                  <a:cubicBezTo>
                    <a:pt x="1349" y="122"/>
                    <a:pt x="1349" y="122"/>
                    <a:pt x="1349" y="122"/>
                  </a:cubicBezTo>
                  <a:cubicBezTo>
                    <a:pt x="1349" y="100"/>
                    <a:pt x="1333" y="81"/>
                    <a:pt x="1311" y="78"/>
                  </a:cubicBezTo>
                  <a:cubicBezTo>
                    <a:pt x="1311" y="48"/>
                    <a:pt x="1311" y="48"/>
                    <a:pt x="1311" y="48"/>
                  </a:cubicBezTo>
                  <a:cubicBezTo>
                    <a:pt x="1311" y="21"/>
                    <a:pt x="1290" y="0"/>
                    <a:pt x="1263" y="0"/>
                  </a:cubicBezTo>
                  <a:cubicBezTo>
                    <a:pt x="1152" y="0"/>
                    <a:pt x="1152" y="0"/>
                    <a:pt x="1152" y="0"/>
                  </a:cubicBezTo>
                  <a:cubicBezTo>
                    <a:pt x="1125" y="0"/>
                    <a:pt x="1104" y="21"/>
                    <a:pt x="1104" y="48"/>
                  </a:cubicBezTo>
                  <a:cubicBezTo>
                    <a:pt x="1104" y="78"/>
                    <a:pt x="1104" y="78"/>
                    <a:pt x="1104" y="78"/>
                  </a:cubicBezTo>
                  <a:cubicBezTo>
                    <a:pt x="1082" y="81"/>
                    <a:pt x="1066" y="100"/>
                    <a:pt x="1066" y="122"/>
                  </a:cubicBezTo>
                  <a:cubicBezTo>
                    <a:pt x="1066" y="188"/>
                    <a:pt x="1066" y="188"/>
                    <a:pt x="1066" y="188"/>
                  </a:cubicBezTo>
                  <a:cubicBezTo>
                    <a:pt x="1040" y="203"/>
                    <a:pt x="1017" y="222"/>
                    <a:pt x="997" y="244"/>
                  </a:cubicBezTo>
                  <a:cubicBezTo>
                    <a:pt x="741" y="244"/>
                    <a:pt x="741" y="244"/>
                    <a:pt x="741" y="244"/>
                  </a:cubicBezTo>
                  <a:cubicBezTo>
                    <a:pt x="728" y="244"/>
                    <a:pt x="718" y="254"/>
                    <a:pt x="718" y="267"/>
                  </a:cubicBezTo>
                  <a:cubicBezTo>
                    <a:pt x="718" y="279"/>
                    <a:pt x="728" y="289"/>
                    <a:pt x="741" y="289"/>
                  </a:cubicBezTo>
                  <a:cubicBezTo>
                    <a:pt x="964" y="289"/>
                    <a:pt x="964" y="289"/>
                    <a:pt x="964" y="289"/>
                  </a:cubicBezTo>
                  <a:cubicBezTo>
                    <a:pt x="939" y="331"/>
                    <a:pt x="925" y="380"/>
                    <a:pt x="925" y="433"/>
                  </a:cubicBezTo>
                  <a:cubicBezTo>
                    <a:pt x="925" y="476"/>
                    <a:pt x="934" y="519"/>
                    <a:pt x="953" y="557"/>
                  </a:cubicBezTo>
                  <a:cubicBezTo>
                    <a:pt x="911" y="582"/>
                    <a:pt x="882" y="623"/>
                    <a:pt x="871" y="670"/>
                  </a:cubicBezTo>
                  <a:cubicBezTo>
                    <a:pt x="668" y="670"/>
                    <a:pt x="668" y="670"/>
                    <a:pt x="668" y="670"/>
                  </a:cubicBezTo>
                  <a:cubicBezTo>
                    <a:pt x="658" y="623"/>
                    <a:pt x="628" y="582"/>
                    <a:pt x="587" y="557"/>
                  </a:cubicBezTo>
                  <a:cubicBezTo>
                    <a:pt x="606" y="519"/>
                    <a:pt x="615" y="477"/>
                    <a:pt x="615" y="433"/>
                  </a:cubicBezTo>
                  <a:cubicBezTo>
                    <a:pt x="615" y="380"/>
                    <a:pt x="601" y="331"/>
                    <a:pt x="576" y="289"/>
                  </a:cubicBezTo>
                  <a:cubicBezTo>
                    <a:pt x="651" y="289"/>
                    <a:pt x="651" y="289"/>
                    <a:pt x="651" y="289"/>
                  </a:cubicBezTo>
                  <a:cubicBezTo>
                    <a:pt x="663" y="289"/>
                    <a:pt x="673" y="279"/>
                    <a:pt x="673" y="267"/>
                  </a:cubicBezTo>
                  <a:cubicBezTo>
                    <a:pt x="673" y="254"/>
                    <a:pt x="663" y="244"/>
                    <a:pt x="651" y="244"/>
                  </a:cubicBezTo>
                  <a:cubicBezTo>
                    <a:pt x="543" y="244"/>
                    <a:pt x="543" y="244"/>
                    <a:pt x="543" y="244"/>
                  </a:cubicBezTo>
                  <a:cubicBezTo>
                    <a:pt x="523" y="222"/>
                    <a:pt x="500" y="203"/>
                    <a:pt x="474" y="188"/>
                  </a:cubicBezTo>
                  <a:cubicBezTo>
                    <a:pt x="474" y="122"/>
                    <a:pt x="474" y="122"/>
                    <a:pt x="474" y="122"/>
                  </a:cubicBezTo>
                  <a:cubicBezTo>
                    <a:pt x="474" y="100"/>
                    <a:pt x="458" y="81"/>
                    <a:pt x="437" y="78"/>
                  </a:cubicBezTo>
                  <a:cubicBezTo>
                    <a:pt x="437" y="48"/>
                    <a:pt x="437" y="48"/>
                    <a:pt x="437" y="48"/>
                  </a:cubicBezTo>
                  <a:cubicBezTo>
                    <a:pt x="437" y="21"/>
                    <a:pt x="415" y="0"/>
                    <a:pt x="388" y="0"/>
                  </a:cubicBezTo>
                  <a:cubicBezTo>
                    <a:pt x="277" y="0"/>
                    <a:pt x="277" y="0"/>
                    <a:pt x="277" y="0"/>
                  </a:cubicBezTo>
                  <a:cubicBezTo>
                    <a:pt x="250" y="0"/>
                    <a:pt x="229" y="21"/>
                    <a:pt x="229" y="48"/>
                  </a:cubicBezTo>
                  <a:cubicBezTo>
                    <a:pt x="229" y="78"/>
                    <a:pt x="229" y="78"/>
                    <a:pt x="229" y="78"/>
                  </a:cubicBezTo>
                  <a:cubicBezTo>
                    <a:pt x="207" y="81"/>
                    <a:pt x="191" y="100"/>
                    <a:pt x="191" y="122"/>
                  </a:cubicBezTo>
                  <a:cubicBezTo>
                    <a:pt x="191" y="188"/>
                    <a:pt x="191" y="188"/>
                    <a:pt x="191" y="188"/>
                  </a:cubicBezTo>
                  <a:cubicBezTo>
                    <a:pt x="107" y="237"/>
                    <a:pt x="50" y="328"/>
                    <a:pt x="50" y="432"/>
                  </a:cubicBezTo>
                  <a:cubicBezTo>
                    <a:pt x="2" y="925"/>
                    <a:pt x="2" y="925"/>
                    <a:pt x="2" y="925"/>
                  </a:cubicBezTo>
                  <a:cubicBezTo>
                    <a:pt x="0" y="949"/>
                    <a:pt x="8" y="973"/>
                    <a:pt x="24" y="991"/>
                  </a:cubicBezTo>
                  <a:cubicBezTo>
                    <a:pt x="41" y="1009"/>
                    <a:pt x="64" y="1019"/>
                    <a:pt x="88" y="1019"/>
                  </a:cubicBezTo>
                  <a:cubicBezTo>
                    <a:pt x="163" y="1019"/>
                    <a:pt x="163" y="1019"/>
                    <a:pt x="163" y="1019"/>
                  </a:cubicBezTo>
                  <a:cubicBezTo>
                    <a:pt x="190" y="1019"/>
                    <a:pt x="215" y="1007"/>
                    <a:pt x="231" y="986"/>
                  </a:cubicBezTo>
                  <a:cubicBezTo>
                    <a:pt x="359" y="823"/>
                    <a:pt x="359" y="823"/>
                    <a:pt x="359" y="823"/>
                  </a:cubicBezTo>
                  <a:cubicBezTo>
                    <a:pt x="391" y="862"/>
                    <a:pt x="441" y="887"/>
                    <a:pt x="495" y="887"/>
                  </a:cubicBezTo>
                  <a:cubicBezTo>
                    <a:pt x="591" y="887"/>
                    <a:pt x="670" y="810"/>
                    <a:pt x="673" y="715"/>
                  </a:cubicBezTo>
                  <a:cubicBezTo>
                    <a:pt x="867" y="715"/>
                    <a:pt x="867" y="715"/>
                    <a:pt x="867" y="715"/>
                  </a:cubicBezTo>
                  <a:cubicBezTo>
                    <a:pt x="870" y="810"/>
                    <a:pt x="948" y="887"/>
                    <a:pt x="1044" y="887"/>
                  </a:cubicBezTo>
                  <a:cubicBezTo>
                    <a:pt x="1099" y="887"/>
                    <a:pt x="1148" y="862"/>
                    <a:pt x="1181" y="822"/>
                  </a:cubicBezTo>
                  <a:cubicBezTo>
                    <a:pt x="1309" y="986"/>
                    <a:pt x="1309" y="986"/>
                    <a:pt x="1309" y="986"/>
                  </a:cubicBezTo>
                  <a:cubicBezTo>
                    <a:pt x="1325" y="1007"/>
                    <a:pt x="1350" y="1019"/>
                    <a:pt x="1377" y="1019"/>
                  </a:cubicBezTo>
                  <a:cubicBezTo>
                    <a:pt x="1452" y="1019"/>
                    <a:pt x="1452" y="1019"/>
                    <a:pt x="1452" y="1019"/>
                  </a:cubicBezTo>
                  <a:cubicBezTo>
                    <a:pt x="1476" y="1019"/>
                    <a:pt x="1499" y="1009"/>
                    <a:pt x="1516" y="991"/>
                  </a:cubicBezTo>
                  <a:cubicBezTo>
                    <a:pt x="1532" y="973"/>
                    <a:pt x="1540" y="949"/>
                    <a:pt x="1538" y="925"/>
                  </a:cubicBezTo>
                  <a:close/>
                  <a:moveTo>
                    <a:pt x="1149" y="48"/>
                  </a:moveTo>
                  <a:cubicBezTo>
                    <a:pt x="1149" y="46"/>
                    <a:pt x="1150" y="45"/>
                    <a:pt x="1152" y="45"/>
                  </a:cubicBezTo>
                  <a:cubicBezTo>
                    <a:pt x="1263" y="45"/>
                    <a:pt x="1263" y="45"/>
                    <a:pt x="1263" y="45"/>
                  </a:cubicBezTo>
                  <a:cubicBezTo>
                    <a:pt x="1265" y="45"/>
                    <a:pt x="1266" y="46"/>
                    <a:pt x="1266" y="48"/>
                  </a:cubicBezTo>
                  <a:cubicBezTo>
                    <a:pt x="1266" y="78"/>
                    <a:pt x="1266" y="78"/>
                    <a:pt x="1266" y="78"/>
                  </a:cubicBezTo>
                  <a:cubicBezTo>
                    <a:pt x="1149" y="78"/>
                    <a:pt x="1149" y="78"/>
                    <a:pt x="1149" y="78"/>
                  </a:cubicBezTo>
                  <a:lnTo>
                    <a:pt x="1149" y="48"/>
                  </a:lnTo>
                  <a:close/>
                  <a:moveTo>
                    <a:pt x="1111" y="123"/>
                  </a:moveTo>
                  <a:cubicBezTo>
                    <a:pt x="1304" y="123"/>
                    <a:pt x="1304" y="123"/>
                    <a:pt x="1304" y="123"/>
                  </a:cubicBezTo>
                  <a:cubicBezTo>
                    <a:pt x="1304" y="167"/>
                    <a:pt x="1304" y="167"/>
                    <a:pt x="1304" y="167"/>
                  </a:cubicBezTo>
                  <a:cubicBezTo>
                    <a:pt x="1274" y="156"/>
                    <a:pt x="1241" y="150"/>
                    <a:pt x="1207" y="150"/>
                  </a:cubicBezTo>
                  <a:cubicBezTo>
                    <a:pt x="1173" y="150"/>
                    <a:pt x="1141" y="156"/>
                    <a:pt x="1111" y="167"/>
                  </a:cubicBezTo>
                  <a:lnTo>
                    <a:pt x="1111" y="123"/>
                  </a:lnTo>
                  <a:close/>
                  <a:moveTo>
                    <a:pt x="274" y="48"/>
                  </a:moveTo>
                  <a:cubicBezTo>
                    <a:pt x="274" y="46"/>
                    <a:pt x="275" y="45"/>
                    <a:pt x="277" y="45"/>
                  </a:cubicBezTo>
                  <a:cubicBezTo>
                    <a:pt x="388" y="45"/>
                    <a:pt x="388" y="45"/>
                    <a:pt x="388" y="45"/>
                  </a:cubicBezTo>
                  <a:cubicBezTo>
                    <a:pt x="390" y="45"/>
                    <a:pt x="392" y="46"/>
                    <a:pt x="392" y="48"/>
                  </a:cubicBezTo>
                  <a:cubicBezTo>
                    <a:pt x="392" y="78"/>
                    <a:pt x="392" y="78"/>
                    <a:pt x="392" y="78"/>
                  </a:cubicBezTo>
                  <a:cubicBezTo>
                    <a:pt x="274" y="78"/>
                    <a:pt x="274" y="78"/>
                    <a:pt x="274" y="78"/>
                  </a:cubicBezTo>
                  <a:lnTo>
                    <a:pt x="274" y="48"/>
                  </a:lnTo>
                  <a:close/>
                  <a:moveTo>
                    <a:pt x="236" y="123"/>
                  </a:moveTo>
                  <a:cubicBezTo>
                    <a:pt x="430" y="123"/>
                    <a:pt x="430" y="123"/>
                    <a:pt x="430" y="123"/>
                  </a:cubicBezTo>
                  <a:cubicBezTo>
                    <a:pt x="430" y="167"/>
                    <a:pt x="430" y="167"/>
                    <a:pt x="430" y="167"/>
                  </a:cubicBezTo>
                  <a:cubicBezTo>
                    <a:pt x="399" y="156"/>
                    <a:pt x="367" y="150"/>
                    <a:pt x="333" y="150"/>
                  </a:cubicBezTo>
                  <a:cubicBezTo>
                    <a:pt x="299" y="150"/>
                    <a:pt x="266" y="156"/>
                    <a:pt x="236" y="167"/>
                  </a:cubicBezTo>
                  <a:cubicBezTo>
                    <a:pt x="236" y="123"/>
                    <a:pt x="236" y="123"/>
                    <a:pt x="236" y="123"/>
                  </a:cubicBezTo>
                  <a:close/>
                  <a:moveTo>
                    <a:pt x="196" y="959"/>
                  </a:moveTo>
                  <a:cubicBezTo>
                    <a:pt x="188" y="969"/>
                    <a:pt x="176" y="974"/>
                    <a:pt x="163" y="974"/>
                  </a:cubicBezTo>
                  <a:cubicBezTo>
                    <a:pt x="88" y="974"/>
                    <a:pt x="88" y="974"/>
                    <a:pt x="88" y="974"/>
                  </a:cubicBezTo>
                  <a:cubicBezTo>
                    <a:pt x="76" y="974"/>
                    <a:pt x="66" y="970"/>
                    <a:pt x="58" y="961"/>
                  </a:cubicBezTo>
                  <a:cubicBezTo>
                    <a:pt x="50" y="952"/>
                    <a:pt x="46" y="941"/>
                    <a:pt x="47" y="929"/>
                  </a:cubicBezTo>
                  <a:cubicBezTo>
                    <a:pt x="82" y="564"/>
                    <a:pt x="82" y="564"/>
                    <a:pt x="82" y="564"/>
                  </a:cubicBezTo>
                  <a:cubicBezTo>
                    <a:pt x="128" y="650"/>
                    <a:pt x="216" y="710"/>
                    <a:pt x="318" y="715"/>
                  </a:cubicBezTo>
                  <a:cubicBezTo>
                    <a:pt x="319" y="739"/>
                    <a:pt x="324" y="762"/>
                    <a:pt x="334" y="782"/>
                  </a:cubicBezTo>
                  <a:lnTo>
                    <a:pt x="196" y="959"/>
                  </a:lnTo>
                  <a:close/>
                  <a:moveTo>
                    <a:pt x="495" y="842"/>
                  </a:moveTo>
                  <a:cubicBezTo>
                    <a:pt x="424" y="842"/>
                    <a:pt x="366" y="785"/>
                    <a:pt x="363" y="714"/>
                  </a:cubicBezTo>
                  <a:cubicBezTo>
                    <a:pt x="367" y="714"/>
                    <a:pt x="371" y="713"/>
                    <a:pt x="375" y="712"/>
                  </a:cubicBezTo>
                  <a:cubicBezTo>
                    <a:pt x="388" y="711"/>
                    <a:pt x="396" y="699"/>
                    <a:pt x="394" y="687"/>
                  </a:cubicBezTo>
                  <a:cubicBezTo>
                    <a:pt x="392" y="675"/>
                    <a:pt x="381" y="666"/>
                    <a:pt x="369" y="668"/>
                  </a:cubicBezTo>
                  <a:cubicBezTo>
                    <a:pt x="357" y="670"/>
                    <a:pt x="345" y="671"/>
                    <a:pt x="333" y="671"/>
                  </a:cubicBezTo>
                  <a:cubicBezTo>
                    <a:pt x="202" y="671"/>
                    <a:pt x="95" y="564"/>
                    <a:pt x="95" y="433"/>
                  </a:cubicBezTo>
                  <a:cubicBezTo>
                    <a:pt x="95" y="302"/>
                    <a:pt x="202" y="195"/>
                    <a:pt x="333" y="195"/>
                  </a:cubicBezTo>
                  <a:cubicBezTo>
                    <a:pt x="464" y="195"/>
                    <a:pt x="571" y="302"/>
                    <a:pt x="571" y="433"/>
                  </a:cubicBezTo>
                  <a:cubicBezTo>
                    <a:pt x="571" y="486"/>
                    <a:pt x="553" y="537"/>
                    <a:pt x="521" y="579"/>
                  </a:cubicBezTo>
                  <a:cubicBezTo>
                    <a:pt x="513" y="588"/>
                    <a:pt x="515" y="603"/>
                    <a:pt x="525" y="610"/>
                  </a:cubicBezTo>
                  <a:cubicBezTo>
                    <a:pt x="534" y="618"/>
                    <a:pt x="549" y="616"/>
                    <a:pt x="556" y="606"/>
                  </a:cubicBezTo>
                  <a:cubicBezTo>
                    <a:pt x="559" y="603"/>
                    <a:pt x="561" y="599"/>
                    <a:pt x="564" y="596"/>
                  </a:cubicBezTo>
                  <a:cubicBezTo>
                    <a:pt x="603" y="620"/>
                    <a:pt x="628" y="663"/>
                    <a:pt x="628" y="709"/>
                  </a:cubicBezTo>
                  <a:cubicBezTo>
                    <a:pt x="628" y="783"/>
                    <a:pt x="568" y="842"/>
                    <a:pt x="495" y="842"/>
                  </a:cubicBezTo>
                  <a:close/>
                  <a:moveTo>
                    <a:pt x="1044" y="842"/>
                  </a:moveTo>
                  <a:cubicBezTo>
                    <a:pt x="971" y="842"/>
                    <a:pt x="912" y="782"/>
                    <a:pt x="912" y="709"/>
                  </a:cubicBezTo>
                  <a:cubicBezTo>
                    <a:pt x="912" y="662"/>
                    <a:pt x="937" y="619"/>
                    <a:pt x="976" y="596"/>
                  </a:cubicBezTo>
                  <a:cubicBezTo>
                    <a:pt x="979" y="599"/>
                    <a:pt x="981" y="603"/>
                    <a:pt x="984" y="606"/>
                  </a:cubicBezTo>
                  <a:cubicBezTo>
                    <a:pt x="988" y="612"/>
                    <a:pt x="995" y="615"/>
                    <a:pt x="1002" y="615"/>
                  </a:cubicBezTo>
                  <a:cubicBezTo>
                    <a:pt x="1006" y="615"/>
                    <a:pt x="1011" y="613"/>
                    <a:pt x="1015" y="610"/>
                  </a:cubicBezTo>
                  <a:cubicBezTo>
                    <a:pt x="1025" y="603"/>
                    <a:pt x="1027" y="588"/>
                    <a:pt x="1019" y="579"/>
                  </a:cubicBezTo>
                  <a:cubicBezTo>
                    <a:pt x="1014" y="571"/>
                    <a:pt x="1008" y="563"/>
                    <a:pt x="1003" y="555"/>
                  </a:cubicBezTo>
                  <a:cubicBezTo>
                    <a:pt x="1003" y="555"/>
                    <a:pt x="1003" y="555"/>
                    <a:pt x="1003" y="555"/>
                  </a:cubicBezTo>
                  <a:cubicBezTo>
                    <a:pt x="981" y="518"/>
                    <a:pt x="970" y="476"/>
                    <a:pt x="970" y="433"/>
                  </a:cubicBezTo>
                  <a:cubicBezTo>
                    <a:pt x="970" y="302"/>
                    <a:pt x="1076" y="195"/>
                    <a:pt x="1207" y="195"/>
                  </a:cubicBezTo>
                  <a:cubicBezTo>
                    <a:pt x="1339" y="195"/>
                    <a:pt x="1445" y="302"/>
                    <a:pt x="1445" y="433"/>
                  </a:cubicBezTo>
                  <a:cubicBezTo>
                    <a:pt x="1445" y="564"/>
                    <a:pt x="1339" y="671"/>
                    <a:pt x="1207" y="671"/>
                  </a:cubicBezTo>
                  <a:cubicBezTo>
                    <a:pt x="1205" y="671"/>
                    <a:pt x="1202" y="671"/>
                    <a:pt x="1199" y="671"/>
                  </a:cubicBezTo>
                  <a:cubicBezTo>
                    <a:pt x="1199" y="671"/>
                    <a:pt x="1199" y="671"/>
                    <a:pt x="1199" y="671"/>
                  </a:cubicBezTo>
                  <a:cubicBezTo>
                    <a:pt x="1190" y="670"/>
                    <a:pt x="1180" y="669"/>
                    <a:pt x="1171" y="668"/>
                  </a:cubicBezTo>
                  <a:cubicBezTo>
                    <a:pt x="1159" y="666"/>
                    <a:pt x="1148" y="675"/>
                    <a:pt x="1146" y="687"/>
                  </a:cubicBezTo>
                  <a:cubicBezTo>
                    <a:pt x="1144" y="699"/>
                    <a:pt x="1152" y="711"/>
                    <a:pt x="1165" y="712"/>
                  </a:cubicBezTo>
                  <a:cubicBezTo>
                    <a:pt x="1168" y="713"/>
                    <a:pt x="1172" y="714"/>
                    <a:pt x="1176" y="714"/>
                  </a:cubicBezTo>
                  <a:cubicBezTo>
                    <a:pt x="1174" y="785"/>
                    <a:pt x="1116" y="842"/>
                    <a:pt x="1044" y="842"/>
                  </a:cubicBezTo>
                  <a:close/>
                  <a:moveTo>
                    <a:pt x="1482" y="961"/>
                  </a:moveTo>
                  <a:cubicBezTo>
                    <a:pt x="1474" y="970"/>
                    <a:pt x="1464" y="974"/>
                    <a:pt x="1452" y="974"/>
                  </a:cubicBezTo>
                  <a:cubicBezTo>
                    <a:pt x="1377" y="974"/>
                    <a:pt x="1377" y="974"/>
                    <a:pt x="1377" y="974"/>
                  </a:cubicBezTo>
                  <a:cubicBezTo>
                    <a:pt x="1364" y="974"/>
                    <a:pt x="1352" y="969"/>
                    <a:pt x="1344" y="959"/>
                  </a:cubicBezTo>
                  <a:cubicBezTo>
                    <a:pt x="1206" y="782"/>
                    <a:pt x="1206" y="782"/>
                    <a:pt x="1206" y="782"/>
                  </a:cubicBezTo>
                  <a:cubicBezTo>
                    <a:pt x="1215" y="761"/>
                    <a:pt x="1221" y="739"/>
                    <a:pt x="1221" y="715"/>
                  </a:cubicBezTo>
                  <a:cubicBezTo>
                    <a:pt x="1324" y="710"/>
                    <a:pt x="1412" y="650"/>
                    <a:pt x="1458" y="564"/>
                  </a:cubicBezTo>
                  <a:cubicBezTo>
                    <a:pt x="1493" y="929"/>
                    <a:pt x="1493" y="929"/>
                    <a:pt x="1493" y="929"/>
                  </a:cubicBezTo>
                  <a:cubicBezTo>
                    <a:pt x="1494" y="941"/>
                    <a:pt x="1490" y="952"/>
                    <a:pt x="1482" y="961"/>
                  </a:cubicBezTo>
                  <a:close/>
                  <a:moveTo>
                    <a:pt x="1482" y="961"/>
                  </a:moveTo>
                  <a:cubicBezTo>
                    <a:pt x="1482" y="961"/>
                    <a:pt x="1482" y="961"/>
                    <a:pt x="1482" y="961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34"/>
            <p:cNvSpPr/>
            <p:nvPr/>
          </p:nvSpPr>
          <p:spPr>
            <a:xfrm>
              <a:off x="2694730" y="5109008"/>
              <a:ext cx="32084" cy="17824"/>
            </a:xfrm>
            <a:custGeom>
              <a:avLst/>
              <a:gdLst/>
              <a:ahLst/>
              <a:cxnLst/>
              <a:rect l="l" t="t" r="r" b="b"/>
              <a:pathLst>
                <a:path w="90" h="50" extrusionOk="0">
                  <a:moveTo>
                    <a:pt x="78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5"/>
                    <a:pt x="6" y="50"/>
                    <a:pt x="12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85" y="50"/>
                    <a:pt x="90" y="45"/>
                    <a:pt x="90" y="38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5"/>
                    <a:pt x="85" y="0"/>
                    <a:pt x="78" y="0"/>
                  </a:cubicBezTo>
                  <a:close/>
                  <a:moveTo>
                    <a:pt x="78" y="0"/>
                  </a:moveTo>
                  <a:cubicBezTo>
                    <a:pt x="78" y="0"/>
                    <a:pt x="78" y="0"/>
                    <a:pt x="78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34"/>
            <p:cNvSpPr/>
            <p:nvPr/>
          </p:nvSpPr>
          <p:spPr>
            <a:xfrm>
              <a:off x="2723605" y="5163551"/>
              <a:ext cx="32084" cy="17824"/>
            </a:xfrm>
            <a:custGeom>
              <a:avLst/>
              <a:gdLst/>
              <a:ahLst/>
              <a:cxnLst/>
              <a:rect l="l" t="t" r="r" b="b"/>
              <a:pathLst>
                <a:path w="90" h="50" extrusionOk="0">
                  <a:moveTo>
                    <a:pt x="0" y="12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45"/>
                    <a:pt x="6" y="50"/>
                    <a:pt x="12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85" y="50"/>
                    <a:pt x="90" y="45"/>
                    <a:pt x="90" y="38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5"/>
                    <a:pt x="85" y="0"/>
                    <a:pt x="78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34"/>
            <p:cNvSpPr/>
            <p:nvPr/>
          </p:nvSpPr>
          <p:spPr>
            <a:xfrm>
              <a:off x="2758897" y="5105444"/>
              <a:ext cx="27806" cy="24954"/>
            </a:xfrm>
            <a:custGeom>
              <a:avLst/>
              <a:gdLst/>
              <a:ahLst/>
              <a:cxnLst/>
              <a:rect l="l" t="t" r="r" b="b"/>
              <a:pathLst>
                <a:path w="78" h="70" extrusionOk="0">
                  <a:moveTo>
                    <a:pt x="18" y="67"/>
                  </a:moveTo>
                  <a:cubicBezTo>
                    <a:pt x="67" y="47"/>
                    <a:pt x="67" y="47"/>
                    <a:pt x="67" y="47"/>
                  </a:cubicBezTo>
                  <a:cubicBezTo>
                    <a:pt x="78" y="43"/>
                    <a:pt x="78" y="27"/>
                    <a:pt x="67" y="2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0" y="0"/>
                    <a:pt x="0" y="6"/>
                    <a:pt x="0" y="16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4"/>
                    <a:pt x="10" y="70"/>
                    <a:pt x="18" y="67"/>
                  </a:cubicBezTo>
                  <a:close/>
                  <a:moveTo>
                    <a:pt x="18" y="67"/>
                  </a:moveTo>
                  <a:cubicBezTo>
                    <a:pt x="18" y="67"/>
                    <a:pt x="18" y="67"/>
                    <a:pt x="18" y="6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34"/>
            <p:cNvSpPr/>
            <p:nvPr/>
          </p:nvSpPr>
          <p:spPr>
            <a:xfrm>
              <a:off x="2528608" y="5063735"/>
              <a:ext cx="114432" cy="114432"/>
            </a:xfrm>
            <a:custGeom>
              <a:avLst/>
              <a:gdLst/>
              <a:ahLst/>
              <a:cxnLst/>
              <a:rect l="l" t="t" r="r" b="b"/>
              <a:pathLst>
                <a:path w="321" h="321" extrusionOk="0">
                  <a:moveTo>
                    <a:pt x="235" y="235"/>
                  </a:moveTo>
                  <a:cubicBezTo>
                    <a:pt x="277" y="235"/>
                    <a:pt x="277" y="235"/>
                    <a:pt x="277" y="235"/>
                  </a:cubicBezTo>
                  <a:cubicBezTo>
                    <a:pt x="301" y="235"/>
                    <a:pt x="321" y="216"/>
                    <a:pt x="321" y="192"/>
                  </a:cubicBezTo>
                  <a:cubicBezTo>
                    <a:pt x="321" y="129"/>
                    <a:pt x="321" y="129"/>
                    <a:pt x="321" y="129"/>
                  </a:cubicBezTo>
                  <a:cubicBezTo>
                    <a:pt x="321" y="105"/>
                    <a:pt x="301" y="85"/>
                    <a:pt x="277" y="85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5" y="43"/>
                    <a:pt x="235" y="43"/>
                    <a:pt x="235" y="43"/>
                  </a:cubicBezTo>
                  <a:cubicBezTo>
                    <a:pt x="235" y="19"/>
                    <a:pt x="216" y="0"/>
                    <a:pt x="192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05" y="0"/>
                    <a:pt x="85" y="19"/>
                    <a:pt x="85" y="43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43" y="85"/>
                    <a:pt x="43" y="85"/>
                    <a:pt x="43" y="85"/>
                  </a:cubicBezTo>
                  <a:cubicBezTo>
                    <a:pt x="19" y="85"/>
                    <a:pt x="0" y="105"/>
                    <a:pt x="0" y="129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16"/>
                    <a:pt x="19" y="235"/>
                    <a:pt x="43" y="235"/>
                  </a:cubicBezTo>
                  <a:cubicBezTo>
                    <a:pt x="85" y="235"/>
                    <a:pt x="85" y="235"/>
                    <a:pt x="85" y="235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85" y="301"/>
                    <a:pt x="105" y="321"/>
                    <a:pt x="129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216" y="321"/>
                    <a:pt x="235" y="301"/>
                    <a:pt x="235" y="277"/>
                  </a:cubicBezTo>
                  <a:lnTo>
                    <a:pt x="235" y="235"/>
                  </a:lnTo>
                  <a:close/>
                  <a:moveTo>
                    <a:pt x="190" y="234"/>
                  </a:moveTo>
                  <a:cubicBezTo>
                    <a:pt x="190" y="276"/>
                    <a:pt x="190" y="276"/>
                    <a:pt x="190" y="276"/>
                  </a:cubicBezTo>
                  <a:cubicBezTo>
                    <a:pt x="130" y="276"/>
                    <a:pt x="130" y="276"/>
                    <a:pt x="130" y="276"/>
                  </a:cubicBezTo>
                  <a:cubicBezTo>
                    <a:pt x="130" y="234"/>
                    <a:pt x="130" y="234"/>
                    <a:pt x="130" y="234"/>
                  </a:cubicBezTo>
                  <a:cubicBezTo>
                    <a:pt x="130" y="210"/>
                    <a:pt x="111" y="190"/>
                    <a:pt x="87" y="190"/>
                  </a:cubicBezTo>
                  <a:cubicBezTo>
                    <a:pt x="45" y="190"/>
                    <a:pt x="45" y="190"/>
                    <a:pt x="45" y="190"/>
                  </a:cubicBezTo>
                  <a:cubicBezTo>
                    <a:pt x="45" y="130"/>
                    <a:pt x="45" y="130"/>
                    <a:pt x="45" y="130"/>
                  </a:cubicBezTo>
                  <a:cubicBezTo>
                    <a:pt x="87" y="130"/>
                    <a:pt x="87" y="130"/>
                    <a:pt x="87" y="130"/>
                  </a:cubicBezTo>
                  <a:cubicBezTo>
                    <a:pt x="111" y="130"/>
                    <a:pt x="130" y="111"/>
                    <a:pt x="130" y="87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90" y="45"/>
                    <a:pt x="190" y="45"/>
                    <a:pt x="190" y="45"/>
                  </a:cubicBezTo>
                  <a:cubicBezTo>
                    <a:pt x="190" y="87"/>
                    <a:pt x="190" y="87"/>
                    <a:pt x="190" y="87"/>
                  </a:cubicBezTo>
                  <a:cubicBezTo>
                    <a:pt x="190" y="111"/>
                    <a:pt x="210" y="130"/>
                    <a:pt x="234" y="130"/>
                  </a:cubicBezTo>
                  <a:cubicBezTo>
                    <a:pt x="276" y="130"/>
                    <a:pt x="276" y="130"/>
                    <a:pt x="276" y="130"/>
                  </a:cubicBezTo>
                  <a:cubicBezTo>
                    <a:pt x="276" y="190"/>
                    <a:pt x="276" y="190"/>
                    <a:pt x="276" y="190"/>
                  </a:cubicBezTo>
                  <a:cubicBezTo>
                    <a:pt x="234" y="190"/>
                    <a:pt x="234" y="190"/>
                    <a:pt x="234" y="190"/>
                  </a:cubicBezTo>
                  <a:cubicBezTo>
                    <a:pt x="210" y="190"/>
                    <a:pt x="190" y="210"/>
                    <a:pt x="190" y="234"/>
                  </a:cubicBezTo>
                  <a:close/>
                  <a:moveTo>
                    <a:pt x="190" y="234"/>
                  </a:moveTo>
                  <a:cubicBezTo>
                    <a:pt x="190" y="234"/>
                    <a:pt x="190" y="234"/>
                    <a:pt x="190" y="23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34"/>
            <p:cNvSpPr/>
            <p:nvPr/>
          </p:nvSpPr>
          <p:spPr>
            <a:xfrm>
              <a:off x="2871368" y="5055536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5" y="135"/>
                    <a:pt x="135" y="105"/>
                    <a:pt x="135" y="68"/>
                  </a:cubicBezTo>
                  <a:cubicBezTo>
                    <a:pt x="135" y="31"/>
                    <a:pt x="105" y="0"/>
                    <a:pt x="67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34"/>
            <p:cNvSpPr/>
            <p:nvPr/>
          </p:nvSpPr>
          <p:spPr>
            <a:xfrm>
              <a:off x="2912008" y="5097244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0" y="68"/>
                  </a:move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0"/>
                    <a:pt x="104" y="0"/>
                    <a:pt x="67" y="0"/>
                  </a:cubicBezTo>
                  <a:cubicBezTo>
                    <a:pt x="30" y="0"/>
                    <a:pt x="0" y="30"/>
                    <a:pt x="0" y="68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34"/>
            <p:cNvSpPr/>
            <p:nvPr/>
          </p:nvSpPr>
          <p:spPr>
            <a:xfrm>
              <a:off x="2870299" y="5137884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135" y="30"/>
                    <a:pt x="105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34"/>
            <p:cNvSpPr/>
            <p:nvPr/>
          </p:nvSpPr>
          <p:spPr>
            <a:xfrm>
              <a:off x="2829481" y="5096175"/>
              <a:ext cx="48304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5" y="135"/>
                    <a:pt x="135" y="105"/>
                    <a:pt x="135" y="68"/>
                  </a:cubicBezTo>
                  <a:cubicBezTo>
                    <a:pt x="135" y="30"/>
                    <a:pt x="105" y="0"/>
                    <a:pt x="67" y="0"/>
                  </a:cubicBez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9" name="Google Shape;1259;p34"/>
          <p:cNvGrpSpPr/>
          <p:nvPr/>
        </p:nvGrpSpPr>
        <p:grpSpPr>
          <a:xfrm>
            <a:off x="1725540" y="3986137"/>
            <a:ext cx="547741" cy="242766"/>
            <a:chOff x="2671915" y="4003904"/>
            <a:chExt cx="547741" cy="242766"/>
          </a:xfrm>
        </p:grpSpPr>
        <p:sp>
          <p:nvSpPr>
            <p:cNvPr id="1260" name="Google Shape;1260;p34"/>
            <p:cNvSpPr/>
            <p:nvPr/>
          </p:nvSpPr>
          <p:spPr>
            <a:xfrm>
              <a:off x="2679758" y="4012103"/>
              <a:ext cx="531698" cy="226724"/>
            </a:xfrm>
            <a:custGeom>
              <a:avLst/>
              <a:gdLst/>
              <a:ahLst/>
              <a:cxnLst/>
              <a:rect l="l" t="t" r="r" b="b"/>
              <a:pathLst>
                <a:path w="1491" h="636" extrusionOk="0">
                  <a:moveTo>
                    <a:pt x="1173" y="0"/>
                  </a:moveTo>
                  <a:cubicBezTo>
                    <a:pt x="1349" y="0"/>
                    <a:pt x="1491" y="142"/>
                    <a:pt x="1491" y="318"/>
                  </a:cubicBezTo>
                  <a:cubicBezTo>
                    <a:pt x="1491" y="493"/>
                    <a:pt x="1349" y="636"/>
                    <a:pt x="1173" y="636"/>
                  </a:cubicBezTo>
                  <a:cubicBezTo>
                    <a:pt x="1040" y="636"/>
                    <a:pt x="926" y="554"/>
                    <a:pt x="878" y="438"/>
                  </a:cubicBezTo>
                  <a:cubicBezTo>
                    <a:pt x="613" y="438"/>
                    <a:pt x="613" y="438"/>
                    <a:pt x="613" y="438"/>
                  </a:cubicBezTo>
                  <a:cubicBezTo>
                    <a:pt x="565" y="554"/>
                    <a:pt x="451" y="636"/>
                    <a:pt x="318" y="636"/>
                  </a:cubicBezTo>
                  <a:cubicBezTo>
                    <a:pt x="142" y="636"/>
                    <a:pt x="0" y="493"/>
                    <a:pt x="0" y="318"/>
                  </a:cubicBezTo>
                  <a:cubicBezTo>
                    <a:pt x="0" y="142"/>
                    <a:pt x="142" y="0"/>
                    <a:pt x="318" y="0"/>
                  </a:cubicBezTo>
                  <a:lnTo>
                    <a:pt x="1173" y="0"/>
                  </a:lnTo>
                  <a:close/>
                  <a:moveTo>
                    <a:pt x="1173" y="0"/>
                  </a:moveTo>
                  <a:cubicBezTo>
                    <a:pt x="1173" y="0"/>
                    <a:pt x="1173" y="0"/>
                    <a:pt x="1173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34"/>
            <p:cNvSpPr/>
            <p:nvPr/>
          </p:nvSpPr>
          <p:spPr>
            <a:xfrm>
              <a:off x="3013606" y="4040979"/>
              <a:ext cx="168974" cy="168974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474" y="237"/>
                  </a:moveTo>
                  <a:cubicBezTo>
                    <a:pt x="474" y="368"/>
                    <a:pt x="368" y="474"/>
                    <a:pt x="237" y="474"/>
                  </a:cubicBezTo>
                  <a:cubicBezTo>
                    <a:pt x="106" y="474"/>
                    <a:pt x="0" y="368"/>
                    <a:pt x="0" y="237"/>
                  </a:cubicBezTo>
                  <a:cubicBezTo>
                    <a:pt x="0" y="106"/>
                    <a:pt x="106" y="0"/>
                    <a:pt x="237" y="0"/>
                  </a:cubicBezTo>
                  <a:cubicBezTo>
                    <a:pt x="368" y="0"/>
                    <a:pt x="474" y="106"/>
                    <a:pt x="474" y="237"/>
                  </a:cubicBezTo>
                  <a:close/>
                  <a:moveTo>
                    <a:pt x="474" y="237"/>
                  </a:moveTo>
                  <a:cubicBezTo>
                    <a:pt x="474" y="237"/>
                    <a:pt x="474" y="237"/>
                    <a:pt x="474" y="237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34"/>
            <p:cNvSpPr/>
            <p:nvPr/>
          </p:nvSpPr>
          <p:spPr>
            <a:xfrm>
              <a:off x="2708633" y="4040979"/>
              <a:ext cx="169153" cy="168974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474" y="237"/>
                  </a:moveTo>
                  <a:cubicBezTo>
                    <a:pt x="474" y="368"/>
                    <a:pt x="368" y="474"/>
                    <a:pt x="237" y="474"/>
                  </a:cubicBezTo>
                  <a:cubicBezTo>
                    <a:pt x="106" y="474"/>
                    <a:pt x="0" y="368"/>
                    <a:pt x="0" y="237"/>
                  </a:cubicBezTo>
                  <a:cubicBezTo>
                    <a:pt x="0" y="106"/>
                    <a:pt x="106" y="0"/>
                    <a:pt x="237" y="0"/>
                  </a:cubicBezTo>
                  <a:cubicBezTo>
                    <a:pt x="368" y="0"/>
                    <a:pt x="474" y="106"/>
                    <a:pt x="474" y="237"/>
                  </a:cubicBezTo>
                  <a:close/>
                  <a:moveTo>
                    <a:pt x="474" y="237"/>
                  </a:moveTo>
                  <a:cubicBezTo>
                    <a:pt x="474" y="237"/>
                    <a:pt x="474" y="237"/>
                    <a:pt x="474" y="237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34"/>
            <p:cNvSpPr/>
            <p:nvPr/>
          </p:nvSpPr>
          <p:spPr>
            <a:xfrm>
              <a:off x="2742855" y="4075201"/>
              <a:ext cx="100529" cy="100529"/>
            </a:xfrm>
            <a:custGeom>
              <a:avLst/>
              <a:gdLst/>
              <a:ahLst/>
              <a:cxnLst/>
              <a:rect l="l" t="t" r="r" b="b"/>
              <a:pathLst>
                <a:path w="282" h="282" extrusionOk="0">
                  <a:moveTo>
                    <a:pt x="282" y="119"/>
                  </a:moveTo>
                  <a:cubicBezTo>
                    <a:pt x="282" y="162"/>
                    <a:pt x="282" y="162"/>
                    <a:pt x="282" y="162"/>
                  </a:cubicBezTo>
                  <a:cubicBezTo>
                    <a:pt x="282" y="179"/>
                    <a:pt x="269" y="192"/>
                    <a:pt x="253" y="192"/>
                  </a:cubicBezTo>
                  <a:cubicBezTo>
                    <a:pt x="205" y="192"/>
                    <a:pt x="205" y="192"/>
                    <a:pt x="205" y="192"/>
                  </a:cubicBezTo>
                  <a:cubicBezTo>
                    <a:pt x="198" y="192"/>
                    <a:pt x="192" y="197"/>
                    <a:pt x="192" y="204"/>
                  </a:cubicBezTo>
                  <a:cubicBezTo>
                    <a:pt x="192" y="252"/>
                    <a:pt x="192" y="252"/>
                    <a:pt x="192" y="252"/>
                  </a:cubicBezTo>
                  <a:cubicBezTo>
                    <a:pt x="192" y="269"/>
                    <a:pt x="179" y="282"/>
                    <a:pt x="163" y="282"/>
                  </a:cubicBezTo>
                  <a:cubicBezTo>
                    <a:pt x="119" y="282"/>
                    <a:pt x="119" y="282"/>
                    <a:pt x="119" y="282"/>
                  </a:cubicBezTo>
                  <a:cubicBezTo>
                    <a:pt x="103" y="282"/>
                    <a:pt x="90" y="269"/>
                    <a:pt x="90" y="252"/>
                  </a:cubicBezTo>
                  <a:cubicBezTo>
                    <a:pt x="90" y="204"/>
                    <a:pt x="90" y="204"/>
                    <a:pt x="90" y="204"/>
                  </a:cubicBezTo>
                  <a:cubicBezTo>
                    <a:pt x="90" y="197"/>
                    <a:pt x="84" y="192"/>
                    <a:pt x="77" y="192"/>
                  </a:cubicBezTo>
                  <a:cubicBezTo>
                    <a:pt x="29" y="192"/>
                    <a:pt x="29" y="192"/>
                    <a:pt x="29" y="192"/>
                  </a:cubicBezTo>
                  <a:cubicBezTo>
                    <a:pt x="13" y="192"/>
                    <a:pt x="0" y="179"/>
                    <a:pt x="0" y="162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03"/>
                    <a:pt x="13" y="90"/>
                    <a:pt x="29" y="90"/>
                  </a:cubicBezTo>
                  <a:cubicBezTo>
                    <a:pt x="77" y="90"/>
                    <a:pt x="77" y="90"/>
                    <a:pt x="77" y="90"/>
                  </a:cubicBezTo>
                  <a:cubicBezTo>
                    <a:pt x="84" y="90"/>
                    <a:pt x="90" y="84"/>
                    <a:pt x="90" y="77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0" y="13"/>
                    <a:pt x="103" y="0"/>
                    <a:pt x="119" y="0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179" y="0"/>
                    <a:pt x="192" y="13"/>
                    <a:pt x="192" y="29"/>
                  </a:cubicBezTo>
                  <a:cubicBezTo>
                    <a:pt x="192" y="77"/>
                    <a:pt x="192" y="77"/>
                    <a:pt x="192" y="77"/>
                  </a:cubicBezTo>
                  <a:cubicBezTo>
                    <a:pt x="192" y="84"/>
                    <a:pt x="198" y="90"/>
                    <a:pt x="205" y="90"/>
                  </a:cubicBezTo>
                  <a:cubicBezTo>
                    <a:pt x="253" y="90"/>
                    <a:pt x="253" y="90"/>
                    <a:pt x="253" y="90"/>
                  </a:cubicBezTo>
                  <a:cubicBezTo>
                    <a:pt x="269" y="90"/>
                    <a:pt x="282" y="103"/>
                    <a:pt x="282" y="119"/>
                  </a:cubicBezTo>
                  <a:close/>
                  <a:moveTo>
                    <a:pt x="282" y="119"/>
                  </a:moveTo>
                  <a:cubicBezTo>
                    <a:pt x="282" y="119"/>
                    <a:pt x="282" y="119"/>
                    <a:pt x="282" y="11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34"/>
            <p:cNvSpPr/>
            <p:nvPr/>
          </p:nvSpPr>
          <p:spPr>
            <a:xfrm>
              <a:off x="3082051" y="406878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34"/>
            <p:cNvSpPr/>
            <p:nvPr/>
          </p:nvSpPr>
          <p:spPr>
            <a:xfrm>
              <a:off x="3122690" y="410942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34"/>
            <p:cNvSpPr/>
            <p:nvPr/>
          </p:nvSpPr>
          <p:spPr>
            <a:xfrm>
              <a:off x="3082051" y="4151133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34"/>
            <p:cNvSpPr/>
            <p:nvPr/>
          </p:nvSpPr>
          <p:spPr>
            <a:xfrm>
              <a:off x="3040342" y="410942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34"/>
            <p:cNvSpPr/>
            <p:nvPr/>
          </p:nvSpPr>
          <p:spPr>
            <a:xfrm>
              <a:off x="2907730" y="4068784"/>
              <a:ext cx="74862" cy="26736"/>
            </a:xfrm>
            <a:custGeom>
              <a:avLst/>
              <a:gdLst/>
              <a:ahLst/>
              <a:cxnLst/>
              <a:rect l="l" t="t" r="r" b="b"/>
              <a:pathLst>
                <a:path w="210" h="75" extrusionOk="0">
                  <a:moveTo>
                    <a:pt x="210" y="20"/>
                  </a:moveTo>
                  <a:cubicBezTo>
                    <a:pt x="210" y="54"/>
                    <a:pt x="210" y="54"/>
                    <a:pt x="210" y="54"/>
                  </a:cubicBezTo>
                  <a:cubicBezTo>
                    <a:pt x="210" y="66"/>
                    <a:pt x="201" y="75"/>
                    <a:pt x="190" y="75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9" y="75"/>
                    <a:pt x="0" y="66"/>
                    <a:pt x="0" y="5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201" y="0"/>
                    <a:pt x="210" y="9"/>
                    <a:pt x="210" y="20"/>
                  </a:cubicBezTo>
                  <a:close/>
                  <a:moveTo>
                    <a:pt x="210" y="20"/>
                  </a:moveTo>
                  <a:cubicBezTo>
                    <a:pt x="210" y="20"/>
                    <a:pt x="210" y="20"/>
                    <a:pt x="210" y="2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34"/>
            <p:cNvSpPr/>
            <p:nvPr/>
          </p:nvSpPr>
          <p:spPr>
            <a:xfrm>
              <a:off x="3005763" y="4032779"/>
              <a:ext cx="185016" cy="185016"/>
            </a:xfrm>
            <a:custGeom>
              <a:avLst/>
              <a:gdLst/>
              <a:ahLst/>
              <a:cxnLst/>
              <a:rect l="l" t="t" r="r" b="b"/>
              <a:pathLst>
                <a:path w="519" h="519" extrusionOk="0">
                  <a:moveTo>
                    <a:pt x="259" y="0"/>
                  </a:moveTo>
                  <a:cubicBezTo>
                    <a:pt x="116" y="0"/>
                    <a:pt x="0" y="117"/>
                    <a:pt x="0" y="260"/>
                  </a:cubicBezTo>
                  <a:cubicBezTo>
                    <a:pt x="0" y="403"/>
                    <a:pt x="116" y="519"/>
                    <a:pt x="259" y="519"/>
                  </a:cubicBezTo>
                  <a:cubicBezTo>
                    <a:pt x="402" y="519"/>
                    <a:pt x="519" y="403"/>
                    <a:pt x="519" y="260"/>
                  </a:cubicBezTo>
                  <a:cubicBezTo>
                    <a:pt x="519" y="117"/>
                    <a:pt x="402" y="0"/>
                    <a:pt x="259" y="0"/>
                  </a:cubicBezTo>
                  <a:close/>
                  <a:moveTo>
                    <a:pt x="259" y="474"/>
                  </a:moveTo>
                  <a:cubicBezTo>
                    <a:pt x="141" y="474"/>
                    <a:pt x="45" y="378"/>
                    <a:pt x="45" y="260"/>
                  </a:cubicBezTo>
                  <a:cubicBezTo>
                    <a:pt x="45" y="142"/>
                    <a:pt x="141" y="45"/>
                    <a:pt x="259" y="45"/>
                  </a:cubicBezTo>
                  <a:cubicBezTo>
                    <a:pt x="377" y="45"/>
                    <a:pt x="474" y="142"/>
                    <a:pt x="474" y="260"/>
                  </a:cubicBezTo>
                  <a:cubicBezTo>
                    <a:pt x="474" y="378"/>
                    <a:pt x="377" y="474"/>
                    <a:pt x="259" y="474"/>
                  </a:cubicBezTo>
                  <a:close/>
                  <a:moveTo>
                    <a:pt x="259" y="474"/>
                  </a:moveTo>
                  <a:cubicBezTo>
                    <a:pt x="259" y="474"/>
                    <a:pt x="259" y="474"/>
                    <a:pt x="259" y="47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34"/>
            <p:cNvSpPr/>
            <p:nvPr/>
          </p:nvSpPr>
          <p:spPr>
            <a:xfrm>
              <a:off x="2700790" y="4032779"/>
              <a:ext cx="185195" cy="185016"/>
            </a:xfrm>
            <a:custGeom>
              <a:avLst/>
              <a:gdLst/>
              <a:ahLst/>
              <a:cxnLst/>
              <a:rect l="l" t="t" r="r" b="b"/>
              <a:pathLst>
                <a:path w="519" h="519" extrusionOk="0">
                  <a:moveTo>
                    <a:pt x="434" y="98"/>
                  </a:moveTo>
                  <a:cubicBezTo>
                    <a:pt x="424" y="106"/>
                    <a:pt x="422" y="120"/>
                    <a:pt x="429" y="130"/>
                  </a:cubicBezTo>
                  <a:cubicBezTo>
                    <a:pt x="458" y="167"/>
                    <a:pt x="474" y="212"/>
                    <a:pt x="474" y="260"/>
                  </a:cubicBezTo>
                  <a:cubicBezTo>
                    <a:pt x="474" y="378"/>
                    <a:pt x="377" y="474"/>
                    <a:pt x="259" y="474"/>
                  </a:cubicBezTo>
                  <a:cubicBezTo>
                    <a:pt x="141" y="474"/>
                    <a:pt x="45" y="378"/>
                    <a:pt x="45" y="260"/>
                  </a:cubicBezTo>
                  <a:cubicBezTo>
                    <a:pt x="45" y="142"/>
                    <a:pt x="141" y="45"/>
                    <a:pt x="259" y="45"/>
                  </a:cubicBezTo>
                  <a:cubicBezTo>
                    <a:pt x="298" y="45"/>
                    <a:pt x="335" y="56"/>
                    <a:pt x="368" y="75"/>
                  </a:cubicBezTo>
                  <a:cubicBezTo>
                    <a:pt x="379" y="82"/>
                    <a:pt x="393" y="78"/>
                    <a:pt x="399" y="67"/>
                  </a:cubicBezTo>
                  <a:cubicBezTo>
                    <a:pt x="405" y="57"/>
                    <a:pt x="402" y="43"/>
                    <a:pt x="391" y="37"/>
                  </a:cubicBezTo>
                  <a:cubicBezTo>
                    <a:pt x="351" y="13"/>
                    <a:pt x="306" y="0"/>
                    <a:pt x="259" y="0"/>
                  </a:cubicBezTo>
                  <a:cubicBezTo>
                    <a:pt x="116" y="0"/>
                    <a:pt x="0" y="117"/>
                    <a:pt x="0" y="260"/>
                  </a:cubicBezTo>
                  <a:cubicBezTo>
                    <a:pt x="0" y="403"/>
                    <a:pt x="116" y="519"/>
                    <a:pt x="259" y="519"/>
                  </a:cubicBezTo>
                  <a:cubicBezTo>
                    <a:pt x="402" y="519"/>
                    <a:pt x="519" y="403"/>
                    <a:pt x="519" y="260"/>
                  </a:cubicBezTo>
                  <a:cubicBezTo>
                    <a:pt x="519" y="202"/>
                    <a:pt x="500" y="148"/>
                    <a:pt x="465" y="102"/>
                  </a:cubicBezTo>
                  <a:cubicBezTo>
                    <a:pt x="458" y="92"/>
                    <a:pt x="443" y="90"/>
                    <a:pt x="434" y="98"/>
                  </a:cubicBezTo>
                  <a:close/>
                  <a:moveTo>
                    <a:pt x="434" y="98"/>
                  </a:moveTo>
                  <a:cubicBezTo>
                    <a:pt x="434" y="98"/>
                    <a:pt x="434" y="98"/>
                    <a:pt x="434" y="9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34"/>
            <p:cNvSpPr/>
            <p:nvPr/>
          </p:nvSpPr>
          <p:spPr>
            <a:xfrm>
              <a:off x="2671915" y="4003904"/>
              <a:ext cx="547741" cy="242766"/>
            </a:xfrm>
            <a:custGeom>
              <a:avLst/>
              <a:gdLst/>
              <a:ahLst/>
              <a:cxnLst/>
              <a:rect l="l" t="t" r="r" b="b"/>
              <a:pathLst>
                <a:path w="1536" h="681" extrusionOk="0">
                  <a:moveTo>
                    <a:pt x="1195" y="0"/>
                  </a:moveTo>
                  <a:cubicBezTo>
                    <a:pt x="340" y="0"/>
                    <a:pt x="340" y="0"/>
                    <a:pt x="340" y="0"/>
                  </a:cubicBezTo>
                  <a:cubicBezTo>
                    <a:pt x="152" y="0"/>
                    <a:pt x="0" y="153"/>
                    <a:pt x="0" y="341"/>
                  </a:cubicBezTo>
                  <a:cubicBezTo>
                    <a:pt x="0" y="529"/>
                    <a:pt x="152" y="681"/>
                    <a:pt x="340" y="681"/>
                  </a:cubicBezTo>
                  <a:cubicBezTo>
                    <a:pt x="474" y="681"/>
                    <a:pt x="594" y="604"/>
                    <a:pt x="649" y="483"/>
                  </a:cubicBezTo>
                  <a:cubicBezTo>
                    <a:pt x="886" y="483"/>
                    <a:pt x="886" y="483"/>
                    <a:pt x="886" y="483"/>
                  </a:cubicBezTo>
                  <a:cubicBezTo>
                    <a:pt x="941" y="604"/>
                    <a:pt x="1061" y="681"/>
                    <a:pt x="1195" y="681"/>
                  </a:cubicBezTo>
                  <a:cubicBezTo>
                    <a:pt x="1383" y="681"/>
                    <a:pt x="1536" y="529"/>
                    <a:pt x="1536" y="341"/>
                  </a:cubicBezTo>
                  <a:cubicBezTo>
                    <a:pt x="1536" y="153"/>
                    <a:pt x="1383" y="0"/>
                    <a:pt x="1195" y="0"/>
                  </a:cubicBezTo>
                  <a:close/>
                  <a:moveTo>
                    <a:pt x="1195" y="636"/>
                  </a:moveTo>
                  <a:cubicBezTo>
                    <a:pt x="1074" y="636"/>
                    <a:pt x="967" y="564"/>
                    <a:pt x="921" y="452"/>
                  </a:cubicBezTo>
                  <a:cubicBezTo>
                    <a:pt x="918" y="444"/>
                    <a:pt x="910" y="438"/>
                    <a:pt x="900" y="438"/>
                  </a:cubicBezTo>
                  <a:cubicBezTo>
                    <a:pt x="635" y="438"/>
                    <a:pt x="635" y="438"/>
                    <a:pt x="635" y="438"/>
                  </a:cubicBezTo>
                  <a:cubicBezTo>
                    <a:pt x="625" y="438"/>
                    <a:pt x="617" y="444"/>
                    <a:pt x="614" y="452"/>
                  </a:cubicBezTo>
                  <a:cubicBezTo>
                    <a:pt x="568" y="564"/>
                    <a:pt x="461" y="636"/>
                    <a:pt x="340" y="636"/>
                  </a:cubicBezTo>
                  <a:cubicBezTo>
                    <a:pt x="177" y="636"/>
                    <a:pt x="45" y="504"/>
                    <a:pt x="45" y="341"/>
                  </a:cubicBezTo>
                  <a:cubicBezTo>
                    <a:pt x="45" y="178"/>
                    <a:pt x="177" y="45"/>
                    <a:pt x="340" y="45"/>
                  </a:cubicBezTo>
                  <a:cubicBezTo>
                    <a:pt x="1195" y="45"/>
                    <a:pt x="1195" y="45"/>
                    <a:pt x="1195" y="45"/>
                  </a:cubicBezTo>
                  <a:cubicBezTo>
                    <a:pt x="1358" y="45"/>
                    <a:pt x="1491" y="178"/>
                    <a:pt x="1491" y="341"/>
                  </a:cubicBezTo>
                  <a:cubicBezTo>
                    <a:pt x="1491" y="504"/>
                    <a:pt x="1358" y="636"/>
                    <a:pt x="1195" y="636"/>
                  </a:cubicBezTo>
                  <a:close/>
                  <a:moveTo>
                    <a:pt x="1195" y="636"/>
                  </a:moveTo>
                  <a:cubicBezTo>
                    <a:pt x="1195" y="636"/>
                    <a:pt x="1195" y="636"/>
                    <a:pt x="1195" y="63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34"/>
            <p:cNvSpPr/>
            <p:nvPr/>
          </p:nvSpPr>
          <p:spPr>
            <a:xfrm>
              <a:off x="2735013" y="4067002"/>
              <a:ext cx="116749" cy="116571"/>
            </a:xfrm>
            <a:custGeom>
              <a:avLst/>
              <a:gdLst/>
              <a:ahLst/>
              <a:cxnLst/>
              <a:rect l="l" t="t" r="r" b="b"/>
              <a:pathLst>
                <a:path w="327" h="327" extrusionOk="0">
                  <a:moveTo>
                    <a:pt x="237" y="90"/>
                  </a:moveTo>
                  <a:cubicBezTo>
                    <a:pt x="237" y="52"/>
                    <a:pt x="237" y="52"/>
                    <a:pt x="237" y="52"/>
                  </a:cubicBezTo>
                  <a:cubicBezTo>
                    <a:pt x="237" y="24"/>
                    <a:pt x="213" y="0"/>
                    <a:pt x="185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13" y="0"/>
                    <a:pt x="90" y="24"/>
                    <a:pt x="90" y="52"/>
                  </a:cubicBezTo>
                  <a:cubicBezTo>
                    <a:pt x="90" y="90"/>
                    <a:pt x="90" y="90"/>
                    <a:pt x="9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23" y="90"/>
                    <a:pt x="0" y="114"/>
                    <a:pt x="0" y="142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4"/>
                    <a:pt x="23" y="237"/>
                    <a:pt x="51" y="237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90" y="275"/>
                    <a:pt x="90" y="275"/>
                    <a:pt x="90" y="275"/>
                  </a:cubicBezTo>
                  <a:cubicBezTo>
                    <a:pt x="90" y="304"/>
                    <a:pt x="113" y="327"/>
                    <a:pt x="141" y="327"/>
                  </a:cubicBezTo>
                  <a:cubicBezTo>
                    <a:pt x="185" y="327"/>
                    <a:pt x="185" y="327"/>
                    <a:pt x="185" y="327"/>
                  </a:cubicBezTo>
                  <a:cubicBezTo>
                    <a:pt x="213" y="327"/>
                    <a:pt x="237" y="304"/>
                    <a:pt x="237" y="275"/>
                  </a:cubicBezTo>
                  <a:cubicBezTo>
                    <a:pt x="237" y="237"/>
                    <a:pt x="237" y="237"/>
                    <a:pt x="237" y="237"/>
                  </a:cubicBezTo>
                  <a:cubicBezTo>
                    <a:pt x="275" y="237"/>
                    <a:pt x="275" y="237"/>
                    <a:pt x="275" y="237"/>
                  </a:cubicBezTo>
                  <a:cubicBezTo>
                    <a:pt x="303" y="237"/>
                    <a:pt x="327" y="214"/>
                    <a:pt x="327" y="185"/>
                  </a:cubicBezTo>
                  <a:cubicBezTo>
                    <a:pt x="327" y="142"/>
                    <a:pt x="327" y="142"/>
                    <a:pt x="327" y="142"/>
                  </a:cubicBezTo>
                  <a:cubicBezTo>
                    <a:pt x="327" y="114"/>
                    <a:pt x="303" y="90"/>
                    <a:pt x="275" y="90"/>
                  </a:cubicBezTo>
                  <a:lnTo>
                    <a:pt x="237" y="90"/>
                  </a:lnTo>
                  <a:close/>
                  <a:moveTo>
                    <a:pt x="282" y="142"/>
                  </a:moveTo>
                  <a:cubicBezTo>
                    <a:pt x="282" y="185"/>
                    <a:pt x="282" y="185"/>
                    <a:pt x="282" y="185"/>
                  </a:cubicBezTo>
                  <a:cubicBezTo>
                    <a:pt x="282" y="189"/>
                    <a:pt x="278" y="192"/>
                    <a:pt x="275" y="192"/>
                  </a:cubicBezTo>
                  <a:cubicBezTo>
                    <a:pt x="227" y="192"/>
                    <a:pt x="227" y="192"/>
                    <a:pt x="227" y="192"/>
                  </a:cubicBezTo>
                  <a:cubicBezTo>
                    <a:pt x="207" y="192"/>
                    <a:pt x="192" y="208"/>
                    <a:pt x="192" y="227"/>
                  </a:cubicBezTo>
                  <a:cubicBezTo>
                    <a:pt x="192" y="275"/>
                    <a:pt x="192" y="275"/>
                    <a:pt x="192" y="275"/>
                  </a:cubicBezTo>
                  <a:cubicBezTo>
                    <a:pt x="192" y="279"/>
                    <a:pt x="188" y="282"/>
                    <a:pt x="185" y="282"/>
                  </a:cubicBezTo>
                  <a:cubicBezTo>
                    <a:pt x="141" y="282"/>
                    <a:pt x="141" y="282"/>
                    <a:pt x="141" y="282"/>
                  </a:cubicBezTo>
                  <a:cubicBezTo>
                    <a:pt x="138" y="282"/>
                    <a:pt x="135" y="279"/>
                    <a:pt x="135" y="275"/>
                  </a:cubicBezTo>
                  <a:cubicBezTo>
                    <a:pt x="135" y="227"/>
                    <a:pt x="135" y="227"/>
                    <a:pt x="135" y="227"/>
                  </a:cubicBezTo>
                  <a:cubicBezTo>
                    <a:pt x="135" y="208"/>
                    <a:pt x="119" y="192"/>
                    <a:pt x="99" y="192"/>
                  </a:cubicBezTo>
                  <a:cubicBezTo>
                    <a:pt x="51" y="192"/>
                    <a:pt x="51" y="192"/>
                    <a:pt x="51" y="192"/>
                  </a:cubicBezTo>
                  <a:cubicBezTo>
                    <a:pt x="48" y="192"/>
                    <a:pt x="45" y="189"/>
                    <a:pt x="45" y="185"/>
                  </a:cubicBezTo>
                  <a:cubicBezTo>
                    <a:pt x="45" y="142"/>
                    <a:pt x="45" y="142"/>
                    <a:pt x="45" y="142"/>
                  </a:cubicBezTo>
                  <a:cubicBezTo>
                    <a:pt x="45" y="138"/>
                    <a:pt x="48" y="135"/>
                    <a:pt x="51" y="135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19" y="135"/>
                    <a:pt x="135" y="120"/>
                    <a:pt x="135" y="100"/>
                  </a:cubicBezTo>
                  <a:cubicBezTo>
                    <a:pt x="135" y="52"/>
                    <a:pt x="135" y="52"/>
                    <a:pt x="135" y="52"/>
                  </a:cubicBezTo>
                  <a:cubicBezTo>
                    <a:pt x="135" y="48"/>
                    <a:pt x="138" y="45"/>
                    <a:pt x="141" y="45"/>
                  </a:cubicBezTo>
                  <a:cubicBezTo>
                    <a:pt x="185" y="45"/>
                    <a:pt x="185" y="45"/>
                    <a:pt x="185" y="45"/>
                  </a:cubicBezTo>
                  <a:cubicBezTo>
                    <a:pt x="188" y="45"/>
                    <a:pt x="192" y="48"/>
                    <a:pt x="192" y="52"/>
                  </a:cubicBezTo>
                  <a:cubicBezTo>
                    <a:pt x="192" y="100"/>
                    <a:pt x="192" y="100"/>
                    <a:pt x="192" y="100"/>
                  </a:cubicBezTo>
                  <a:cubicBezTo>
                    <a:pt x="192" y="120"/>
                    <a:pt x="207" y="135"/>
                    <a:pt x="227" y="135"/>
                  </a:cubicBezTo>
                  <a:cubicBezTo>
                    <a:pt x="275" y="135"/>
                    <a:pt x="275" y="135"/>
                    <a:pt x="275" y="135"/>
                  </a:cubicBezTo>
                  <a:cubicBezTo>
                    <a:pt x="278" y="135"/>
                    <a:pt x="282" y="138"/>
                    <a:pt x="282" y="142"/>
                  </a:cubicBezTo>
                  <a:close/>
                  <a:moveTo>
                    <a:pt x="282" y="142"/>
                  </a:moveTo>
                  <a:cubicBezTo>
                    <a:pt x="282" y="142"/>
                    <a:pt x="282" y="142"/>
                    <a:pt x="282" y="14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34"/>
            <p:cNvSpPr/>
            <p:nvPr/>
          </p:nvSpPr>
          <p:spPr>
            <a:xfrm>
              <a:off x="2897748" y="4111563"/>
              <a:ext cx="40283" cy="34223"/>
            </a:xfrm>
            <a:custGeom>
              <a:avLst/>
              <a:gdLst/>
              <a:ahLst/>
              <a:cxnLst/>
              <a:rect l="l" t="t" r="r" b="b"/>
              <a:pathLst>
                <a:path w="113" h="96" extrusionOk="0">
                  <a:moveTo>
                    <a:pt x="74" y="8"/>
                  </a:moveTo>
                  <a:cubicBezTo>
                    <a:pt x="12" y="55"/>
                    <a:pt x="12" y="55"/>
                    <a:pt x="12" y="55"/>
                  </a:cubicBezTo>
                  <a:cubicBezTo>
                    <a:pt x="2" y="63"/>
                    <a:pt x="0" y="77"/>
                    <a:pt x="8" y="87"/>
                  </a:cubicBezTo>
                  <a:cubicBezTo>
                    <a:pt x="12" y="93"/>
                    <a:pt x="19" y="96"/>
                    <a:pt x="26" y="96"/>
                  </a:cubicBezTo>
                  <a:cubicBezTo>
                    <a:pt x="30" y="96"/>
                    <a:pt x="35" y="94"/>
                    <a:pt x="39" y="91"/>
                  </a:cubicBezTo>
                  <a:cubicBezTo>
                    <a:pt x="101" y="43"/>
                    <a:pt x="101" y="43"/>
                    <a:pt x="101" y="43"/>
                  </a:cubicBezTo>
                  <a:cubicBezTo>
                    <a:pt x="111" y="36"/>
                    <a:pt x="113" y="22"/>
                    <a:pt x="105" y="12"/>
                  </a:cubicBezTo>
                  <a:cubicBezTo>
                    <a:pt x="98" y="2"/>
                    <a:pt x="84" y="0"/>
                    <a:pt x="74" y="8"/>
                  </a:cubicBezTo>
                  <a:close/>
                  <a:moveTo>
                    <a:pt x="74" y="8"/>
                  </a:moveTo>
                  <a:cubicBezTo>
                    <a:pt x="74" y="8"/>
                    <a:pt x="74" y="8"/>
                    <a:pt x="74" y="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34"/>
            <p:cNvSpPr/>
            <p:nvPr/>
          </p:nvSpPr>
          <p:spPr>
            <a:xfrm>
              <a:off x="2942665" y="4111563"/>
              <a:ext cx="40283" cy="34223"/>
            </a:xfrm>
            <a:custGeom>
              <a:avLst/>
              <a:gdLst/>
              <a:ahLst/>
              <a:cxnLst/>
              <a:rect l="l" t="t" r="r" b="b"/>
              <a:pathLst>
                <a:path w="113" h="96" extrusionOk="0">
                  <a:moveTo>
                    <a:pt x="74" y="8"/>
                  </a:moveTo>
                  <a:cubicBezTo>
                    <a:pt x="12" y="55"/>
                    <a:pt x="12" y="55"/>
                    <a:pt x="12" y="55"/>
                  </a:cubicBezTo>
                  <a:cubicBezTo>
                    <a:pt x="2" y="63"/>
                    <a:pt x="0" y="77"/>
                    <a:pt x="8" y="87"/>
                  </a:cubicBezTo>
                  <a:cubicBezTo>
                    <a:pt x="12" y="93"/>
                    <a:pt x="19" y="96"/>
                    <a:pt x="26" y="96"/>
                  </a:cubicBezTo>
                  <a:cubicBezTo>
                    <a:pt x="30" y="96"/>
                    <a:pt x="35" y="94"/>
                    <a:pt x="39" y="91"/>
                  </a:cubicBezTo>
                  <a:cubicBezTo>
                    <a:pt x="101" y="43"/>
                    <a:pt x="101" y="43"/>
                    <a:pt x="101" y="43"/>
                  </a:cubicBezTo>
                  <a:cubicBezTo>
                    <a:pt x="111" y="36"/>
                    <a:pt x="113" y="22"/>
                    <a:pt x="105" y="12"/>
                  </a:cubicBezTo>
                  <a:cubicBezTo>
                    <a:pt x="98" y="2"/>
                    <a:pt x="84" y="0"/>
                    <a:pt x="74" y="8"/>
                  </a:cubicBezTo>
                  <a:close/>
                  <a:moveTo>
                    <a:pt x="74" y="8"/>
                  </a:moveTo>
                  <a:cubicBezTo>
                    <a:pt x="74" y="8"/>
                    <a:pt x="74" y="8"/>
                    <a:pt x="74" y="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34"/>
            <p:cNvSpPr/>
            <p:nvPr/>
          </p:nvSpPr>
          <p:spPr>
            <a:xfrm>
              <a:off x="2885984" y="4033849"/>
              <a:ext cx="31014" cy="16042"/>
            </a:xfrm>
            <a:custGeom>
              <a:avLst/>
              <a:gdLst/>
              <a:ahLst/>
              <a:cxnLst/>
              <a:rect l="l" t="t" r="r" b="b"/>
              <a:pathLst>
                <a:path w="87" h="45" extrusionOk="0">
                  <a:moveTo>
                    <a:pt x="87" y="23"/>
                  </a:moveTo>
                  <a:cubicBezTo>
                    <a:pt x="87" y="10"/>
                    <a:pt x="76" y="0"/>
                    <a:pt x="6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76" y="45"/>
                    <a:pt x="87" y="35"/>
                    <a:pt x="87" y="23"/>
                  </a:cubicBez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34"/>
            <p:cNvSpPr/>
            <p:nvPr/>
          </p:nvSpPr>
          <p:spPr>
            <a:xfrm>
              <a:off x="2923415" y="4033849"/>
              <a:ext cx="85556" cy="16042"/>
            </a:xfrm>
            <a:custGeom>
              <a:avLst/>
              <a:gdLst/>
              <a:ahLst/>
              <a:cxnLst/>
              <a:rect l="l" t="t" r="r" b="b"/>
              <a:pathLst>
                <a:path w="240" h="45" extrusionOk="0">
                  <a:moveTo>
                    <a:pt x="240" y="23"/>
                  </a:moveTo>
                  <a:cubicBezTo>
                    <a:pt x="240" y="10"/>
                    <a:pt x="229" y="0"/>
                    <a:pt x="217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217" y="45"/>
                    <a:pt x="217" y="45"/>
                    <a:pt x="217" y="45"/>
                  </a:cubicBezTo>
                  <a:cubicBezTo>
                    <a:pt x="229" y="45"/>
                    <a:pt x="240" y="35"/>
                    <a:pt x="240" y="23"/>
                  </a:cubicBezTo>
                  <a:close/>
                  <a:moveTo>
                    <a:pt x="240" y="23"/>
                  </a:moveTo>
                  <a:cubicBezTo>
                    <a:pt x="240" y="23"/>
                    <a:pt x="240" y="23"/>
                    <a:pt x="240" y="2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34"/>
            <p:cNvSpPr/>
            <p:nvPr/>
          </p:nvSpPr>
          <p:spPr>
            <a:xfrm>
              <a:off x="2899887" y="4060585"/>
              <a:ext cx="90904" cy="42778"/>
            </a:xfrm>
            <a:custGeom>
              <a:avLst/>
              <a:gdLst/>
              <a:ahLst/>
              <a:cxnLst/>
              <a:rect l="l" t="t" r="r" b="b"/>
              <a:pathLst>
                <a:path w="255" h="120" extrusionOk="0">
                  <a:moveTo>
                    <a:pt x="212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19" y="0"/>
                    <a:pt x="0" y="20"/>
                    <a:pt x="0" y="43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101"/>
                    <a:pt x="19" y="120"/>
                    <a:pt x="42" y="120"/>
                  </a:cubicBezTo>
                  <a:cubicBezTo>
                    <a:pt x="212" y="120"/>
                    <a:pt x="212" y="120"/>
                    <a:pt x="212" y="120"/>
                  </a:cubicBezTo>
                  <a:cubicBezTo>
                    <a:pt x="235" y="120"/>
                    <a:pt x="255" y="101"/>
                    <a:pt x="255" y="77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5" y="20"/>
                    <a:pt x="235" y="0"/>
                    <a:pt x="212" y="0"/>
                  </a:cubicBezTo>
                  <a:close/>
                  <a:moveTo>
                    <a:pt x="210" y="75"/>
                  </a:moveTo>
                  <a:cubicBezTo>
                    <a:pt x="45" y="75"/>
                    <a:pt x="45" y="75"/>
                    <a:pt x="45" y="75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210" y="45"/>
                    <a:pt x="210" y="45"/>
                    <a:pt x="210" y="45"/>
                  </a:cubicBezTo>
                  <a:lnTo>
                    <a:pt x="210" y="75"/>
                  </a:lnTo>
                  <a:close/>
                  <a:moveTo>
                    <a:pt x="210" y="75"/>
                  </a:moveTo>
                  <a:cubicBezTo>
                    <a:pt x="210" y="75"/>
                    <a:pt x="210" y="75"/>
                    <a:pt x="210" y="7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3074208" y="4060585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34"/>
            <p:cNvSpPr/>
            <p:nvPr/>
          </p:nvSpPr>
          <p:spPr>
            <a:xfrm>
              <a:off x="3114848" y="4101225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34"/>
            <p:cNvSpPr/>
            <p:nvPr/>
          </p:nvSpPr>
          <p:spPr>
            <a:xfrm>
              <a:off x="3074208" y="4142933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3032500" y="4101225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2" name="Google Shape;1282;p34"/>
          <p:cNvGrpSpPr/>
          <p:nvPr/>
        </p:nvGrpSpPr>
        <p:grpSpPr>
          <a:xfrm>
            <a:off x="4436771" y="3898315"/>
            <a:ext cx="270554" cy="418391"/>
            <a:chOff x="3640485" y="3760068"/>
            <a:chExt cx="353990" cy="547561"/>
          </a:xfrm>
        </p:grpSpPr>
        <p:sp>
          <p:nvSpPr>
            <p:cNvPr id="1283" name="Google Shape;1283;p34"/>
            <p:cNvSpPr/>
            <p:nvPr/>
          </p:nvSpPr>
          <p:spPr>
            <a:xfrm>
              <a:off x="3648328" y="3768267"/>
              <a:ext cx="337948" cy="531519"/>
            </a:xfrm>
            <a:custGeom>
              <a:avLst/>
              <a:gdLst/>
              <a:ahLst/>
              <a:cxnLst/>
              <a:rect l="l" t="t" r="r" b="b"/>
              <a:pathLst>
                <a:path w="948" h="1491" extrusionOk="0">
                  <a:moveTo>
                    <a:pt x="948" y="97"/>
                  </a:moveTo>
                  <a:cubicBezTo>
                    <a:pt x="948" y="1244"/>
                    <a:pt x="948" y="1244"/>
                    <a:pt x="948" y="1244"/>
                  </a:cubicBezTo>
                  <a:cubicBezTo>
                    <a:pt x="948" y="1267"/>
                    <a:pt x="939" y="1290"/>
                    <a:pt x="922" y="1307"/>
                  </a:cubicBezTo>
                  <a:cubicBezTo>
                    <a:pt x="764" y="1465"/>
                    <a:pt x="764" y="1465"/>
                    <a:pt x="764" y="1465"/>
                  </a:cubicBezTo>
                  <a:cubicBezTo>
                    <a:pt x="748" y="1481"/>
                    <a:pt x="725" y="1491"/>
                    <a:pt x="701" y="1491"/>
                  </a:cubicBezTo>
                  <a:cubicBezTo>
                    <a:pt x="97" y="1491"/>
                    <a:pt x="97" y="1491"/>
                    <a:pt x="97" y="1491"/>
                  </a:cubicBezTo>
                  <a:cubicBezTo>
                    <a:pt x="43" y="1491"/>
                    <a:pt x="0" y="1447"/>
                    <a:pt x="0" y="1394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43"/>
                    <a:pt x="43" y="0"/>
                    <a:pt x="97" y="0"/>
                  </a:cubicBezTo>
                  <a:cubicBezTo>
                    <a:pt x="851" y="0"/>
                    <a:pt x="851" y="0"/>
                    <a:pt x="851" y="0"/>
                  </a:cubicBezTo>
                  <a:cubicBezTo>
                    <a:pt x="905" y="0"/>
                    <a:pt x="948" y="43"/>
                    <a:pt x="948" y="97"/>
                  </a:cubicBezTo>
                  <a:close/>
                  <a:moveTo>
                    <a:pt x="948" y="97"/>
                  </a:moveTo>
                  <a:cubicBezTo>
                    <a:pt x="948" y="97"/>
                    <a:pt x="948" y="97"/>
                    <a:pt x="948" y="97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4"/>
            <p:cNvSpPr/>
            <p:nvPr/>
          </p:nvSpPr>
          <p:spPr>
            <a:xfrm>
              <a:off x="3678273" y="4130456"/>
              <a:ext cx="19250" cy="37074"/>
            </a:xfrm>
            <a:custGeom>
              <a:avLst/>
              <a:gdLst/>
              <a:ahLst/>
              <a:cxnLst/>
              <a:rect l="l" t="t" r="r" b="b"/>
              <a:pathLst>
                <a:path w="54" h="104" extrusionOk="0">
                  <a:moveTo>
                    <a:pt x="54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8"/>
                    <a:pt x="5" y="104"/>
                    <a:pt x="12" y="104"/>
                  </a:cubicBezTo>
                  <a:cubicBezTo>
                    <a:pt x="54" y="104"/>
                    <a:pt x="54" y="104"/>
                    <a:pt x="54" y="104"/>
                  </a:cubicBezTo>
                  <a:lnTo>
                    <a:pt x="54" y="0"/>
                  </a:lnTo>
                  <a:close/>
                  <a:moveTo>
                    <a:pt x="54" y="0"/>
                  </a:moveTo>
                  <a:cubicBezTo>
                    <a:pt x="54" y="0"/>
                    <a:pt x="54" y="0"/>
                    <a:pt x="54" y="0"/>
                  </a:cubicBezTo>
                </a:path>
              </a:pathLst>
            </a:custGeom>
            <a:solidFill>
              <a:srgbClr val="F2CA6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34"/>
            <p:cNvSpPr/>
            <p:nvPr/>
          </p:nvSpPr>
          <p:spPr>
            <a:xfrm>
              <a:off x="3682550" y="3802490"/>
              <a:ext cx="269503" cy="245975"/>
            </a:xfrm>
            <a:custGeom>
              <a:avLst/>
              <a:gdLst/>
              <a:ahLst/>
              <a:cxnLst/>
              <a:rect l="l" t="t" r="r" b="b"/>
              <a:pathLst>
                <a:path w="756" h="690" extrusionOk="0">
                  <a:moveTo>
                    <a:pt x="756" y="31"/>
                  </a:moveTo>
                  <a:cubicBezTo>
                    <a:pt x="756" y="659"/>
                    <a:pt x="756" y="659"/>
                    <a:pt x="756" y="659"/>
                  </a:cubicBezTo>
                  <a:cubicBezTo>
                    <a:pt x="756" y="676"/>
                    <a:pt x="742" y="690"/>
                    <a:pt x="725" y="690"/>
                  </a:cubicBezTo>
                  <a:cubicBezTo>
                    <a:pt x="31" y="690"/>
                    <a:pt x="31" y="690"/>
                    <a:pt x="31" y="690"/>
                  </a:cubicBezTo>
                  <a:cubicBezTo>
                    <a:pt x="14" y="690"/>
                    <a:pt x="0" y="676"/>
                    <a:pt x="0" y="659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14"/>
                    <a:pt x="14" y="0"/>
                    <a:pt x="31" y="0"/>
                  </a:cubicBezTo>
                  <a:cubicBezTo>
                    <a:pt x="725" y="0"/>
                    <a:pt x="725" y="0"/>
                    <a:pt x="725" y="0"/>
                  </a:cubicBezTo>
                  <a:cubicBezTo>
                    <a:pt x="742" y="0"/>
                    <a:pt x="756" y="14"/>
                    <a:pt x="756" y="31"/>
                  </a:cubicBezTo>
                  <a:close/>
                  <a:moveTo>
                    <a:pt x="756" y="31"/>
                  </a:moveTo>
                  <a:cubicBezTo>
                    <a:pt x="756" y="31"/>
                    <a:pt x="756" y="31"/>
                    <a:pt x="756" y="31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34"/>
            <p:cNvSpPr/>
            <p:nvPr/>
          </p:nvSpPr>
          <p:spPr>
            <a:xfrm>
              <a:off x="3727468" y="3830296"/>
              <a:ext cx="179668" cy="190363"/>
            </a:xfrm>
            <a:custGeom>
              <a:avLst/>
              <a:gdLst/>
              <a:ahLst/>
              <a:cxnLst/>
              <a:rect l="l" t="t" r="r" b="b"/>
              <a:pathLst>
                <a:path w="504" h="534" extrusionOk="0">
                  <a:moveTo>
                    <a:pt x="504" y="14"/>
                  </a:moveTo>
                  <a:cubicBezTo>
                    <a:pt x="504" y="520"/>
                    <a:pt x="504" y="520"/>
                    <a:pt x="504" y="520"/>
                  </a:cubicBezTo>
                  <a:cubicBezTo>
                    <a:pt x="504" y="528"/>
                    <a:pt x="498" y="534"/>
                    <a:pt x="490" y="534"/>
                  </a:cubicBezTo>
                  <a:cubicBezTo>
                    <a:pt x="14" y="534"/>
                    <a:pt x="14" y="534"/>
                    <a:pt x="14" y="534"/>
                  </a:cubicBezTo>
                  <a:cubicBezTo>
                    <a:pt x="6" y="534"/>
                    <a:pt x="0" y="528"/>
                    <a:pt x="0" y="52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490" y="0"/>
                    <a:pt x="490" y="0"/>
                    <a:pt x="490" y="0"/>
                  </a:cubicBezTo>
                  <a:cubicBezTo>
                    <a:pt x="498" y="0"/>
                    <a:pt x="504" y="6"/>
                    <a:pt x="504" y="14"/>
                  </a:cubicBezTo>
                  <a:close/>
                  <a:moveTo>
                    <a:pt x="504" y="14"/>
                  </a:moveTo>
                  <a:cubicBezTo>
                    <a:pt x="504" y="14"/>
                    <a:pt x="504" y="14"/>
                    <a:pt x="504" y="14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3687541" y="4083044"/>
              <a:ext cx="103737" cy="103737"/>
            </a:xfrm>
            <a:custGeom>
              <a:avLst/>
              <a:gdLst/>
              <a:ahLst/>
              <a:cxnLst/>
              <a:rect l="l" t="t" r="r" b="b"/>
              <a:pathLst>
                <a:path w="291" h="291" extrusionOk="0">
                  <a:moveTo>
                    <a:pt x="291" y="106"/>
                  </a:moveTo>
                  <a:cubicBezTo>
                    <a:pt x="291" y="186"/>
                    <a:pt x="291" y="186"/>
                    <a:pt x="291" y="186"/>
                  </a:cubicBezTo>
                  <a:cubicBezTo>
                    <a:pt x="291" y="192"/>
                    <a:pt x="285" y="198"/>
                    <a:pt x="279" y="198"/>
                  </a:cubicBezTo>
                  <a:cubicBezTo>
                    <a:pt x="209" y="198"/>
                    <a:pt x="209" y="198"/>
                    <a:pt x="209" y="198"/>
                  </a:cubicBezTo>
                  <a:cubicBezTo>
                    <a:pt x="202" y="198"/>
                    <a:pt x="197" y="203"/>
                    <a:pt x="197" y="210"/>
                  </a:cubicBezTo>
                  <a:cubicBezTo>
                    <a:pt x="197" y="279"/>
                    <a:pt x="197" y="279"/>
                    <a:pt x="197" y="279"/>
                  </a:cubicBezTo>
                  <a:cubicBezTo>
                    <a:pt x="197" y="286"/>
                    <a:pt x="192" y="291"/>
                    <a:pt x="185" y="291"/>
                  </a:cubicBezTo>
                  <a:cubicBezTo>
                    <a:pt x="105" y="291"/>
                    <a:pt x="105" y="291"/>
                    <a:pt x="105" y="291"/>
                  </a:cubicBezTo>
                  <a:cubicBezTo>
                    <a:pt x="98" y="291"/>
                    <a:pt x="93" y="286"/>
                    <a:pt x="93" y="279"/>
                  </a:cubicBezTo>
                  <a:cubicBezTo>
                    <a:pt x="93" y="210"/>
                    <a:pt x="93" y="210"/>
                    <a:pt x="93" y="210"/>
                  </a:cubicBezTo>
                  <a:cubicBezTo>
                    <a:pt x="93" y="203"/>
                    <a:pt x="88" y="198"/>
                    <a:pt x="81" y="198"/>
                  </a:cubicBezTo>
                  <a:cubicBezTo>
                    <a:pt x="11" y="198"/>
                    <a:pt x="11" y="198"/>
                    <a:pt x="11" y="198"/>
                  </a:cubicBezTo>
                  <a:cubicBezTo>
                    <a:pt x="5" y="198"/>
                    <a:pt x="0" y="192"/>
                    <a:pt x="0" y="18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99"/>
                    <a:pt x="5" y="94"/>
                    <a:pt x="11" y="94"/>
                  </a:cubicBezTo>
                  <a:cubicBezTo>
                    <a:pt x="81" y="94"/>
                    <a:pt x="81" y="94"/>
                    <a:pt x="81" y="94"/>
                  </a:cubicBezTo>
                  <a:cubicBezTo>
                    <a:pt x="88" y="94"/>
                    <a:pt x="93" y="88"/>
                    <a:pt x="93" y="8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6"/>
                    <a:pt x="98" y="0"/>
                    <a:pt x="10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92" y="0"/>
                    <a:pt x="197" y="6"/>
                    <a:pt x="197" y="12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197" y="88"/>
                    <a:pt x="202" y="94"/>
                    <a:pt x="209" y="94"/>
                  </a:cubicBezTo>
                  <a:cubicBezTo>
                    <a:pt x="279" y="94"/>
                    <a:pt x="279" y="94"/>
                    <a:pt x="279" y="94"/>
                  </a:cubicBezTo>
                  <a:cubicBezTo>
                    <a:pt x="285" y="94"/>
                    <a:pt x="291" y="99"/>
                    <a:pt x="291" y="106"/>
                  </a:cubicBezTo>
                  <a:close/>
                  <a:moveTo>
                    <a:pt x="291" y="106"/>
                  </a:moveTo>
                  <a:cubicBezTo>
                    <a:pt x="291" y="106"/>
                    <a:pt x="291" y="106"/>
                    <a:pt x="291" y="106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3822293" y="4075914"/>
              <a:ext cx="125483" cy="129048"/>
            </a:xfrm>
            <a:custGeom>
              <a:avLst/>
              <a:gdLst/>
              <a:ahLst/>
              <a:cxnLst/>
              <a:rect l="l" t="t" r="r" b="b"/>
              <a:pathLst>
                <a:path w="352" h="362" extrusionOk="0">
                  <a:moveTo>
                    <a:pt x="321" y="41"/>
                  </a:moveTo>
                  <a:cubicBezTo>
                    <a:pt x="342" y="61"/>
                    <a:pt x="352" y="88"/>
                    <a:pt x="352" y="115"/>
                  </a:cubicBezTo>
                  <a:cubicBezTo>
                    <a:pt x="352" y="142"/>
                    <a:pt x="342" y="169"/>
                    <a:pt x="321" y="189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49" y="362"/>
                    <a:pt x="82" y="362"/>
                    <a:pt x="41" y="321"/>
                  </a:cubicBezTo>
                  <a:cubicBezTo>
                    <a:pt x="0" y="280"/>
                    <a:pt x="0" y="213"/>
                    <a:pt x="41" y="172"/>
                  </a:cubicBezTo>
                  <a:cubicBezTo>
                    <a:pt x="173" y="41"/>
                    <a:pt x="173" y="41"/>
                    <a:pt x="173" y="41"/>
                  </a:cubicBezTo>
                  <a:cubicBezTo>
                    <a:pt x="214" y="0"/>
                    <a:pt x="280" y="0"/>
                    <a:pt x="321" y="41"/>
                  </a:cubicBezTo>
                  <a:close/>
                  <a:moveTo>
                    <a:pt x="321" y="41"/>
                  </a:moveTo>
                  <a:cubicBezTo>
                    <a:pt x="321" y="41"/>
                    <a:pt x="321" y="41"/>
                    <a:pt x="321" y="41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3883608" y="4104789"/>
              <a:ext cx="35292" cy="35292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81" y="18"/>
                  </a:moveTo>
                  <a:cubicBezTo>
                    <a:pt x="99" y="36"/>
                    <a:pt x="99" y="64"/>
                    <a:pt x="81" y="82"/>
                  </a:cubicBezTo>
                  <a:cubicBezTo>
                    <a:pt x="64" y="99"/>
                    <a:pt x="35" y="99"/>
                    <a:pt x="18" y="82"/>
                  </a:cubicBezTo>
                  <a:cubicBezTo>
                    <a:pt x="0" y="64"/>
                    <a:pt x="0" y="36"/>
                    <a:pt x="18" y="18"/>
                  </a:cubicBezTo>
                  <a:cubicBezTo>
                    <a:pt x="35" y="0"/>
                    <a:pt x="64" y="0"/>
                    <a:pt x="81" y="18"/>
                  </a:cubicBez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</a:path>
              </a:pathLst>
            </a:custGeom>
            <a:solidFill>
              <a:srgbClr val="E2AF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34"/>
            <p:cNvSpPr/>
            <p:nvPr/>
          </p:nvSpPr>
          <p:spPr>
            <a:xfrm>
              <a:off x="3846177" y="4143646"/>
              <a:ext cx="35292" cy="34936"/>
            </a:xfrm>
            <a:custGeom>
              <a:avLst/>
              <a:gdLst/>
              <a:ahLst/>
              <a:cxnLst/>
              <a:rect l="l" t="t" r="r" b="b"/>
              <a:pathLst>
                <a:path w="99" h="98" extrusionOk="0">
                  <a:moveTo>
                    <a:pt x="81" y="17"/>
                  </a:moveTo>
                  <a:cubicBezTo>
                    <a:pt x="99" y="35"/>
                    <a:pt x="99" y="63"/>
                    <a:pt x="81" y="81"/>
                  </a:cubicBezTo>
                  <a:cubicBezTo>
                    <a:pt x="64" y="98"/>
                    <a:pt x="35" y="98"/>
                    <a:pt x="18" y="81"/>
                  </a:cubicBezTo>
                  <a:cubicBezTo>
                    <a:pt x="0" y="63"/>
                    <a:pt x="0" y="35"/>
                    <a:pt x="18" y="17"/>
                  </a:cubicBezTo>
                  <a:cubicBezTo>
                    <a:pt x="35" y="0"/>
                    <a:pt x="64" y="0"/>
                    <a:pt x="81" y="17"/>
                  </a:cubicBezTo>
                  <a:close/>
                  <a:moveTo>
                    <a:pt x="81" y="17"/>
                  </a:moveTo>
                  <a:cubicBezTo>
                    <a:pt x="81" y="17"/>
                    <a:pt x="81" y="17"/>
                    <a:pt x="81" y="17"/>
                  </a:cubicBezTo>
                </a:path>
              </a:pathLst>
            </a:custGeom>
            <a:solidFill>
              <a:srgbClr val="E2AF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34"/>
            <p:cNvSpPr/>
            <p:nvPr/>
          </p:nvSpPr>
          <p:spPr>
            <a:xfrm>
              <a:off x="3822293" y="4078410"/>
              <a:ext cx="91973" cy="123700"/>
            </a:xfrm>
            <a:custGeom>
              <a:avLst/>
              <a:gdLst/>
              <a:ahLst/>
              <a:cxnLst/>
              <a:rect l="l" t="t" r="r" b="b"/>
              <a:pathLst>
                <a:path w="258" h="347" extrusionOk="0">
                  <a:moveTo>
                    <a:pt x="63" y="314"/>
                  </a:moveTo>
                  <a:cubicBezTo>
                    <a:pt x="22" y="273"/>
                    <a:pt x="22" y="206"/>
                    <a:pt x="63" y="165"/>
                  </a:cubicBezTo>
                  <a:cubicBezTo>
                    <a:pt x="195" y="34"/>
                    <a:pt x="195" y="34"/>
                    <a:pt x="195" y="34"/>
                  </a:cubicBezTo>
                  <a:cubicBezTo>
                    <a:pt x="213" y="16"/>
                    <a:pt x="235" y="6"/>
                    <a:pt x="258" y="4"/>
                  </a:cubicBezTo>
                  <a:cubicBezTo>
                    <a:pt x="228" y="0"/>
                    <a:pt x="196" y="10"/>
                    <a:pt x="173" y="34"/>
                  </a:cubicBezTo>
                  <a:cubicBezTo>
                    <a:pt x="41" y="165"/>
                    <a:pt x="41" y="165"/>
                    <a:pt x="41" y="165"/>
                  </a:cubicBezTo>
                  <a:cubicBezTo>
                    <a:pt x="0" y="206"/>
                    <a:pt x="0" y="273"/>
                    <a:pt x="41" y="314"/>
                  </a:cubicBezTo>
                  <a:cubicBezTo>
                    <a:pt x="64" y="337"/>
                    <a:pt x="96" y="347"/>
                    <a:pt x="127" y="344"/>
                  </a:cubicBezTo>
                  <a:cubicBezTo>
                    <a:pt x="103" y="341"/>
                    <a:pt x="81" y="331"/>
                    <a:pt x="63" y="314"/>
                  </a:cubicBezTo>
                  <a:close/>
                  <a:moveTo>
                    <a:pt x="63" y="314"/>
                  </a:moveTo>
                  <a:cubicBezTo>
                    <a:pt x="63" y="314"/>
                    <a:pt x="63" y="314"/>
                    <a:pt x="63" y="314"/>
                  </a:cubicBezTo>
                </a:path>
              </a:pathLst>
            </a:custGeom>
            <a:solidFill>
              <a:srgbClr val="E2AF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34"/>
            <p:cNvSpPr/>
            <p:nvPr/>
          </p:nvSpPr>
          <p:spPr>
            <a:xfrm>
              <a:off x="3888955" y="4103007"/>
              <a:ext cx="35292" cy="35292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81" y="18"/>
                  </a:moveTo>
                  <a:cubicBezTo>
                    <a:pt x="99" y="35"/>
                    <a:pt x="99" y="64"/>
                    <a:pt x="81" y="81"/>
                  </a:cubicBezTo>
                  <a:cubicBezTo>
                    <a:pt x="63" y="99"/>
                    <a:pt x="35" y="99"/>
                    <a:pt x="17" y="81"/>
                  </a:cubicBezTo>
                  <a:cubicBezTo>
                    <a:pt x="0" y="64"/>
                    <a:pt x="0" y="35"/>
                    <a:pt x="17" y="18"/>
                  </a:cubicBezTo>
                  <a:cubicBezTo>
                    <a:pt x="35" y="0"/>
                    <a:pt x="63" y="0"/>
                    <a:pt x="81" y="18"/>
                  </a:cubicBez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3850455" y="4141507"/>
              <a:ext cx="34936" cy="35292"/>
            </a:xfrm>
            <a:custGeom>
              <a:avLst/>
              <a:gdLst/>
              <a:ahLst/>
              <a:cxnLst/>
              <a:rect l="l" t="t" r="r" b="b"/>
              <a:pathLst>
                <a:path w="98" h="99" extrusionOk="0">
                  <a:moveTo>
                    <a:pt x="81" y="18"/>
                  </a:moveTo>
                  <a:cubicBezTo>
                    <a:pt x="98" y="36"/>
                    <a:pt x="98" y="64"/>
                    <a:pt x="81" y="82"/>
                  </a:cubicBezTo>
                  <a:cubicBezTo>
                    <a:pt x="63" y="99"/>
                    <a:pt x="35" y="99"/>
                    <a:pt x="17" y="82"/>
                  </a:cubicBezTo>
                  <a:cubicBezTo>
                    <a:pt x="0" y="64"/>
                    <a:pt x="0" y="36"/>
                    <a:pt x="17" y="18"/>
                  </a:cubicBezTo>
                  <a:cubicBezTo>
                    <a:pt x="35" y="0"/>
                    <a:pt x="63" y="0"/>
                    <a:pt x="81" y="18"/>
                  </a:cubicBez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3640485" y="3760068"/>
              <a:ext cx="353990" cy="547561"/>
            </a:xfrm>
            <a:custGeom>
              <a:avLst/>
              <a:gdLst/>
              <a:ahLst/>
              <a:cxnLst/>
              <a:rect l="l" t="t" r="r" b="b"/>
              <a:pathLst>
                <a:path w="993" h="1536" extrusionOk="0">
                  <a:moveTo>
                    <a:pt x="873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53" y="0"/>
                    <a:pt x="0" y="54"/>
                    <a:pt x="0" y="120"/>
                  </a:cubicBezTo>
                  <a:cubicBezTo>
                    <a:pt x="0" y="1417"/>
                    <a:pt x="0" y="1417"/>
                    <a:pt x="0" y="1417"/>
                  </a:cubicBezTo>
                  <a:cubicBezTo>
                    <a:pt x="0" y="1483"/>
                    <a:pt x="53" y="1536"/>
                    <a:pt x="119" y="1536"/>
                  </a:cubicBezTo>
                  <a:cubicBezTo>
                    <a:pt x="723" y="1536"/>
                    <a:pt x="723" y="1536"/>
                    <a:pt x="723" y="1536"/>
                  </a:cubicBezTo>
                  <a:cubicBezTo>
                    <a:pt x="753" y="1536"/>
                    <a:pt x="781" y="1525"/>
                    <a:pt x="802" y="1503"/>
                  </a:cubicBezTo>
                  <a:cubicBezTo>
                    <a:pt x="960" y="1346"/>
                    <a:pt x="960" y="1346"/>
                    <a:pt x="960" y="1346"/>
                  </a:cubicBezTo>
                  <a:cubicBezTo>
                    <a:pt x="981" y="1325"/>
                    <a:pt x="993" y="1297"/>
                    <a:pt x="993" y="1267"/>
                  </a:cubicBezTo>
                  <a:cubicBezTo>
                    <a:pt x="993" y="120"/>
                    <a:pt x="993" y="120"/>
                    <a:pt x="993" y="120"/>
                  </a:cubicBezTo>
                  <a:cubicBezTo>
                    <a:pt x="993" y="54"/>
                    <a:pt x="939" y="0"/>
                    <a:pt x="873" y="0"/>
                  </a:cubicBezTo>
                  <a:close/>
                  <a:moveTo>
                    <a:pt x="948" y="1267"/>
                  </a:moveTo>
                  <a:cubicBezTo>
                    <a:pt x="948" y="1285"/>
                    <a:pt x="941" y="1301"/>
                    <a:pt x="928" y="1314"/>
                  </a:cubicBezTo>
                  <a:cubicBezTo>
                    <a:pt x="917" y="1325"/>
                    <a:pt x="917" y="1325"/>
                    <a:pt x="917" y="1325"/>
                  </a:cubicBezTo>
                  <a:cubicBezTo>
                    <a:pt x="874" y="1283"/>
                    <a:pt x="874" y="1283"/>
                    <a:pt x="874" y="1283"/>
                  </a:cubicBezTo>
                  <a:cubicBezTo>
                    <a:pt x="865" y="1274"/>
                    <a:pt x="851" y="1274"/>
                    <a:pt x="842" y="1283"/>
                  </a:cubicBezTo>
                  <a:cubicBezTo>
                    <a:pt x="834" y="1291"/>
                    <a:pt x="834" y="1306"/>
                    <a:pt x="842" y="1314"/>
                  </a:cubicBezTo>
                  <a:cubicBezTo>
                    <a:pt x="885" y="1357"/>
                    <a:pt x="885" y="1357"/>
                    <a:pt x="885" y="1357"/>
                  </a:cubicBezTo>
                  <a:cubicBezTo>
                    <a:pt x="863" y="1379"/>
                    <a:pt x="863" y="1379"/>
                    <a:pt x="863" y="1379"/>
                  </a:cubicBezTo>
                  <a:cubicBezTo>
                    <a:pt x="820" y="1337"/>
                    <a:pt x="820" y="1337"/>
                    <a:pt x="820" y="1337"/>
                  </a:cubicBezTo>
                  <a:cubicBezTo>
                    <a:pt x="811" y="1328"/>
                    <a:pt x="797" y="1328"/>
                    <a:pt x="788" y="1337"/>
                  </a:cubicBezTo>
                  <a:cubicBezTo>
                    <a:pt x="780" y="1345"/>
                    <a:pt x="780" y="1360"/>
                    <a:pt x="788" y="1368"/>
                  </a:cubicBezTo>
                  <a:cubicBezTo>
                    <a:pt x="831" y="1411"/>
                    <a:pt x="831" y="1411"/>
                    <a:pt x="831" y="1411"/>
                  </a:cubicBezTo>
                  <a:cubicBezTo>
                    <a:pt x="809" y="1433"/>
                    <a:pt x="809" y="1433"/>
                    <a:pt x="809" y="1433"/>
                  </a:cubicBezTo>
                  <a:cubicBezTo>
                    <a:pt x="766" y="1391"/>
                    <a:pt x="766" y="1391"/>
                    <a:pt x="766" y="1391"/>
                  </a:cubicBezTo>
                  <a:cubicBezTo>
                    <a:pt x="757" y="1382"/>
                    <a:pt x="743" y="1382"/>
                    <a:pt x="734" y="1391"/>
                  </a:cubicBezTo>
                  <a:cubicBezTo>
                    <a:pt x="726" y="1399"/>
                    <a:pt x="726" y="1414"/>
                    <a:pt x="734" y="1422"/>
                  </a:cubicBezTo>
                  <a:cubicBezTo>
                    <a:pt x="777" y="1465"/>
                    <a:pt x="777" y="1465"/>
                    <a:pt x="777" y="1465"/>
                  </a:cubicBezTo>
                  <a:cubicBezTo>
                    <a:pt x="770" y="1472"/>
                    <a:pt x="770" y="1472"/>
                    <a:pt x="770" y="1472"/>
                  </a:cubicBezTo>
                  <a:cubicBezTo>
                    <a:pt x="758" y="1484"/>
                    <a:pt x="741" y="1491"/>
                    <a:pt x="723" y="1491"/>
                  </a:cubicBezTo>
                  <a:cubicBezTo>
                    <a:pt x="119" y="1491"/>
                    <a:pt x="119" y="1491"/>
                    <a:pt x="119" y="1491"/>
                  </a:cubicBezTo>
                  <a:cubicBezTo>
                    <a:pt x="78" y="1491"/>
                    <a:pt x="45" y="1458"/>
                    <a:pt x="45" y="1417"/>
                  </a:cubicBezTo>
                  <a:cubicBezTo>
                    <a:pt x="45" y="120"/>
                    <a:pt x="45" y="120"/>
                    <a:pt x="45" y="120"/>
                  </a:cubicBezTo>
                  <a:cubicBezTo>
                    <a:pt x="45" y="79"/>
                    <a:pt x="78" y="45"/>
                    <a:pt x="119" y="45"/>
                  </a:cubicBezTo>
                  <a:cubicBezTo>
                    <a:pt x="873" y="45"/>
                    <a:pt x="873" y="45"/>
                    <a:pt x="873" y="45"/>
                  </a:cubicBezTo>
                  <a:cubicBezTo>
                    <a:pt x="914" y="45"/>
                    <a:pt x="948" y="79"/>
                    <a:pt x="948" y="120"/>
                  </a:cubicBezTo>
                  <a:lnTo>
                    <a:pt x="948" y="1267"/>
                  </a:lnTo>
                  <a:close/>
                  <a:moveTo>
                    <a:pt x="948" y="1267"/>
                  </a:moveTo>
                  <a:cubicBezTo>
                    <a:pt x="948" y="1267"/>
                    <a:pt x="948" y="1267"/>
                    <a:pt x="948" y="126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3674708" y="3794291"/>
              <a:ext cx="285544" cy="262016"/>
            </a:xfrm>
            <a:custGeom>
              <a:avLst/>
              <a:gdLst/>
              <a:ahLst/>
              <a:cxnLst/>
              <a:rect l="l" t="t" r="r" b="b"/>
              <a:pathLst>
                <a:path w="801" h="735" extrusionOk="0">
                  <a:moveTo>
                    <a:pt x="747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3" y="0"/>
                    <a:pt x="0" y="24"/>
                    <a:pt x="0" y="53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711"/>
                    <a:pt x="23" y="735"/>
                    <a:pt x="53" y="735"/>
                  </a:cubicBezTo>
                  <a:cubicBezTo>
                    <a:pt x="747" y="735"/>
                    <a:pt x="747" y="735"/>
                    <a:pt x="747" y="735"/>
                  </a:cubicBezTo>
                  <a:cubicBezTo>
                    <a:pt x="777" y="735"/>
                    <a:pt x="801" y="711"/>
                    <a:pt x="801" y="682"/>
                  </a:cubicBezTo>
                  <a:cubicBezTo>
                    <a:pt x="801" y="53"/>
                    <a:pt x="801" y="53"/>
                    <a:pt x="801" y="53"/>
                  </a:cubicBezTo>
                  <a:cubicBezTo>
                    <a:pt x="801" y="24"/>
                    <a:pt x="777" y="0"/>
                    <a:pt x="747" y="0"/>
                  </a:cubicBezTo>
                  <a:close/>
                  <a:moveTo>
                    <a:pt x="756" y="682"/>
                  </a:moveTo>
                  <a:cubicBezTo>
                    <a:pt x="756" y="687"/>
                    <a:pt x="752" y="690"/>
                    <a:pt x="747" y="690"/>
                  </a:cubicBezTo>
                  <a:cubicBezTo>
                    <a:pt x="53" y="690"/>
                    <a:pt x="53" y="690"/>
                    <a:pt x="53" y="690"/>
                  </a:cubicBezTo>
                  <a:cubicBezTo>
                    <a:pt x="48" y="690"/>
                    <a:pt x="45" y="687"/>
                    <a:pt x="45" y="682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49"/>
                    <a:pt x="48" y="45"/>
                    <a:pt x="53" y="45"/>
                  </a:cubicBezTo>
                  <a:cubicBezTo>
                    <a:pt x="747" y="45"/>
                    <a:pt x="747" y="45"/>
                    <a:pt x="747" y="45"/>
                  </a:cubicBezTo>
                  <a:cubicBezTo>
                    <a:pt x="752" y="45"/>
                    <a:pt x="756" y="49"/>
                    <a:pt x="756" y="53"/>
                  </a:cubicBezTo>
                  <a:lnTo>
                    <a:pt x="756" y="682"/>
                  </a:lnTo>
                  <a:close/>
                  <a:moveTo>
                    <a:pt x="756" y="682"/>
                  </a:moveTo>
                  <a:cubicBezTo>
                    <a:pt x="756" y="682"/>
                    <a:pt x="756" y="682"/>
                    <a:pt x="756" y="68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3719625" y="3822097"/>
              <a:ext cx="195710" cy="206405"/>
            </a:xfrm>
            <a:custGeom>
              <a:avLst/>
              <a:gdLst/>
              <a:ahLst/>
              <a:cxnLst/>
              <a:rect l="l" t="t" r="r" b="b"/>
              <a:pathLst>
                <a:path w="549" h="579" extrusionOk="0">
                  <a:moveTo>
                    <a:pt x="512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7"/>
                    <a:pt x="0" y="37"/>
                  </a:cubicBezTo>
                  <a:cubicBezTo>
                    <a:pt x="0" y="543"/>
                    <a:pt x="0" y="543"/>
                    <a:pt x="0" y="543"/>
                  </a:cubicBezTo>
                  <a:cubicBezTo>
                    <a:pt x="0" y="563"/>
                    <a:pt x="16" y="579"/>
                    <a:pt x="36" y="579"/>
                  </a:cubicBezTo>
                  <a:cubicBezTo>
                    <a:pt x="512" y="579"/>
                    <a:pt x="512" y="579"/>
                    <a:pt x="512" y="579"/>
                  </a:cubicBezTo>
                  <a:cubicBezTo>
                    <a:pt x="532" y="579"/>
                    <a:pt x="549" y="563"/>
                    <a:pt x="549" y="543"/>
                  </a:cubicBezTo>
                  <a:cubicBezTo>
                    <a:pt x="549" y="471"/>
                    <a:pt x="549" y="471"/>
                    <a:pt x="549" y="471"/>
                  </a:cubicBezTo>
                  <a:cubicBezTo>
                    <a:pt x="549" y="459"/>
                    <a:pt x="538" y="449"/>
                    <a:pt x="526" y="449"/>
                  </a:cubicBezTo>
                  <a:cubicBezTo>
                    <a:pt x="514" y="449"/>
                    <a:pt x="504" y="459"/>
                    <a:pt x="504" y="471"/>
                  </a:cubicBezTo>
                  <a:cubicBezTo>
                    <a:pt x="504" y="534"/>
                    <a:pt x="504" y="534"/>
                    <a:pt x="504" y="534"/>
                  </a:cubicBezTo>
                  <a:cubicBezTo>
                    <a:pt x="45" y="534"/>
                    <a:pt x="45" y="534"/>
                    <a:pt x="45" y="534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504" y="45"/>
                    <a:pt x="504" y="45"/>
                    <a:pt x="504" y="45"/>
                  </a:cubicBezTo>
                  <a:cubicBezTo>
                    <a:pt x="504" y="381"/>
                    <a:pt x="504" y="381"/>
                    <a:pt x="504" y="381"/>
                  </a:cubicBezTo>
                  <a:cubicBezTo>
                    <a:pt x="504" y="394"/>
                    <a:pt x="514" y="404"/>
                    <a:pt x="526" y="404"/>
                  </a:cubicBezTo>
                  <a:cubicBezTo>
                    <a:pt x="538" y="404"/>
                    <a:pt x="549" y="394"/>
                    <a:pt x="549" y="381"/>
                  </a:cubicBezTo>
                  <a:cubicBezTo>
                    <a:pt x="549" y="37"/>
                    <a:pt x="549" y="37"/>
                    <a:pt x="549" y="37"/>
                  </a:cubicBezTo>
                  <a:cubicBezTo>
                    <a:pt x="549" y="17"/>
                    <a:pt x="532" y="0"/>
                    <a:pt x="512" y="0"/>
                  </a:cubicBezTo>
                  <a:close/>
                  <a:moveTo>
                    <a:pt x="512" y="0"/>
                  </a:moveTo>
                  <a:cubicBezTo>
                    <a:pt x="512" y="0"/>
                    <a:pt x="512" y="0"/>
                    <a:pt x="512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34"/>
            <p:cNvSpPr/>
            <p:nvPr/>
          </p:nvSpPr>
          <p:spPr>
            <a:xfrm>
              <a:off x="3679342" y="4075201"/>
              <a:ext cx="119779" cy="119779"/>
            </a:xfrm>
            <a:custGeom>
              <a:avLst/>
              <a:gdLst/>
              <a:ahLst/>
              <a:cxnLst/>
              <a:rect l="l" t="t" r="r" b="b"/>
              <a:pathLst>
                <a:path w="336" h="336" extrusionOk="0">
                  <a:moveTo>
                    <a:pt x="336" y="208"/>
                  </a:moveTo>
                  <a:cubicBezTo>
                    <a:pt x="336" y="128"/>
                    <a:pt x="336" y="128"/>
                    <a:pt x="336" y="128"/>
                  </a:cubicBezTo>
                  <a:cubicBezTo>
                    <a:pt x="336" y="109"/>
                    <a:pt x="321" y="93"/>
                    <a:pt x="302" y="93"/>
                  </a:cubicBezTo>
                  <a:cubicBezTo>
                    <a:pt x="243" y="93"/>
                    <a:pt x="243" y="93"/>
                    <a:pt x="243" y="93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3" y="15"/>
                    <a:pt x="227" y="0"/>
                    <a:pt x="20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09" y="0"/>
                    <a:pt x="94" y="15"/>
                    <a:pt x="94" y="34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34" y="93"/>
                    <a:pt x="34" y="93"/>
                    <a:pt x="34" y="93"/>
                  </a:cubicBezTo>
                  <a:cubicBezTo>
                    <a:pt x="15" y="93"/>
                    <a:pt x="0" y="109"/>
                    <a:pt x="0" y="12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27"/>
                    <a:pt x="15" y="242"/>
                    <a:pt x="34" y="242"/>
                  </a:cubicBezTo>
                  <a:cubicBezTo>
                    <a:pt x="94" y="242"/>
                    <a:pt x="94" y="242"/>
                    <a:pt x="94" y="242"/>
                  </a:cubicBezTo>
                  <a:cubicBezTo>
                    <a:pt x="94" y="301"/>
                    <a:pt x="94" y="301"/>
                    <a:pt x="94" y="301"/>
                  </a:cubicBezTo>
                  <a:cubicBezTo>
                    <a:pt x="94" y="320"/>
                    <a:pt x="109" y="336"/>
                    <a:pt x="128" y="336"/>
                  </a:cubicBezTo>
                  <a:cubicBezTo>
                    <a:pt x="208" y="336"/>
                    <a:pt x="208" y="336"/>
                    <a:pt x="208" y="336"/>
                  </a:cubicBezTo>
                  <a:cubicBezTo>
                    <a:pt x="227" y="336"/>
                    <a:pt x="243" y="320"/>
                    <a:pt x="243" y="301"/>
                  </a:cubicBezTo>
                  <a:cubicBezTo>
                    <a:pt x="243" y="242"/>
                    <a:pt x="243" y="242"/>
                    <a:pt x="243" y="242"/>
                  </a:cubicBezTo>
                  <a:cubicBezTo>
                    <a:pt x="302" y="242"/>
                    <a:pt x="302" y="242"/>
                    <a:pt x="302" y="242"/>
                  </a:cubicBezTo>
                  <a:cubicBezTo>
                    <a:pt x="321" y="242"/>
                    <a:pt x="336" y="227"/>
                    <a:pt x="336" y="208"/>
                  </a:cubicBezTo>
                  <a:close/>
                  <a:moveTo>
                    <a:pt x="291" y="197"/>
                  </a:moveTo>
                  <a:cubicBezTo>
                    <a:pt x="232" y="197"/>
                    <a:pt x="232" y="197"/>
                    <a:pt x="232" y="197"/>
                  </a:cubicBezTo>
                  <a:cubicBezTo>
                    <a:pt x="213" y="197"/>
                    <a:pt x="198" y="213"/>
                    <a:pt x="198" y="232"/>
                  </a:cubicBezTo>
                  <a:cubicBezTo>
                    <a:pt x="198" y="291"/>
                    <a:pt x="198" y="291"/>
                    <a:pt x="198" y="291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39" y="213"/>
                    <a:pt x="123" y="197"/>
                    <a:pt x="104" y="197"/>
                  </a:cubicBezTo>
                  <a:cubicBezTo>
                    <a:pt x="45" y="197"/>
                    <a:pt x="45" y="197"/>
                    <a:pt x="45" y="197"/>
                  </a:cubicBezTo>
                  <a:cubicBezTo>
                    <a:pt x="45" y="138"/>
                    <a:pt x="45" y="138"/>
                    <a:pt x="45" y="138"/>
                  </a:cubicBezTo>
                  <a:cubicBezTo>
                    <a:pt x="104" y="138"/>
                    <a:pt x="104" y="138"/>
                    <a:pt x="104" y="138"/>
                  </a:cubicBezTo>
                  <a:cubicBezTo>
                    <a:pt x="123" y="138"/>
                    <a:pt x="139" y="123"/>
                    <a:pt x="139" y="104"/>
                  </a:cubicBezTo>
                  <a:cubicBezTo>
                    <a:pt x="139" y="45"/>
                    <a:pt x="139" y="45"/>
                    <a:pt x="139" y="45"/>
                  </a:cubicBezTo>
                  <a:cubicBezTo>
                    <a:pt x="198" y="45"/>
                    <a:pt x="198" y="45"/>
                    <a:pt x="198" y="45"/>
                  </a:cubicBezTo>
                  <a:cubicBezTo>
                    <a:pt x="198" y="104"/>
                    <a:pt x="198" y="104"/>
                    <a:pt x="198" y="104"/>
                  </a:cubicBezTo>
                  <a:cubicBezTo>
                    <a:pt x="198" y="123"/>
                    <a:pt x="213" y="138"/>
                    <a:pt x="232" y="138"/>
                  </a:cubicBezTo>
                  <a:cubicBezTo>
                    <a:pt x="291" y="138"/>
                    <a:pt x="291" y="138"/>
                    <a:pt x="291" y="138"/>
                  </a:cubicBezTo>
                  <a:lnTo>
                    <a:pt x="291" y="197"/>
                  </a:lnTo>
                  <a:close/>
                  <a:moveTo>
                    <a:pt x="291" y="197"/>
                  </a:moveTo>
                  <a:cubicBezTo>
                    <a:pt x="291" y="197"/>
                    <a:pt x="291" y="197"/>
                    <a:pt x="291" y="19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34"/>
            <p:cNvSpPr/>
            <p:nvPr/>
          </p:nvSpPr>
          <p:spPr>
            <a:xfrm>
              <a:off x="3818015" y="4071636"/>
              <a:ext cx="137603" cy="137603"/>
            </a:xfrm>
            <a:custGeom>
              <a:avLst/>
              <a:gdLst/>
              <a:ahLst/>
              <a:cxnLst/>
              <a:rect l="l" t="t" r="r" b="b"/>
              <a:pathLst>
                <a:path w="386" h="386" extrusionOk="0">
                  <a:moveTo>
                    <a:pt x="259" y="0"/>
                  </a:moveTo>
                  <a:cubicBezTo>
                    <a:pt x="225" y="0"/>
                    <a:pt x="193" y="13"/>
                    <a:pt x="169" y="37"/>
                  </a:cubicBezTo>
                  <a:cubicBezTo>
                    <a:pt x="37" y="168"/>
                    <a:pt x="37" y="168"/>
                    <a:pt x="37" y="168"/>
                  </a:cubicBezTo>
                  <a:cubicBezTo>
                    <a:pt x="13" y="192"/>
                    <a:pt x="0" y="224"/>
                    <a:pt x="0" y="259"/>
                  </a:cubicBezTo>
                  <a:cubicBezTo>
                    <a:pt x="0" y="293"/>
                    <a:pt x="13" y="325"/>
                    <a:pt x="37" y="349"/>
                  </a:cubicBezTo>
                  <a:cubicBezTo>
                    <a:pt x="61" y="373"/>
                    <a:pt x="93" y="386"/>
                    <a:pt x="127" y="386"/>
                  </a:cubicBezTo>
                  <a:cubicBezTo>
                    <a:pt x="161" y="386"/>
                    <a:pt x="193" y="373"/>
                    <a:pt x="217" y="349"/>
                  </a:cubicBezTo>
                  <a:cubicBezTo>
                    <a:pt x="234" y="333"/>
                    <a:pt x="234" y="333"/>
                    <a:pt x="234" y="333"/>
                  </a:cubicBezTo>
                  <a:cubicBezTo>
                    <a:pt x="242" y="324"/>
                    <a:pt x="242" y="310"/>
                    <a:pt x="234" y="301"/>
                  </a:cubicBezTo>
                  <a:cubicBezTo>
                    <a:pt x="225" y="292"/>
                    <a:pt x="211" y="292"/>
                    <a:pt x="202" y="301"/>
                  </a:cubicBezTo>
                  <a:cubicBezTo>
                    <a:pt x="186" y="317"/>
                    <a:pt x="186" y="317"/>
                    <a:pt x="186" y="317"/>
                  </a:cubicBezTo>
                  <a:cubicBezTo>
                    <a:pt x="170" y="332"/>
                    <a:pt x="149" y="341"/>
                    <a:pt x="127" y="341"/>
                  </a:cubicBezTo>
                  <a:cubicBezTo>
                    <a:pt x="105" y="341"/>
                    <a:pt x="85" y="332"/>
                    <a:pt x="69" y="317"/>
                  </a:cubicBezTo>
                  <a:cubicBezTo>
                    <a:pt x="53" y="301"/>
                    <a:pt x="45" y="281"/>
                    <a:pt x="45" y="259"/>
                  </a:cubicBezTo>
                  <a:cubicBezTo>
                    <a:pt x="45" y="237"/>
                    <a:pt x="53" y="216"/>
                    <a:pt x="69" y="200"/>
                  </a:cubicBezTo>
                  <a:cubicBezTo>
                    <a:pt x="200" y="69"/>
                    <a:pt x="200" y="69"/>
                    <a:pt x="200" y="69"/>
                  </a:cubicBezTo>
                  <a:cubicBezTo>
                    <a:pt x="216" y="53"/>
                    <a:pt x="237" y="45"/>
                    <a:pt x="259" y="45"/>
                  </a:cubicBezTo>
                  <a:cubicBezTo>
                    <a:pt x="281" y="45"/>
                    <a:pt x="302" y="53"/>
                    <a:pt x="317" y="69"/>
                  </a:cubicBezTo>
                  <a:cubicBezTo>
                    <a:pt x="333" y="84"/>
                    <a:pt x="341" y="105"/>
                    <a:pt x="341" y="127"/>
                  </a:cubicBezTo>
                  <a:cubicBezTo>
                    <a:pt x="341" y="149"/>
                    <a:pt x="333" y="170"/>
                    <a:pt x="317" y="185"/>
                  </a:cubicBezTo>
                  <a:cubicBezTo>
                    <a:pt x="266" y="237"/>
                    <a:pt x="266" y="237"/>
                    <a:pt x="266" y="237"/>
                  </a:cubicBezTo>
                  <a:cubicBezTo>
                    <a:pt x="257" y="246"/>
                    <a:pt x="257" y="260"/>
                    <a:pt x="266" y="269"/>
                  </a:cubicBezTo>
                  <a:cubicBezTo>
                    <a:pt x="275" y="277"/>
                    <a:pt x="289" y="277"/>
                    <a:pt x="298" y="269"/>
                  </a:cubicBezTo>
                  <a:cubicBezTo>
                    <a:pt x="349" y="217"/>
                    <a:pt x="349" y="217"/>
                    <a:pt x="349" y="217"/>
                  </a:cubicBezTo>
                  <a:cubicBezTo>
                    <a:pt x="373" y="193"/>
                    <a:pt x="386" y="161"/>
                    <a:pt x="386" y="127"/>
                  </a:cubicBezTo>
                  <a:cubicBezTo>
                    <a:pt x="386" y="93"/>
                    <a:pt x="373" y="61"/>
                    <a:pt x="349" y="37"/>
                  </a:cubicBezTo>
                  <a:cubicBezTo>
                    <a:pt x="325" y="13"/>
                    <a:pt x="293" y="0"/>
                    <a:pt x="259" y="0"/>
                  </a:cubicBezTo>
                  <a:close/>
                  <a:moveTo>
                    <a:pt x="259" y="0"/>
                  </a:moveTo>
                  <a:cubicBezTo>
                    <a:pt x="259" y="0"/>
                    <a:pt x="259" y="0"/>
                    <a:pt x="259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34"/>
            <p:cNvSpPr/>
            <p:nvPr/>
          </p:nvSpPr>
          <p:spPr>
            <a:xfrm>
              <a:off x="3882539" y="4096590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115" y="115"/>
                  </a:moveTo>
                  <a:cubicBezTo>
                    <a:pt x="128" y="103"/>
                    <a:pt x="135" y="86"/>
                    <a:pt x="135" y="68"/>
                  </a:cubicBezTo>
                  <a:cubicBezTo>
                    <a:pt x="135" y="50"/>
                    <a:pt x="128" y="33"/>
                    <a:pt x="115" y="20"/>
                  </a:cubicBezTo>
                  <a:cubicBezTo>
                    <a:pt x="102" y="7"/>
                    <a:pt x="85" y="0"/>
                    <a:pt x="67" y="0"/>
                  </a:cubicBezTo>
                  <a:cubicBezTo>
                    <a:pt x="49" y="0"/>
                    <a:pt x="32" y="7"/>
                    <a:pt x="19" y="20"/>
                  </a:cubicBezTo>
                  <a:cubicBezTo>
                    <a:pt x="7" y="33"/>
                    <a:pt x="0" y="50"/>
                    <a:pt x="0" y="68"/>
                  </a:cubicBezTo>
                  <a:cubicBezTo>
                    <a:pt x="0" y="86"/>
                    <a:pt x="7" y="103"/>
                    <a:pt x="19" y="115"/>
                  </a:cubicBezTo>
                  <a:cubicBezTo>
                    <a:pt x="32" y="128"/>
                    <a:pt x="49" y="135"/>
                    <a:pt x="67" y="135"/>
                  </a:cubicBezTo>
                  <a:cubicBezTo>
                    <a:pt x="85" y="135"/>
                    <a:pt x="102" y="128"/>
                    <a:pt x="115" y="115"/>
                  </a:cubicBezTo>
                  <a:cubicBezTo>
                    <a:pt x="115" y="115"/>
                    <a:pt x="115" y="115"/>
                    <a:pt x="115" y="115"/>
                  </a:cubicBezTo>
                  <a:close/>
                  <a:moveTo>
                    <a:pt x="83" y="84"/>
                  </a:moveTo>
                  <a:cubicBezTo>
                    <a:pt x="79" y="88"/>
                    <a:pt x="73" y="90"/>
                    <a:pt x="67" y="90"/>
                  </a:cubicBezTo>
                  <a:cubicBezTo>
                    <a:pt x="61" y="90"/>
                    <a:pt x="56" y="88"/>
                    <a:pt x="51" y="84"/>
                  </a:cubicBezTo>
                  <a:cubicBezTo>
                    <a:pt x="47" y="79"/>
                    <a:pt x="45" y="74"/>
                    <a:pt x="45" y="68"/>
                  </a:cubicBezTo>
                  <a:cubicBezTo>
                    <a:pt x="45" y="62"/>
                    <a:pt x="47" y="56"/>
                    <a:pt x="51" y="52"/>
                  </a:cubicBezTo>
                  <a:cubicBezTo>
                    <a:pt x="56" y="47"/>
                    <a:pt x="61" y="45"/>
                    <a:pt x="67" y="45"/>
                  </a:cubicBezTo>
                  <a:cubicBezTo>
                    <a:pt x="73" y="45"/>
                    <a:pt x="79" y="47"/>
                    <a:pt x="83" y="52"/>
                  </a:cubicBezTo>
                  <a:cubicBezTo>
                    <a:pt x="87" y="56"/>
                    <a:pt x="90" y="62"/>
                    <a:pt x="90" y="68"/>
                  </a:cubicBezTo>
                  <a:cubicBezTo>
                    <a:pt x="90" y="74"/>
                    <a:pt x="87" y="79"/>
                    <a:pt x="83" y="84"/>
                  </a:cubicBezTo>
                  <a:close/>
                  <a:moveTo>
                    <a:pt x="83" y="84"/>
                  </a:moveTo>
                  <a:cubicBezTo>
                    <a:pt x="83" y="84"/>
                    <a:pt x="83" y="84"/>
                    <a:pt x="83" y="8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3844038" y="4135091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49" y="0"/>
                    <a:pt x="32" y="7"/>
                    <a:pt x="19" y="20"/>
                  </a:cubicBezTo>
                  <a:cubicBezTo>
                    <a:pt x="7" y="33"/>
                    <a:pt x="0" y="50"/>
                    <a:pt x="0" y="68"/>
                  </a:cubicBezTo>
                  <a:cubicBezTo>
                    <a:pt x="0" y="86"/>
                    <a:pt x="7" y="103"/>
                    <a:pt x="19" y="116"/>
                  </a:cubicBezTo>
                  <a:cubicBezTo>
                    <a:pt x="32" y="128"/>
                    <a:pt x="49" y="135"/>
                    <a:pt x="67" y="135"/>
                  </a:cubicBezTo>
                  <a:cubicBezTo>
                    <a:pt x="85" y="135"/>
                    <a:pt x="102" y="128"/>
                    <a:pt x="115" y="116"/>
                  </a:cubicBezTo>
                  <a:cubicBezTo>
                    <a:pt x="115" y="116"/>
                    <a:pt x="115" y="116"/>
                    <a:pt x="115" y="116"/>
                  </a:cubicBezTo>
                  <a:cubicBezTo>
                    <a:pt x="127" y="103"/>
                    <a:pt x="135" y="86"/>
                    <a:pt x="135" y="68"/>
                  </a:cubicBezTo>
                  <a:cubicBezTo>
                    <a:pt x="135" y="50"/>
                    <a:pt x="127" y="33"/>
                    <a:pt x="115" y="20"/>
                  </a:cubicBezTo>
                  <a:cubicBezTo>
                    <a:pt x="102" y="7"/>
                    <a:pt x="85" y="0"/>
                    <a:pt x="67" y="0"/>
                  </a:cubicBezTo>
                  <a:close/>
                  <a:moveTo>
                    <a:pt x="83" y="84"/>
                  </a:moveTo>
                  <a:cubicBezTo>
                    <a:pt x="79" y="88"/>
                    <a:pt x="73" y="90"/>
                    <a:pt x="67" y="90"/>
                  </a:cubicBezTo>
                  <a:cubicBezTo>
                    <a:pt x="61" y="90"/>
                    <a:pt x="55" y="88"/>
                    <a:pt x="51" y="84"/>
                  </a:cubicBezTo>
                  <a:cubicBezTo>
                    <a:pt x="47" y="79"/>
                    <a:pt x="45" y="74"/>
                    <a:pt x="45" y="68"/>
                  </a:cubicBezTo>
                  <a:cubicBezTo>
                    <a:pt x="45" y="62"/>
                    <a:pt x="47" y="56"/>
                    <a:pt x="51" y="52"/>
                  </a:cubicBezTo>
                  <a:cubicBezTo>
                    <a:pt x="55" y="48"/>
                    <a:pt x="61" y="45"/>
                    <a:pt x="67" y="45"/>
                  </a:cubicBezTo>
                  <a:cubicBezTo>
                    <a:pt x="73" y="45"/>
                    <a:pt x="79" y="48"/>
                    <a:pt x="83" y="52"/>
                  </a:cubicBezTo>
                  <a:cubicBezTo>
                    <a:pt x="87" y="56"/>
                    <a:pt x="90" y="62"/>
                    <a:pt x="90" y="68"/>
                  </a:cubicBezTo>
                  <a:cubicBezTo>
                    <a:pt x="90" y="74"/>
                    <a:pt x="87" y="79"/>
                    <a:pt x="83" y="84"/>
                  </a:cubicBezTo>
                  <a:close/>
                  <a:moveTo>
                    <a:pt x="83" y="84"/>
                  </a:moveTo>
                  <a:cubicBezTo>
                    <a:pt x="83" y="84"/>
                    <a:pt x="83" y="84"/>
                    <a:pt x="83" y="8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34"/>
            <p:cNvSpPr/>
            <p:nvPr/>
          </p:nvSpPr>
          <p:spPr>
            <a:xfrm>
              <a:off x="3768820" y="4229916"/>
              <a:ext cx="39213" cy="38144"/>
            </a:xfrm>
            <a:custGeom>
              <a:avLst/>
              <a:gdLst/>
              <a:ahLst/>
              <a:cxnLst/>
              <a:rect l="l" t="t" r="r" b="b"/>
              <a:pathLst>
                <a:path w="110" h="107" extrusionOk="0">
                  <a:moveTo>
                    <a:pt x="69" y="9"/>
                  </a:moveTo>
                  <a:cubicBezTo>
                    <a:pt x="9" y="69"/>
                    <a:pt x="9" y="69"/>
                    <a:pt x="9" y="69"/>
                  </a:cubicBezTo>
                  <a:cubicBezTo>
                    <a:pt x="0" y="78"/>
                    <a:pt x="0" y="92"/>
                    <a:pt x="9" y="101"/>
                  </a:cubicBezTo>
                  <a:cubicBezTo>
                    <a:pt x="14" y="105"/>
                    <a:pt x="19" y="107"/>
                    <a:pt x="25" y="107"/>
                  </a:cubicBezTo>
                  <a:cubicBezTo>
                    <a:pt x="31" y="107"/>
                    <a:pt x="37" y="105"/>
                    <a:pt x="41" y="10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10" y="32"/>
                    <a:pt x="110" y="18"/>
                    <a:pt x="101" y="9"/>
                  </a:cubicBezTo>
                  <a:cubicBezTo>
                    <a:pt x="92" y="0"/>
                    <a:pt x="78" y="0"/>
                    <a:pt x="69" y="9"/>
                  </a:cubicBezTo>
                  <a:close/>
                  <a:moveTo>
                    <a:pt x="69" y="9"/>
                  </a:moveTo>
                  <a:cubicBezTo>
                    <a:pt x="69" y="9"/>
                    <a:pt x="69" y="9"/>
                    <a:pt x="69" y="9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34"/>
            <p:cNvSpPr/>
            <p:nvPr/>
          </p:nvSpPr>
          <p:spPr>
            <a:xfrm>
              <a:off x="3825501" y="4229916"/>
              <a:ext cx="39213" cy="38144"/>
            </a:xfrm>
            <a:custGeom>
              <a:avLst/>
              <a:gdLst/>
              <a:ahLst/>
              <a:cxnLst/>
              <a:rect l="l" t="t" r="r" b="b"/>
              <a:pathLst>
                <a:path w="110" h="107" extrusionOk="0">
                  <a:moveTo>
                    <a:pt x="69" y="9"/>
                  </a:moveTo>
                  <a:cubicBezTo>
                    <a:pt x="9" y="69"/>
                    <a:pt x="9" y="69"/>
                    <a:pt x="9" y="69"/>
                  </a:cubicBezTo>
                  <a:cubicBezTo>
                    <a:pt x="0" y="78"/>
                    <a:pt x="0" y="92"/>
                    <a:pt x="9" y="101"/>
                  </a:cubicBezTo>
                  <a:cubicBezTo>
                    <a:pt x="14" y="105"/>
                    <a:pt x="19" y="107"/>
                    <a:pt x="25" y="107"/>
                  </a:cubicBezTo>
                  <a:cubicBezTo>
                    <a:pt x="31" y="107"/>
                    <a:pt x="37" y="105"/>
                    <a:pt x="41" y="10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10" y="32"/>
                    <a:pt x="110" y="18"/>
                    <a:pt x="101" y="9"/>
                  </a:cubicBezTo>
                  <a:cubicBezTo>
                    <a:pt x="92" y="0"/>
                    <a:pt x="78" y="0"/>
                    <a:pt x="69" y="9"/>
                  </a:cubicBezTo>
                  <a:close/>
                  <a:moveTo>
                    <a:pt x="69" y="9"/>
                  </a:moveTo>
                  <a:cubicBezTo>
                    <a:pt x="69" y="9"/>
                    <a:pt x="69" y="9"/>
                    <a:pt x="69" y="9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B6D4DAE-5DCE-46C3-A6CD-C3B44EED5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2C68E61-C10D-C670-D43D-1E5169939AE6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35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sp>
        <p:nvSpPr>
          <p:cNvPr id="1308" name="Google Shape;1308;p35"/>
          <p:cNvSpPr/>
          <p:nvPr/>
        </p:nvSpPr>
        <p:spPr>
          <a:xfrm>
            <a:off x="3258150" y="3400949"/>
            <a:ext cx="719400" cy="7194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35"/>
          <p:cNvSpPr/>
          <p:nvPr/>
        </p:nvSpPr>
        <p:spPr>
          <a:xfrm>
            <a:off x="4212250" y="1486200"/>
            <a:ext cx="719400" cy="7194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35"/>
          <p:cNvSpPr/>
          <p:nvPr/>
        </p:nvSpPr>
        <p:spPr>
          <a:xfrm>
            <a:off x="5166400" y="3400925"/>
            <a:ext cx="719400" cy="7194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35"/>
          <p:cNvSpPr/>
          <p:nvPr/>
        </p:nvSpPr>
        <p:spPr>
          <a:xfrm>
            <a:off x="3496214" y="1846889"/>
            <a:ext cx="2150100" cy="2150100"/>
          </a:xfrm>
          <a:prstGeom prst="arc">
            <a:avLst>
              <a:gd name="adj1" fmla="val 9561965"/>
              <a:gd name="adj2" fmla="val 14659829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2" name="Google Shape;1312;p35"/>
          <p:cNvSpPr/>
          <p:nvPr/>
        </p:nvSpPr>
        <p:spPr>
          <a:xfrm flipH="1">
            <a:off x="3496308" y="1846889"/>
            <a:ext cx="2150100" cy="2150100"/>
          </a:xfrm>
          <a:prstGeom prst="arc">
            <a:avLst>
              <a:gd name="adj1" fmla="val 9552442"/>
              <a:gd name="adj2" fmla="val 1465492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35"/>
          <p:cNvSpPr/>
          <p:nvPr/>
        </p:nvSpPr>
        <p:spPr>
          <a:xfrm flipH="1">
            <a:off x="3496308" y="1846889"/>
            <a:ext cx="2150100" cy="2150100"/>
          </a:xfrm>
          <a:prstGeom prst="arc">
            <a:avLst>
              <a:gd name="adj1" fmla="val 3785635"/>
              <a:gd name="adj2" fmla="val 7045445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4" name="Google Shape;1314;p35"/>
          <p:cNvGrpSpPr/>
          <p:nvPr/>
        </p:nvGrpSpPr>
        <p:grpSpPr>
          <a:xfrm>
            <a:off x="6184550" y="1142750"/>
            <a:ext cx="2238700" cy="1559500"/>
            <a:chOff x="6053125" y="1447425"/>
            <a:chExt cx="2238700" cy="1559500"/>
          </a:xfrm>
        </p:grpSpPr>
        <p:sp>
          <p:nvSpPr>
            <p:cNvPr id="1315" name="Google Shape;1315;p35"/>
            <p:cNvSpPr txBox="1"/>
            <p:nvPr/>
          </p:nvSpPr>
          <p:spPr>
            <a:xfrm>
              <a:off x="6053125" y="2289325"/>
              <a:ext cx="22386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316" name="Google Shape;1316;p35"/>
            <p:cNvSpPr txBox="1"/>
            <p:nvPr/>
          </p:nvSpPr>
          <p:spPr>
            <a:xfrm>
              <a:off x="6053150" y="1954075"/>
              <a:ext cx="2238600" cy="4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Mercury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317" name="Google Shape;1317;p35"/>
            <p:cNvSpPr txBox="1"/>
            <p:nvPr/>
          </p:nvSpPr>
          <p:spPr>
            <a:xfrm>
              <a:off x="7572425" y="1447425"/>
              <a:ext cx="7194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01</a:t>
              </a:r>
              <a:endParaRPr sz="16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1318" name="Google Shape;1318;p35"/>
          <p:cNvGrpSpPr/>
          <p:nvPr/>
        </p:nvGrpSpPr>
        <p:grpSpPr>
          <a:xfrm>
            <a:off x="718591" y="2948625"/>
            <a:ext cx="2239234" cy="1559571"/>
            <a:chOff x="851816" y="3100900"/>
            <a:chExt cx="2239234" cy="1559571"/>
          </a:xfrm>
        </p:grpSpPr>
        <p:sp>
          <p:nvSpPr>
            <p:cNvPr id="1319" name="Google Shape;1319;p35"/>
            <p:cNvSpPr txBox="1"/>
            <p:nvPr/>
          </p:nvSpPr>
          <p:spPr>
            <a:xfrm>
              <a:off x="852450" y="3942871"/>
              <a:ext cx="22386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Venus has a beautiful name but is hot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320" name="Google Shape;1320;p35"/>
            <p:cNvSpPr txBox="1"/>
            <p:nvPr/>
          </p:nvSpPr>
          <p:spPr>
            <a:xfrm>
              <a:off x="852450" y="3607654"/>
              <a:ext cx="2238600" cy="4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Venus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321" name="Google Shape;1321;p35"/>
            <p:cNvSpPr txBox="1"/>
            <p:nvPr/>
          </p:nvSpPr>
          <p:spPr>
            <a:xfrm>
              <a:off x="851816" y="3100900"/>
              <a:ext cx="7194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03</a:t>
              </a:r>
              <a:endParaRPr sz="16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1322" name="Google Shape;1322;p35"/>
          <p:cNvGrpSpPr/>
          <p:nvPr/>
        </p:nvGrpSpPr>
        <p:grpSpPr>
          <a:xfrm>
            <a:off x="6184779" y="2949898"/>
            <a:ext cx="2238678" cy="1560101"/>
            <a:chOff x="6053354" y="3102173"/>
            <a:chExt cx="2238678" cy="1560101"/>
          </a:xfrm>
        </p:grpSpPr>
        <p:sp>
          <p:nvSpPr>
            <p:cNvPr id="1323" name="Google Shape;1323;p35"/>
            <p:cNvSpPr txBox="1"/>
            <p:nvPr/>
          </p:nvSpPr>
          <p:spPr>
            <a:xfrm>
              <a:off x="6053354" y="3944674"/>
              <a:ext cx="22386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Despite being red Mars is a very cold place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324" name="Google Shape;1324;p35"/>
            <p:cNvSpPr txBox="1"/>
            <p:nvPr/>
          </p:nvSpPr>
          <p:spPr>
            <a:xfrm>
              <a:off x="6053432" y="3609296"/>
              <a:ext cx="2238600" cy="4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Mars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325" name="Google Shape;1325;p35"/>
            <p:cNvSpPr txBox="1"/>
            <p:nvPr/>
          </p:nvSpPr>
          <p:spPr>
            <a:xfrm>
              <a:off x="7572483" y="3102173"/>
              <a:ext cx="7194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02</a:t>
              </a:r>
              <a:endParaRPr sz="16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1326" name="Google Shape;1326;p35"/>
          <p:cNvGrpSpPr/>
          <p:nvPr/>
        </p:nvGrpSpPr>
        <p:grpSpPr>
          <a:xfrm>
            <a:off x="851050" y="1299825"/>
            <a:ext cx="2238600" cy="1053000"/>
            <a:chOff x="851050" y="1604500"/>
            <a:chExt cx="2238600" cy="1053000"/>
          </a:xfrm>
        </p:grpSpPr>
        <p:sp>
          <p:nvSpPr>
            <p:cNvPr id="1327" name="Google Shape;1327;p35"/>
            <p:cNvSpPr txBox="1"/>
            <p:nvPr/>
          </p:nvSpPr>
          <p:spPr>
            <a:xfrm>
              <a:off x="851050" y="1939900"/>
              <a:ext cx="22386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the biggest planet of them all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328" name="Google Shape;1328;p35"/>
            <p:cNvSpPr txBox="1"/>
            <p:nvPr/>
          </p:nvSpPr>
          <p:spPr>
            <a:xfrm>
              <a:off x="851050" y="1604500"/>
              <a:ext cx="2238600" cy="4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Game week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cxnSp>
        <p:nvCxnSpPr>
          <p:cNvPr id="1329" name="Google Shape;1329;p35"/>
          <p:cNvCxnSpPr>
            <a:stCxn id="1317" idx="1"/>
            <a:endCxn id="1309" idx="6"/>
          </p:cNvCxnSpPr>
          <p:nvPr/>
        </p:nvCxnSpPr>
        <p:spPr>
          <a:xfrm flipH="1">
            <a:off x="4931550" y="1396100"/>
            <a:ext cx="2772300" cy="449700"/>
          </a:xfrm>
          <a:prstGeom prst="bentConnector3">
            <a:avLst>
              <a:gd name="adj1" fmla="val 49998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35"/>
          <p:cNvCxnSpPr>
            <a:stCxn id="1308" idx="1"/>
            <a:endCxn id="1321" idx="3"/>
          </p:cNvCxnSpPr>
          <p:nvPr/>
        </p:nvCxnSpPr>
        <p:spPr>
          <a:xfrm rot="5400000" flipH="1">
            <a:off x="2248704" y="2391503"/>
            <a:ext cx="304200" cy="19254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1" name="Google Shape;1331;p35"/>
          <p:cNvCxnSpPr>
            <a:stCxn id="1325" idx="1"/>
            <a:endCxn id="1310" idx="7"/>
          </p:cNvCxnSpPr>
          <p:nvPr/>
        </p:nvCxnSpPr>
        <p:spPr>
          <a:xfrm flipH="1">
            <a:off x="5780308" y="3203248"/>
            <a:ext cx="1923600" cy="3030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2" name="Google Shape;1332;p35"/>
          <p:cNvGrpSpPr/>
          <p:nvPr/>
        </p:nvGrpSpPr>
        <p:grpSpPr>
          <a:xfrm>
            <a:off x="4436012" y="1615317"/>
            <a:ext cx="270549" cy="422012"/>
            <a:chOff x="4642626" y="2263533"/>
            <a:chExt cx="406779" cy="634510"/>
          </a:xfrm>
        </p:grpSpPr>
        <p:sp>
          <p:nvSpPr>
            <p:cNvPr id="1333" name="Google Shape;1333;p35"/>
            <p:cNvSpPr/>
            <p:nvPr/>
          </p:nvSpPr>
          <p:spPr>
            <a:xfrm>
              <a:off x="4747002" y="2629882"/>
              <a:ext cx="199264" cy="66834"/>
            </a:xfrm>
            <a:custGeom>
              <a:avLst/>
              <a:gdLst/>
              <a:ahLst/>
              <a:cxnLst/>
              <a:rect l="l" t="t" r="r" b="b"/>
              <a:pathLst>
                <a:path w="483" h="162" extrusionOk="0">
                  <a:moveTo>
                    <a:pt x="459" y="0"/>
                  </a:moveTo>
                  <a:cubicBezTo>
                    <a:pt x="386" y="0"/>
                    <a:pt x="386" y="0"/>
                    <a:pt x="386" y="0"/>
                  </a:cubicBezTo>
                  <a:cubicBezTo>
                    <a:pt x="332" y="0"/>
                    <a:pt x="288" y="41"/>
                    <a:pt x="283" y="94"/>
                  </a:cubicBezTo>
                  <a:cubicBezTo>
                    <a:pt x="201" y="94"/>
                    <a:pt x="201" y="94"/>
                    <a:pt x="201" y="94"/>
                  </a:cubicBezTo>
                  <a:cubicBezTo>
                    <a:pt x="195" y="41"/>
                    <a:pt x="151" y="0"/>
                    <a:pt x="97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116"/>
                    <a:pt x="47" y="162"/>
                    <a:pt x="104" y="162"/>
                  </a:cubicBezTo>
                  <a:cubicBezTo>
                    <a:pt x="379" y="162"/>
                    <a:pt x="379" y="162"/>
                    <a:pt x="379" y="162"/>
                  </a:cubicBezTo>
                  <a:cubicBezTo>
                    <a:pt x="436" y="162"/>
                    <a:pt x="483" y="116"/>
                    <a:pt x="483" y="58"/>
                  </a:cubicBezTo>
                  <a:cubicBezTo>
                    <a:pt x="483" y="25"/>
                    <a:pt x="483" y="25"/>
                    <a:pt x="483" y="25"/>
                  </a:cubicBezTo>
                  <a:cubicBezTo>
                    <a:pt x="483" y="11"/>
                    <a:pt x="472" y="0"/>
                    <a:pt x="459" y="0"/>
                  </a:cubicBezTo>
                  <a:close/>
                  <a:moveTo>
                    <a:pt x="459" y="0"/>
                  </a:moveTo>
                  <a:cubicBezTo>
                    <a:pt x="459" y="0"/>
                    <a:pt x="459" y="0"/>
                    <a:pt x="45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35"/>
            <p:cNvSpPr/>
            <p:nvPr/>
          </p:nvSpPr>
          <p:spPr>
            <a:xfrm>
              <a:off x="4828275" y="2517667"/>
              <a:ext cx="34800" cy="2148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35"/>
            <p:cNvSpPr/>
            <p:nvPr/>
          </p:nvSpPr>
          <p:spPr>
            <a:xfrm>
              <a:off x="4828275" y="2517667"/>
              <a:ext cx="34655" cy="214941"/>
            </a:xfrm>
            <a:custGeom>
              <a:avLst/>
              <a:gdLst/>
              <a:ahLst/>
              <a:cxnLst/>
              <a:rect l="l" t="t" r="r" b="b"/>
              <a:pathLst>
                <a:path w="84" h="521" extrusionOk="0">
                  <a:moveTo>
                    <a:pt x="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42" y="521"/>
                    <a:pt x="42" y="521"/>
                    <a:pt x="42" y="521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57" y="149"/>
                    <a:pt x="71" y="149"/>
                    <a:pt x="84" y="147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42" y="0"/>
                  </a:lnTo>
                  <a:close/>
                  <a:moveTo>
                    <a:pt x="42" y="0"/>
                  </a:moveTo>
                  <a:cubicBezTo>
                    <a:pt x="42" y="0"/>
                    <a:pt x="42" y="0"/>
                    <a:pt x="42" y="0"/>
                  </a:cubicBezTo>
                </a:path>
              </a:pathLst>
            </a:custGeom>
            <a:solidFill>
              <a:srgbClr val="F7C8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35"/>
            <p:cNvSpPr/>
            <p:nvPr/>
          </p:nvSpPr>
          <p:spPr>
            <a:xfrm>
              <a:off x="4737101" y="2742097"/>
              <a:ext cx="220200" cy="146400"/>
            </a:xfrm>
            <a:prstGeom prst="rect">
              <a:avLst/>
            </a:pr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35"/>
            <p:cNvSpPr/>
            <p:nvPr/>
          </p:nvSpPr>
          <p:spPr>
            <a:xfrm>
              <a:off x="4671504" y="2330367"/>
              <a:ext cx="349022" cy="222780"/>
            </a:xfrm>
            <a:custGeom>
              <a:avLst/>
              <a:gdLst/>
              <a:ahLst/>
              <a:cxnLst/>
              <a:rect l="l" t="t" r="r" b="b"/>
              <a:pathLst>
                <a:path w="846" h="540" extrusionOk="0">
                  <a:moveTo>
                    <a:pt x="846" y="0"/>
                  </a:moveTo>
                  <a:cubicBezTo>
                    <a:pt x="846" y="117"/>
                    <a:pt x="846" y="117"/>
                    <a:pt x="846" y="117"/>
                  </a:cubicBezTo>
                  <a:cubicBezTo>
                    <a:pt x="846" y="234"/>
                    <a:pt x="799" y="340"/>
                    <a:pt x="722" y="416"/>
                  </a:cubicBezTo>
                  <a:cubicBezTo>
                    <a:pt x="646" y="493"/>
                    <a:pt x="540" y="540"/>
                    <a:pt x="423" y="540"/>
                  </a:cubicBezTo>
                  <a:cubicBezTo>
                    <a:pt x="189" y="540"/>
                    <a:pt x="0" y="351"/>
                    <a:pt x="0" y="1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98" y="263"/>
                    <a:pt x="398" y="263"/>
                    <a:pt x="398" y="263"/>
                  </a:cubicBezTo>
                  <a:cubicBezTo>
                    <a:pt x="406" y="268"/>
                    <a:pt x="414" y="270"/>
                    <a:pt x="423" y="270"/>
                  </a:cubicBezTo>
                  <a:cubicBezTo>
                    <a:pt x="432" y="270"/>
                    <a:pt x="440" y="268"/>
                    <a:pt x="448" y="263"/>
                  </a:cubicBezTo>
                  <a:lnTo>
                    <a:pt x="846" y="0"/>
                  </a:lnTo>
                  <a:close/>
                  <a:moveTo>
                    <a:pt x="846" y="0"/>
                  </a:moveTo>
                  <a:cubicBezTo>
                    <a:pt x="846" y="0"/>
                    <a:pt x="846" y="0"/>
                    <a:pt x="846" y="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35"/>
            <p:cNvSpPr/>
            <p:nvPr/>
          </p:nvSpPr>
          <p:spPr>
            <a:xfrm>
              <a:off x="4678518" y="2419479"/>
              <a:ext cx="90762" cy="105202"/>
            </a:xfrm>
            <a:custGeom>
              <a:avLst/>
              <a:gdLst/>
              <a:ahLst/>
              <a:cxnLst/>
              <a:rect l="l" t="t" r="r" b="b"/>
              <a:pathLst>
                <a:path w="220" h="255" extrusionOk="0">
                  <a:moveTo>
                    <a:pt x="220" y="147"/>
                  </a:moveTo>
                  <a:cubicBezTo>
                    <a:pt x="220" y="190"/>
                    <a:pt x="202" y="228"/>
                    <a:pt x="174" y="255"/>
                  </a:cubicBezTo>
                  <a:cubicBezTo>
                    <a:pt x="91" y="200"/>
                    <a:pt x="28" y="117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2" y="7"/>
                    <a:pt x="46" y="0"/>
                    <a:pt x="73" y="0"/>
                  </a:cubicBezTo>
                  <a:cubicBezTo>
                    <a:pt x="154" y="0"/>
                    <a:pt x="220" y="66"/>
                    <a:pt x="220" y="147"/>
                  </a:cubicBezTo>
                  <a:close/>
                  <a:moveTo>
                    <a:pt x="220" y="147"/>
                  </a:moveTo>
                  <a:cubicBezTo>
                    <a:pt x="220" y="147"/>
                    <a:pt x="220" y="147"/>
                    <a:pt x="220" y="147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35"/>
            <p:cNvSpPr/>
            <p:nvPr/>
          </p:nvSpPr>
          <p:spPr>
            <a:xfrm>
              <a:off x="4925226" y="2419479"/>
              <a:ext cx="88699" cy="103964"/>
            </a:xfrm>
            <a:custGeom>
              <a:avLst/>
              <a:gdLst/>
              <a:ahLst/>
              <a:cxnLst/>
              <a:rect l="l" t="t" r="r" b="b"/>
              <a:pathLst>
                <a:path w="215" h="252" extrusionOk="0">
                  <a:moveTo>
                    <a:pt x="215" y="17"/>
                  </a:moveTo>
                  <a:cubicBezTo>
                    <a:pt x="195" y="87"/>
                    <a:pt x="157" y="150"/>
                    <a:pt x="107" y="200"/>
                  </a:cubicBezTo>
                  <a:cubicBezTo>
                    <a:pt x="88" y="220"/>
                    <a:pt x="67" y="237"/>
                    <a:pt x="44" y="252"/>
                  </a:cubicBezTo>
                  <a:cubicBezTo>
                    <a:pt x="17" y="226"/>
                    <a:pt x="0" y="188"/>
                    <a:pt x="0" y="147"/>
                  </a:cubicBezTo>
                  <a:cubicBezTo>
                    <a:pt x="0" y="66"/>
                    <a:pt x="66" y="0"/>
                    <a:pt x="147" y="0"/>
                  </a:cubicBezTo>
                  <a:cubicBezTo>
                    <a:pt x="172" y="0"/>
                    <a:pt x="195" y="6"/>
                    <a:pt x="215" y="17"/>
                  </a:cubicBezTo>
                  <a:close/>
                  <a:moveTo>
                    <a:pt x="215" y="17"/>
                  </a:moveTo>
                  <a:cubicBezTo>
                    <a:pt x="215" y="17"/>
                    <a:pt x="215" y="17"/>
                    <a:pt x="215" y="17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35"/>
            <p:cNvSpPr/>
            <p:nvPr/>
          </p:nvSpPr>
          <p:spPr>
            <a:xfrm>
              <a:off x="4818786" y="2468985"/>
              <a:ext cx="56933" cy="56933"/>
            </a:xfrm>
            <a:custGeom>
              <a:avLst/>
              <a:gdLst/>
              <a:ahLst/>
              <a:cxnLst/>
              <a:rect l="l" t="t" r="r" b="b"/>
              <a:pathLst>
                <a:path w="138" h="138" extrusionOk="0">
                  <a:moveTo>
                    <a:pt x="138" y="69"/>
                  </a:moveTo>
                  <a:cubicBezTo>
                    <a:pt x="138" y="107"/>
                    <a:pt x="107" y="138"/>
                    <a:pt x="69" y="138"/>
                  </a:cubicBezTo>
                  <a:cubicBezTo>
                    <a:pt x="31" y="138"/>
                    <a:pt x="0" y="107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7" y="0"/>
                    <a:pt x="138" y="31"/>
                    <a:pt x="138" y="69"/>
                  </a:cubicBezTo>
                  <a:close/>
                  <a:moveTo>
                    <a:pt x="138" y="69"/>
                  </a:moveTo>
                  <a:cubicBezTo>
                    <a:pt x="138" y="69"/>
                    <a:pt x="138" y="69"/>
                    <a:pt x="138" y="6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35"/>
            <p:cNvSpPr/>
            <p:nvPr/>
          </p:nvSpPr>
          <p:spPr>
            <a:xfrm>
              <a:off x="4962356" y="2274672"/>
              <a:ext cx="46619" cy="51569"/>
            </a:xfrm>
            <a:custGeom>
              <a:avLst/>
              <a:gdLst/>
              <a:ahLst/>
              <a:cxnLst/>
              <a:rect l="l" t="t" r="r" b="b"/>
              <a:pathLst>
                <a:path w="113" h="125" extrusionOk="0">
                  <a:moveTo>
                    <a:pt x="109" y="48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8" y="125"/>
                    <a:pt x="8" y="125"/>
                    <a:pt x="8" y="125"/>
                  </a:cubicBezTo>
                  <a:cubicBezTo>
                    <a:pt x="113" y="56"/>
                    <a:pt x="113" y="56"/>
                    <a:pt x="113" y="56"/>
                  </a:cubicBezTo>
                  <a:lnTo>
                    <a:pt x="109" y="48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35"/>
            <p:cNvSpPr/>
            <p:nvPr/>
          </p:nvSpPr>
          <p:spPr>
            <a:xfrm>
              <a:off x="4919037" y="2303138"/>
              <a:ext cx="46206" cy="51157"/>
            </a:xfrm>
            <a:custGeom>
              <a:avLst/>
              <a:gdLst/>
              <a:ahLst/>
              <a:cxnLst/>
              <a:rect l="l" t="t" r="r" b="b"/>
              <a:pathLst>
                <a:path w="112" h="124" extrusionOk="0">
                  <a:moveTo>
                    <a:pt x="109" y="49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12" y="124"/>
                    <a:pt x="12" y="124"/>
                    <a:pt x="12" y="124"/>
                  </a:cubicBezTo>
                  <a:cubicBezTo>
                    <a:pt x="112" y="54"/>
                    <a:pt x="112" y="54"/>
                    <a:pt x="112" y="54"/>
                  </a:cubicBezTo>
                  <a:lnTo>
                    <a:pt x="109" y="49"/>
                  </a:lnTo>
                  <a:close/>
                  <a:moveTo>
                    <a:pt x="109" y="49"/>
                  </a:moveTo>
                  <a:cubicBezTo>
                    <a:pt x="109" y="49"/>
                    <a:pt x="109" y="49"/>
                    <a:pt x="109" y="49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35"/>
            <p:cNvSpPr/>
            <p:nvPr/>
          </p:nvSpPr>
          <p:spPr>
            <a:xfrm>
              <a:off x="4875719" y="2331604"/>
              <a:ext cx="44968" cy="50332"/>
            </a:xfrm>
            <a:custGeom>
              <a:avLst/>
              <a:gdLst/>
              <a:ahLst/>
              <a:cxnLst/>
              <a:rect l="l" t="t" r="r" b="b"/>
              <a:pathLst>
                <a:path w="109" h="122" extrusionOk="0">
                  <a:moveTo>
                    <a:pt x="11" y="2"/>
                  </a:moveTo>
                  <a:cubicBezTo>
                    <a:pt x="6" y="0"/>
                    <a:pt x="0" y="4"/>
                    <a:pt x="1" y="9"/>
                  </a:cubicBezTo>
                  <a:cubicBezTo>
                    <a:pt x="7" y="117"/>
                    <a:pt x="7" y="117"/>
                    <a:pt x="7" y="11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107" y="58"/>
                    <a:pt x="107" y="58"/>
                    <a:pt x="107" y="58"/>
                  </a:cubicBezTo>
                  <a:cubicBezTo>
                    <a:pt x="109" y="49"/>
                    <a:pt x="109" y="49"/>
                    <a:pt x="109" y="49"/>
                  </a:cubicBezTo>
                  <a:lnTo>
                    <a:pt x="11" y="2"/>
                  </a:lnTo>
                  <a:close/>
                  <a:moveTo>
                    <a:pt x="11" y="2"/>
                  </a:moveTo>
                  <a:cubicBezTo>
                    <a:pt x="11" y="2"/>
                    <a:pt x="11" y="2"/>
                    <a:pt x="11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35"/>
            <p:cNvSpPr/>
            <p:nvPr/>
          </p:nvSpPr>
          <p:spPr>
            <a:xfrm>
              <a:off x="4962356" y="2274672"/>
              <a:ext cx="15677" cy="51569"/>
            </a:xfrm>
            <a:custGeom>
              <a:avLst/>
              <a:gdLst/>
              <a:ahLst/>
              <a:cxnLst/>
              <a:rect l="l" t="t" r="r" b="b"/>
              <a:pathLst>
                <a:path w="38" h="125" extrusionOk="0">
                  <a:moveTo>
                    <a:pt x="33" y="1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8" y="125"/>
                    <a:pt x="8" y="125"/>
                    <a:pt x="8" y="125"/>
                  </a:cubicBezTo>
                  <a:cubicBezTo>
                    <a:pt x="38" y="105"/>
                    <a:pt x="38" y="105"/>
                    <a:pt x="38" y="105"/>
                  </a:cubicBezTo>
                  <a:lnTo>
                    <a:pt x="33" y="13"/>
                  </a:lnTo>
                  <a:close/>
                  <a:moveTo>
                    <a:pt x="33" y="13"/>
                  </a:moveTo>
                  <a:cubicBezTo>
                    <a:pt x="33" y="13"/>
                    <a:pt x="33" y="13"/>
                    <a:pt x="33" y="13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35"/>
            <p:cNvSpPr/>
            <p:nvPr/>
          </p:nvSpPr>
          <p:spPr>
            <a:xfrm>
              <a:off x="4919037" y="2303138"/>
              <a:ext cx="15677" cy="51157"/>
            </a:xfrm>
            <a:custGeom>
              <a:avLst/>
              <a:gdLst/>
              <a:ahLst/>
              <a:cxnLst/>
              <a:rect l="l" t="t" r="r" b="b"/>
              <a:pathLst>
                <a:path w="38" h="124" extrusionOk="0">
                  <a:moveTo>
                    <a:pt x="33" y="1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12" y="124"/>
                    <a:pt x="12" y="124"/>
                    <a:pt x="12" y="124"/>
                  </a:cubicBezTo>
                  <a:cubicBezTo>
                    <a:pt x="38" y="105"/>
                    <a:pt x="38" y="105"/>
                    <a:pt x="38" y="105"/>
                  </a:cubicBezTo>
                  <a:lnTo>
                    <a:pt x="33" y="13"/>
                  </a:lnTo>
                  <a:close/>
                  <a:moveTo>
                    <a:pt x="33" y="13"/>
                  </a:moveTo>
                  <a:cubicBezTo>
                    <a:pt x="33" y="13"/>
                    <a:pt x="33" y="13"/>
                    <a:pt x="33" y="13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35"/>
            <p:cNvSpPr/>
            <p:nvPr/>
          </p:nvSpPr>
          <p:spPr>
            <a:xfrm>
              <a:off x="4875719" y="2331604"/>
              <a:ext cx="15677" cy="50332"/>
            </a:xfrm>
            <a:custGeom>
              <a:avLst/>
              <a:gdLst/>
              <a:ahLst/>
              <a:cxnLst/>
              <a:rect l="l" t="t" r="r" b="b"/>
              <a:pathLst>
                <a:path w="38" h="122" extrusionOk="0">
                  <a:moveTo>
                    <a:pt x="33" y="1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7"/>
                    <a:pt x="7" y="117"/>
                    <a:pt x="7" y="11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38" y="103"/>
                    <a:pt x="38" y="103"/>
                    <a:pt x="38" y="103"/>
                  </a:cubicBezTo>
                  <a:lnTo>
                    <a:pt x="33" y="13"/>
                  </a:lnTo>
                  <a:close/>
                  <a:moveTo>
                    <a:pt x="33" y="13"/>
                  </a:moveTo>
                  <a:cubicBezTo>
                    <a:pt x="33" y="13"/>
                    <a:pt x="33" y="13"/>
                    <a:pt x="33" y="13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35"/>
            <p:cNvSpPr/>
            <p:nvPr/>
          </p:nvSpPr>
          <p:spPr>
            <a:xfrm>
              <a:off x="4769280" y="2331604"/>
              <a:ext cx="49094" cy="51157"/>
            </a:xfrm>
            <a:custGeom>
              <a:avLst/>
              <a:gdLst/>
              <a:ahLst/>
              <a:cxnLst/>
              <a:rect l="l" t="t" r="r" b="b"/>
              <a:pathLst>
                <a:path w="119" h="124" extrusionOk="0">
                  <a:moveTo>
                    <a:pt x="108" y="2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111" y="124"/>
                    <a:pt x="111" y="124"/>
                    <a:pt x="111" y="124"/>
                  </a:cubicBezTo>
                  <a:cubicBezTo>
                    <a:pt x="113" y="120"/>
                    <a:pt x="113" y="120"/>
                    <a:pt x="113" y="120"/>
                  </a:cubicBezTo>
                  <a:cubicBezTo>
                    <a:pt x="113" y="120"/>
                    <a:pt x="113" y="120"/>
                    <a:pt x="113" y="120"/>
                  </a:cubicBezTo>
                  <a:cubicBezTo>
                    <a:pt x="119" y="9"/>
                    <a:pt x="119" y="9"/>
                    <a:pt x="119" y="9"/>
                  </a:cubicBezTo>
                  <a:cubicBezTo>
                    <a:pt x="119" y="4"/>
                    <a:pt x="113" y="0"/>
                    <a:pt x="108" y="2"/>
                  </a:cubicBezTo>
                  <a:close/>
                  <a:moveTo>
                    <a:pt x="108" y="2"/>
                  </a:moveTo>
                  <a:cubicBezTo>
                    <a:pt x="108" y="2"/>
                    <a:pt x="108" y="2"/>
                    <a:pt x="108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35"/>
            <p:cNvSpPr/>
            <p:nvPr/>
          </p:nvSpPr>
          <p:spPr>
            <a:xfrm>
              <a:off x="4724311" y="2303138"/>
              <a:ext cx="50744" cy="52394"/>
            </a:xfrm>
            <a:custGeom>
              <a:avLst/>
              <a:gdLst/>
              <a:ahLst/>
              <a:cxnLst/>
              <a:rect l="l" t="t" r="r" b="b"/>
              <a:pathLst>
                <a:path w="123" h="127" extrusionOk="0">
                  <a:moveTo>
                    <a:pt x="112" y="2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113" y="127"/>
                    <a:pt x="113" y="127"/>
                    <a:pt x="113" y="127"/>
                  </a:cubicBezTo>
                  <a:cubicBezTo>
                    <a:pt x="117" y="120"/>
                    <a:pt x="117" y="120"/>
                    <a:pt x="117" y="120"/>
                  </a:cubicBezTo>
                  <a:cubicBezTo>
                    <a:pt x="117" y="119"/>
                    <a:pt x="117" y="119"/>
                    <a:pt x="117" y="119"/>
                  </a:cubicBezTo>
                  <a:cubicBezTo>
                    <a:pt x="123" y="9"/>
                    <a:pt x="123" y="9"/>
                    <a:pt x="123" y="9"/>
                  </a:cubicBezTo>
                  <a:cubicBezTo>
                    <a:pt x="123" y="4"/>
                    <a:pt x="117" y="0"/>
                    <a:pt x="112" y="2"/>
                  </a:cubicBezTo>
                  <a:close/>
                  <a:moveTo>
                    <a:pt x="112" y="2"/>
                  </a:moveTo>
                  <a:cubicBezTo>
                    <a:pt x="112" y="2"/>
                    <a:pt x="112" y="2"/>
                    <a:pt x="112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35"/>
            <p:cNvSpPr/>
            <p:nvPr/>
          </p:nvSpPr>
          <p:spPr>
            <a:xfrm>
              <a:off x="4681406" y="2274672"/>
              <a:ext cx="50332" cy="53632"/>
            </a:xfrm>
            <a:custGeom>
              <a:avLst/>
              <a:gdLst/>
              <a:ahLst/>
              <a:cxnLst/>
              <a:rect l="l" t="t" r="r" b="b"/>
              <a:pathLst>
                <a:path w="122" h="130" extrusionOk="0">
                  <a:moveTo>
                    <a:pt x="111" y="2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09" y="130"/>
                    <a:pt x="109" y="130"/>
                    <a:pt x="109" y="130"/>
                  </a:cubicBezTo>
                  <a:cubicBezTo>
                    <a:pt x="116" y="120"/>
                    <a:pt x="116" y="120"/>
                    <a:pt x="116" y="120"/>
                  </a:cubicBezTo>
                  <a:cubicBezTo>
                    <a:pt x="116" y="119"/>
                    <a:pt x="116" y="119"/>
                    <a:pt x="116" y="119"/>
                  </a:cubicBezTo>
                  <a:cubicBezTo>
                    <a:pt x="122" y="9"/>
                    <a:pt x="122" y="9"/>
                    <a:pt x="122" y="9"/>
                  </a:cubicBezTo>
                  <a:cubicBezTo>
                    <a:pt x="122" y="4"/>
                    <a:pt x="116" y="0"/>
                    <a:pt x="111" y="2"/>
                  </a:cubicBezTo>
                  <a:close/>
                  <a:moveTo>
                    <a:pt x="111" y="2"/>
                  </a:moveTo>
                  <a:cubicBezTo>
                    <a:pt x="111" y="2"/>
                    <a:pt x="111" y="2"/>
                    <a:pt x="111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35"/>
            <p:cNvSpPr/>
            <p:nvPr/>
          </p:nvSpPr>
          <p:spPr>
            <a:xfrm>
              <a:off x="4769280" y="2331604"/>
              <a:ext cx="49094" cy="34655"/>
            </a:xfrm>
            <a:custGeom>
              <a:avLst/>
              <a:gdLst/>
              <a:ahLst/>
              <a:cxnLst/>
              <a:rect l="l" t="t" r="r" b="b"/>
              <a:pathLst>
                <a:path w="119" h="84" extrusionOk="0">
                  <a:moveTo>
                    <a:pt x="117" y="50"/>
                  </a:moveTo>
                  <a:cubicBezTo>
                    <a:pt x="119" y="9"/>
                    <a:pt x="119" y="9"/>
                    <a:pt x="119" y="9"/>
                  </a:cubicBezTo>
                  <a:cubicBezTo>
                    <a:pt x="119" y="4"/>
                    <a:pt x="113" y="0"/>
                    <a:pt x="108" y="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44" y="84"/>
                    <a:pt x="44" y="84"/>
                    <a:pt x="44" y="84"/>
                  </a:cubicBezTo>
                  <a:lnTo>
                    <a:pt x="117" y="50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35"/>
            <p:cNvSpPr/>
            <p:nvPr/>
          </p:nvSpPr>
          <p:spPr>
            <a:xfrm>
              <a:off x="4724311" y="2303138"/>
              <a:ext cx="50744" cy="35480"/>
            </a:xfrm>
            <a:custGeom>
              <a:avLst/>
              <a:gdLst/>
              <a:ahLst/>
              <a:cxnLst/>
              <a:rect l="l" t="t" r="r" b="b"/>
              <a:pathLst>
                <a:path w="123" h="86" extrusionOk="0">
                  <a:moveTo>
                    <a:pt x="43" y="86"/>
                  </a:moveTo>
                  <a:cubicBezTo>
                    <a:pt x="121" y="50"/>
                    <a:pt x="121" y="50"/>
                    <a:pt x="121" y="50"/>
                  </a:cubicBezTo>
                  <a:cubicBezTo>
                    <a:pt x="123" y="9"/>
                    <a:pt x="123" y="9"/>
                    <a:pt x="123" y="9"/>
                  </a:cubicBezTo>
                  <a:cubicBezTo>
                    <a:pt x="123" y="4"/>
                    <a:pt x="117" y="0"/>
                    <a:pt x="112" y="2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43" y="86"/>
                    <a:pt x="43" y="86"/>
                    <a:pt x="43" y="86"/>
                  </a:cubicBezTo>
                  <a:close/>
                  <a:moveTo>
                    <a:pt x="43" y="86"/>
                  </a:moveTo>
                  <a:cubicBezTo>
                    <a:pt x="43" y="86"/>
                    <a:pt x="43" y="86"/>
                    <a:pt x="43" y="86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35"/>
            <p:cNvSpPr/>
            <p:nvPr/>
          </p:nvSpPr>
          <p:spPr>
            <a:xfrm>
              <a:off x="4681406" y="2274672"/>
              <a:ext cx="50332" cy="35480"/>
            </a:xfrm>
            <a:custGeom>
              <a:avLst/>
              <a:gdLst/>
              <a:ahLst/>
              <a:cxnLst/>
              <a:rect l="l" t="t" r="r" b="b"/>
              <a:pathLst>
                <a:path w="122" h="86" extrusionOk="0">
                  <a:moveTo>
                    <a:pt x="120" y="50"/>
                  </a:moveTo>
                  <a:cubicBezTo>
                    <a:pt x="122" y="9"/>
                    <a:pt x="122" y="9"/>
                    <a:pt x="122" y="9"/>
                  </a:cubicBezTo>
                  <a:cubicBezTo>
                    <a:pt x="122" y="4"/>
                    <a:pt x="116" y="0"/>
                    <a:pt x="111" y="2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41" y="86"/>
                    <a:pt x="41" y="86"/>
                    <a:pt x="41" y="86"/>
                  </a:cubicBezTo>
                  <a:lnTo>
                    <a:pt x="120" y="50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35"/>
            <p:cNvSpPr/>
            <p:nvPr/>
          </p:nvSpPr>
          <p:spPr>
            <a:xfrm>
              <a:off x="4964006" y="2322528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FECF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35"/>
            <p:cNvSpPr/>
            <p:nvPr/>
          </p:nvSpPr>
          <p:spPr>
            <a:xfrm>
              <a:off x="4964006" y="2322528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moveTo>
                    <a:pt x="6" y="0"/>
                  </a:moveTo>
                  <a:lnTo>
                    <a:pt x="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35"/>
            <p:cNvSpPr/>
            <p:nvPr/>
          </p:nvSpPr>
          <p:spPr>
            <a:xfrm>
              <a:off x="4920688" y="2350995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FECF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35"/>
            <p:cNvSpPr/>
            <p:nvPr/>
          </p:nvSpPr>
          <p:spPr>
            <a:xfrm>
              <a:off x="4920688" y="2350995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moveTo>
                    <a:pt x="6" y="0"/>
                  </a:moveTo>
                  <a:lnTo>
                    <a:pt x="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35"/>
            <p:cNvSpPr/>
            <p:nvPr/>
          </p:nvSpPr>
          <p:spPr>
            <a:xfrm>
              <a:off x="4650464" y="2287049"/>
              <a:ext cx="391102" cy="154708"/>
            </a:xfrm>
            <a:custGeom>
              <a:avLst/>
              <a:gdLst/>
              <a:ahLst/>
              <a:cxnLst/>
              <a:rect l="l" t="t" r="r" b="b"/>
              <a:pathLst>
                <a:path w="948" h="375" extrusionOk="0">
                  <a:moveTo>
                    <a:pt x="935" y="26"/>
                  </a:moveTo>
                  <a:cubicBezTo>
                    <a:pt x="948" y="47"/>
                    <a:pt x="943" y="75"/>
                    <a:pt x="922" y="89"/>
                  </a:cubicBezTo>
                  <a:cubicBezTo>
                    <a:pt x="499" y="368"/>
                    <a:pt x="499" y="368"/>
                    <a:pt x="499" y="368"/>
                  </a:cubicBezTo>
                  <a:cubicBezTo>
                    <a:pt x="491" y="373"/>
                    <a:pt x="483" y="375"/>
                    <a:pt x="474" y="375"/>
                  </a:cubicBezTo>
                  <a:cubicBezTo>
                    <a:pt x="465" y="375"/>
                    <a:pt x="457" y="373"/>
                    <a:pt x="449" y="368"/>
                  </a:cubicBezTo>
                  <a:cubicBezTo>
                    <a:pt x="26" y="89"/>
                    <a:pt x="26" y="89"/>
                    <a:pt x="26" y="89"/>
                  </a:cubicBezTo>
                  <a:cubicBezTo>
                    <a:pt x="6" y="75"/>
                    <a:pt x="0" y="47"/>
                    <a:pt x="14" y="26"/>
                  </a:cubicBezTo>
                  <a:cubicBezTo>
                    <a:pt x="27" y="6"/>
                    <a:pt x="55" y="0"/>
                    <a:pt x="76" y="14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91" y="90"/>
                    <a:pt x="191" y="90"/>
                    <a:pt x="191" y="90"/>
                  </a:cubicBezTo>
                  <a:cubicBezTo>
                    <a:pt x="296" y="159"/>
                    <a:pt x="296" y="159"/>
                    <a:pt x="296" y="159"/>
                  </a:cubicBezTo>
                  <a:cubicBezTo>
                    <a:pt x="401" y="228"/>
                    <a:pt x="401" y="228"/>
                    <a:pt x="401" y="228"/>
                  </a:cubicBezTo>
                  <a:cubicBezTo>
                    <a:pt x="474" y="276"/>
                    <a:pt x="474" y="276"/>
                    <a:pt x="474" y="276"/>
                  </a:cubicBezTo>
                  <a:cubicBezTo>
                    <a:pt x="553" y="225"/>
                    <a:pt x="553" y="225"/>
                    <a:pt x="553" y="225"/>
                  </a:cubicBezTo>
                  <a:cubicBezTo>
                    <a:pt x="655" y="157"/>
                    <a:pt x="655" y="157"/>
                    <a:pt x="655" y="157"/>
                  </a:cubicBezTo>
                  <a:cubicBezTo>
                    <a:pt x="658" y="158"/>
                    <a:pt x="658" y="158"/>
                    <a:pt x="658" y="158"/>
                  </a:cubicBezTo>
                  <a:cubicBezTo>
                    <a:pt x="658" y="155"/>
                    <a:pt x="658" y="155"/>
                    <a:pt x="658" y="155"/>
                  </a:cubicBezTo>
                  <a:cubicBezTo>
                    <a:pt x="760" y="88"/>
                    <a:pt x="760" y="88"/>
                    <a:pt x="760" y="88"/>
                  </a:cubicBezTo>
                  <a:cubicBezTo>
                    <a:pt x="763" y="89"/>
                    <a:pt x="763" y="89"/>
                    <a:pt x="763" y="89"/>
                  </a:cubicBezTo>
                  <a:cubicBezTo>
                    <a:pt x="763" y="86"/>
                    <a:pt x="763" y="86"/>
                    <a:pt x="763" y="86"/>
                  </a:cubicBezTo>
                  <a:cubicBezTo>
                    <a:pt x="865" y="18"/>
                    <a:pt x="865" y="18"/>
                    <a:pt x="865" y="18"/>
                  </a:cubicBezTo>
                  <a:cubicBezTo>
                    <a:pt x="872" y="14"/>
                    <a:pt x="872" y="14"/>
                    <a:pt x="872" y="14"/>
                  </a:cubicBezTo>
                  <a:cubicBezTo>
                    <a:pt x="893" y="0"/>
                    <a:pt x="921" y="6"/>
                    <a:pt x="935" y="26"/>
                  </a:cubicBezTo>
                  <a:close/>
                  <a:moveTo>
                    <a:pt x="935" y="26"/>
                  </a:moveTo>
                  <a:cubicBezTo>
                    <a:pt x="935" y="26"/>
                    <a:pt x="935" y="26"/>
                    <a:pt x="935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35"/>
            <p:cNvSpPr/>
            <p:nvPr/>
          </p:nvSpPr>
          <p:spPr>
            <a:xfrm>
              <a:off x="4713585" y="2696716"/>
              <a:ext cx="267336" cy="69309"/>
            </a:xfrm>
            <a:custGeom>
              <a:avLst/>
              <a:gdLst/>
              <a:ahLst/>
              <a:cxnLst/>
              <a:rect l="l" t="t" r="r" b="b"/>
              <a:pathLst>
                <a:path w="648" h="168" extrusionOk="0">
                  <a:moveTo>
                    <a:pt x="648" y="41"/>
                  </a:moveTo>
                  <a:cubicBezTo>
                    <a:pt x="648" y="128"/>
                    <a:pt x="648" y="128"/>
                    <a:pt x="648" y="128"/>
                  </a:cubicBezTo>
                  <a:cubicBezTo>
                    <a:pt x="648" y="150"/>
                    <a:pt x="630" y="168"/>
                    <a:pt x="607" y="168"/>
                  </a:cubicBezTo>
                  <a:cubicBezTo>
                    <a:pt x="41" y="168"/>
                    <a:pt x="41" y="168"/>
                    <a:pt x="41" y="168"/>
                  </a:cubicBezTo>
                  <a:cubicBezTo>
                    <a:pt x="18" y="168"/>
                    <a:pt x="0" y="150"/>
                    <a:pt x="0" y="128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18" y="0"/>
                    <a:pt x="41" y="0"/>
                  </a:cubicBezTo>
                  <a:cubicBezTo>
                    <a:pt x="607" y="0"/>
                    <a:pt x="607" y="0"/>
                    <a:pt x="607" y="0"/>
                  </a:cubicBezTo>
                  <a:cubicBezTo>
                    <a:pt x="630" y="0"/>
                    <a:pt x="648" y="18"/>
                    <a:pt x="648" y="41"/>
                  </a:cubicBezTo>
                  <a:close/>
                  <a:moveTo>
                    <a:pt x="648" y="41"/>
                  </a:moveTo>
                  <a:cubicBezTo>
                    <a:pt x="648" y="41"/>
                    <a:pt x="648" y="41"/>
                    <a:pt x="648" y="41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35"/>
            <p:cNvSpPr/>
            <p:nvPr/>
          </p:nvSpPr>
          <p:spPr>
            <a:xfrm>
              <a:off x="4642626" y="2263533"/>
              <a:ext cx="406779" cy="634510"/>
            </a:xfrm>
            <a:custGeom>
              <a:avLst/>
              <a:gdLst/>
              <a:ahLst/>
              <a:cxnLst/>
              <a:rect l="l" t="t" r="r" b="b"/>
              <a:pathLst>
                <a:path w="986" h="1538" extrusionOk="0">
                  <a:moveTo>
                    <a:pt x="972" y="71"/>
                  </a:moveTo>
                  <a:cubicBezTo>
                    <a:pt x="953" y="41"/>
                    <a:pt x="913" y="32"/>
                    <a:pt x="882" y="50"/>
                  </a:cubicBezTo>
                  <a:cubicBezTo>
                    <a:pt x="785" y="4"/>
                    <a:pt x="785" y="4"/>
                    <a:pt x="785" y="4"/>
                  </a:cubicBezTo>
                  <a:cubicBezTo>
                    <a:pt x="778" y="0"/>
                    <a:pt x="769" y="1"/>
                    <a:pt x="763" y="6"/>
                  </a:cubicBezTo>
                  <a:cubicBezTo>
                    <a:pt x="756" y="10"/>
                    <a:pt x="752" y="18"/>
                    <a:pt x="753" y="25"/>
                  </a:cubicBezTo>
                  <a:cubicBezTo>
                    <a:pt x="757" y="109"/>
                    <a:pt x="757" y="109"/>
                    <a:pt x="757" y="109"/>
                  </a:cubicBezTo>
                  <a:cubicBezTo>
                    <a:pt x="680" y="73"/>
                    <a:pt x="680" y="73"/>
                    <a:pt x="680" y="73"/>
                  </a:cubicBezTo>
                  <a:cubicBezTo>
                    <a:pt x="673" y="69"/>
                    <a:pt x="664" y="70"/>
                    <a:pt x="658" y="75"/>
                  </a:cubicBezTo>
                  <a:cubicBezTo>
                    <a:pt x="651" y="79"/>
                    <a:pt x="647" y="87"/>
                    <a:pt x="648" y="94"/>
                  </a:cubicBezTo>
                  <a:cubicBezTo>
                    <a:pt x="652" y="178"/>
                    <a:pt x="652" y="178"/>
                    <a:pt x="652" y="178"/>
                  </a:cubicBezTo>
                  <a:cubicBezTo>
                    <a:pt x="575" y="142"/>
                    <a:pt x="575" y="142"/>
                    <a:pt x="575" y="142"/>
                  </a:cubicBezTo>
                  <a:cubicBezTo>
                    <a:pt x="568" y="138"/>
                    <a:pt x="559" y="139"/>
                    <a:pt x="553" y="144"/>
                  </a:cubicBezTo>
                  <a:cubicBezTo>
                    <a:pt x="546" y="148"/>
                    <a:pt x="542" y="156"/>
                    <a:pt x="543" y="163"/>
                  </a:cubicBezTo>
                  <a:cubicBezTo>
                    <a:pt x="548" y="270"/>
                    <a:pt x="548" y="270"/>
                    <a:pt x="548" y="270"/>
                  </a:cubicBezTo>
                  <a:cubicBezTo>
                    <a:pt x="493" y="306"/>
                    <a:pt x="493" y="306"/>
                    <a:pt x="493" y="306"/>
                  </a:cubicBezTo>
                  <a:cubicBezTo>
                    <a:pt x="444" y="274"/>
                    <a:pt x="444" y="274"/>
                    <a:pt x="444" y="274"/>
                  </a:cubicBezTo>
                  <a:cubicBezTo>
                    <a:pt x="450" y="163"/>
                    <a:pt x="450" y="163"/>
                    <a:pt x="450" y="163"/>
                  </a:cubicBezTo>
                  <a:cubicBezTo>
                    <a:pt x="450" y="156"/>
                    <a:pt x="446" y="148"/>
                    <a:pt x="440" y="144"/>
                  </a:cubicBezTo>
                  <a:cubicBezTo>
                    <a:pt x="433" y="139"/>
                    <a:pt x="425" y="138"/>
                    <a:pt x="418" y="142"/>
                  </a:cubicBezTo>
                  <a:cubicBezTo>
                    <a:pt x="340" y="178"/>
                    <a:pt x="340" y="178"/>
                    <a:pt x="340" y="178"/>
                  </a:cubicBezTo>
                  <a:cubicBezTo>
                    <a:pt x="345" y="94"/>
                    <a:pt x="345" y="94"/>
                    <a:pt x="345" y="94"/>
                  </a:cubicBezTo>
                  <a:cubicBezTo>
                    <a:pt x="345" y="87"/>
                    <a:pt x="341" y="79"/>
                    <a:pt x="335" y="75"/>
                  </a:cubicBezTo>
                  <a:cubicBezTo>
                    <a:pt x="328" y="70"/>
                    <a:pt x="320" y="69"/>
                    <a:pt x="313" y="73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40" y="25"/>
                    <a:pt x="240" y="25"/>
                    <a:pt x="240" y="25"/>
                  </a:cubicBezTo>
                  <a:cubicBezTo>
                    <a:pt x="240" y="18"/>
                    <a:pt x="236" y="10"/>
                    <a:pt x="230" y="6"/>
                  </a:cubicBezTo>
                  <a:cubicBezTo>
                    <a:pt x="223" y="1"/>
                    <a:pt x="215" y="1"/>
                    <a:pt x="208" y="4"/>
                  </a:cubicBezTo>
                  <a:cubicBezTo>
                    <a:pt x="107" y="51"/>
                    <a:pt x="107" y="51"/>
                    <a:pt x="107" y="51"/>
                  </a:cubicBezTo>
                  <a:cubicBezTo>
                    <a:pt x="92" y="42"/>
                    <a:pt x="74" y="39"/>
                    <a:pt x="57" y="42"/>
                  </a:cubicBezTo>
                  <a:cubicBezTo>
                    <a:pt x="39" y="46"/>
                    <a:pt x="24" y="56"/>
                    <a:pt x="14" y="71"/>
                  </a:cubicBezTo>
                  <a:cubicBezTo>
                    <a:pt x="4" y="86"/>
                    <a:pt x="0" y="104"/>
                    <a:pt x="4" y="122"/>
                  </a:cubicBezTo>
                  <a:cubicBezTo>
                    <a:pt x="8" y="139"/>
                    <a:pt x="18" y="155"/>
                    <a:pt x="33" y="165"/>
                  </a:cubicBezTo>
                  <a:cubicBezTo>
                    <a:pt x="48" y="174"/>
                    <a:pt x="48" y="174"/>
                    <a:pt x="48" y="174"/>
                  </a:cubicBezTo>
                  <a:cubicBezTo>
                    <a:pt x="48" y="279"/>
                    <a:pt x="48" y="279"/>
                    <a:pt x="48" y="279"/>
                  </a:cubicBezTo>
                  <a:cubicBezTo>
                    <a:pt x="48" y="504"/>
                    <a:pt x="215" y="690"/>
                    <a:pt x="432" y="720"/>
                  </a:cubicBezTo>
                  <a:cubicBezTo>
                    <a:pt x="432" y="896"/>
                    <a:pt x="432" y="896"/>
                    <a:pt x="432" y="896"/>
                  </a:cubicBezTo>
                  <a:cubicBezTo>
                    <a:pt x="410" y="877"/>
                    <a:pt x="381" y="866"/>
                    <a:pt x="350" y="866"/>
                  </a:cubicBezTo>
                  <a:cubicBezTo>
                    <a:pt x="253" y="866"/>
                    <a:pt x="253" y="866"/>
                    <a:pt x="253" y="866"/>
                  </a:cubicBezTo>
                  <a:cubicBezTo>
                    <a:pt x="241" y="866"/>
                    <a:pt x="231" y="876"/>
                    <a:pt x="231" y="888"/>
                  </a:cubicBezTo>
                  <a:cubicBezTo>
                    <a:pt x="231" y="946"/>
                    <a:pt x="231" y="946"/>
                    <a:pt x="231" y="946"/>
                  </a:cubicBezTo>
                  <a:cubicBezTo>
                    <a:pt x="231" y="977"/>
                    <a:pt x="242" y="1006"/>
                    <a:pt x="261" y="1028"/>
                  </a:cubicBezTo>
                  <a:cubicBezTo>
                    <a:pt x="213" y="1028"/>
                    <a:pt x="213" y="1028"/>
                    <a:pt x="213" y="1028"/>
                  </a:cubicBezTo>
                  <a:cubicBezTo>
                    <a:pt x="178" y="1028"/>
                    <a:pt x="150" y="1056"/>
                    <a:pt x="150" y="1091"/>
                  </a:cubicBezTo>
                  <a:cubicBezTo>
                    <a:pt x="150" y="1178"/>
                    <a:pt x="150" y="1178"/>
                    <a:pt x="150" y="1178"/>
                  </a:cubicBezTo>
                  <a:cubicBezTo>
                    <a:pt x="150" y="1210"/>
                    <a:pt x="175" y="1237"/>
                    <a:pt x="207" y="1240"/>
                  </a:cubicBezTo>
                  <a:cubicBezTo>
                    <a:pt x="207" y="1493"/>
                    <a:pt x="207" y="1493"/>
                    <a:pt x="207" y="1493"/>
                  </a:cubicBezTo>
                  <a:cubicBezTo>
                    <a:pt x="108" y="1493"/>
                    <a:pt x="108" y="1493"/>
                    <a:pt x="108" y="1493"/>
                  </a:cubicBezTo>
                  <a:cubicBezTo>
                    <a:pt x="95" y="1493"/>
                    <a:pt x="85" y="1503"/>
                    <a:pt x="85" y="1515"/>
                  </a:cubicBezTo>
                  <a:cubicBezTo>
                    <a:pt x="85" y="1528"/>
                    <a:pt x="95" y="1538"/>
                    <a:pt x="108" y="1538"/>
                  </a:cubicBezTo>
                  <a:cubicBezTo>
                    <a:pt x="882" y="1538"/>
                    <a:pt x="882" y="1538"/>
                    <a:pt x="882" y="1538"/>
                  </a:cubicBezTo>
                  <a:cubicBezTo>
                    <a:pt x="894" y="1538"/>
                    <a:pt x="904" y="1528"/>
                    <a:pt x="904" y="1515"/>
                  </a:cubicBezTo>
                  <a:cubicBezTo>
                    <a:pt x="904" y="1503"/>
                    <a:pt x="894" y="1493"/>
                    <a:pt x="882" y="1493"/>
                  </a:cubicBezTo>
                  <a:cubicBezTo>
                    <a:pt x="786" y="1493"/>
                    <a:pt x="786" y="1493"/>
                    <a:pt x="786" y="1493"/>
                  </a:cubicBezTo>
                  <a:cubicBezTo>
                    <a:pt x="786" y="1240"/>
                    <a:pt x="786" y="1240"/>
                    <a:pt x="786" y="1240"/>
                  </a:cubicBezTo>
                  <a:cubicBezTo>
                    <a:pt x="818" y="1237"/>
                    <a:pt x="843" y="1210"/>
                    <a:pt x="843" y="1178"/>
                  </a:cubicBezTo>
                  <a:cubicBezTo>
                    <a:pt x="843" y="1091"/>
                    <a:pt x="843" y="1091"/>
                    <a:pt x="843" y="1091"/>
                  </a:cubicBezTo>
                  <a:cubicBezTo>
                    <a:pt x="843" y="1056"/>
                    <a:pt x="814" y="1028"/>
                    <a:pt x="779" y="1028"/>
                  </a:cubicBezTo>
                  <a:cubicBezTo>
                    <a:pt x="732" y="1028"/>
                    <a:pt x="732" y="1028"/>
                    <a:pt x="732" y="1028"/>
                  </a:cubicBezTo>
                  <a:cubicBezTo>
                    <a:pt x="750" y="1006"/>
                    <a:pt x="762" y="977"/>
                    <a:pt x="762" y="946"/>
                  </a:cubicBezTo>
                  <a:cubicBezTo>
                    <a:pt x="762" y="888"/>
                    <a:pt x="762" y="888"/>
                    <a:pt x="762" y="888"/>
                  </a:cubicBezTo>
                  <a:cubicBezTo>
                    <a:pt x="762" y="876"/>
                    <a:pt x="752" y="866"/>
                    <a:pt x="739" y="866"/>
                  </a:cubicBezTo>
                  <a:cubicBezTo>
                    <a:pt x="642" y="866"/>
                    <a:pt x="642" y="866"/>
                    <a:pt x="642" y="866"/>
                  </a:cubicBezTo>
                  <a:cubicBezTo>
                    <a:pt x="611" y="866"/>
                    <a:pt x="583" y="877"/>
                    <a:pt x="561" y="896"/>
                  </a:cubicBezTo>
                  <a:cubicBezTo>
                    <a:pt x="561" y="863"/>
                    <a:pt x="561" y="863"/>
                    <a:pt x="561" y="863"/>
                  </a:cubicBezTo>
                  <a:cubicBezTo>
                    <a:pt x="561" y="850"/>
                    <a:pt x="551" y="840"/>
                    <a:pt x="538" y="840"/>
                  </a:cubicBezTo>
                  <a:cubicBezTo>
                    <a:pt x="526" y="840"/>
                    <a:pt x="516" y="850"/>
                    <a:pt x="516" y="863"/>
                  </a:cubicBezTo>
                  <a:cubicBezTo>
                    <a:pt x="516" y="1028"/>
                    <a:pt x="516" y="1028"/>
                    <a:pt x="516" y="1028"/>
                  </a:cubicBezTo>
                  <a:cubicBezTo>
                    <a:pt x="477" y="1028"/>
                    <a:pt x="477" y="1028"/>
                    <a:pt x="477" y="1028"/>
                  </a:cubicBezTo>
                  <a:cubicBezTo>
                    <a:pt x="477" y="724"/>
                    <a:pt x="477" y="724"/>
                    <a:pt x="477" y="724"/>
                  </a:cubicBezTo>
                  <a:cubicBezTo>
                    <a:pt x="482" y="725"/>
                    <a:pt x="488" y="725"/>
                    <a:pt x="493" y="725"/>
                  </a:cubicBezTo>
                  <a:cubicBezTo>
                    <a:pt x="501" y="725"/>
                    <a:pt x="508" y="725"/>
                    <a:pt x="516" y="724"/>
                  </a:cubicBezTo>
                  <a:cubicBezTo>
                    <a:pt x="516" y="773"/>
                    <a:pt x="516" y="773"/>
                    <a:pt x="516" y="773"/>
                  </a:cubicBezTo>
                  <a:cubicBezTo>
                    <a:pt x="516" y="785"/>
                    <a:pt x="526" y="795"/>
                    <a:pt x="538" y="795"/>
                  </a:cubicBezTo>
                  <a:cubicBezTo>
                    <a:pt x="551" y="795"/>
                    <a:pt x="561" y="785"/>
                    <a:pt x="561" y="773"/>
                  </a:cubicBezTo>
                  <a:cubicBezTo>
                    <a:pt x="561" y="720"/>
                    <a:pt x="561" y="720"/>
                    <a:pt x="561" y="720"/>
                  </a:cubicBezTo>
                  <a:cubicBezTo>
                    <a:pt x="774" y="687"/>
                    <a:pt x="939" y="502"/>
                    <a:pt x="939" y="279"/>
                  </a:cubicBezTo>
                  <a:cubicBezTo>
                    <a:pt x="939" y="174"/>
                    <a:pt x="939" y="174"/>
                    <a:pt x="939" y="174"/>
                  </a:cubicBezTo>
                  <a:cubicBezTo>
                    <a:pt x="953" y="165"/>
                    <a:pt x="953" y="165"/>
                    <a:pt x="953" y="165"/>
                  </a:cubicBezTo>
                  <a:cubicBezTo>
                    <a:pt x="968" y="155"/>
                    <a:pt x="979" y="139"/>
                    <a:pt x="982" y="122"/>
                  </a:cubicBezTo>
                  <a:cubicBezTo>
                    <a:pt x="986" y="104"/>
                    <a:pt x="982" y="86"/>
                    <a:pt x="972" y="71"/>
                  </a:cubicBezTo>
                  <a:close/>
                  <a:moveTo>
                    <a:pt x="252" y="1493"/>
                  </a:moveTo>
                  <a:cubicBezTo>
                    <a:pt x="252" y="1241"/>
                    <a:pt x="252" y="1241"/>
                    <a:pt x="252" y="1241"/>
                  </a:cubicBezTo>
                  <a:cubicBezTo>
                    <a:pt x="741" y="1241"/>
                    <a:pt x="741" y="1241"/>
                    <a:pt x="741" y="1241"/>
                  </a:cubicBezTo>
                  <a:cubicBezTo>
                    <a:pt x="741" y="1493"/>
                    <a:pt x="741" y="1493"/>
                    <a:pt x="741" y="1493"/>
                  </a:cubicBezTo>
                  <a:lnTo>
                    <a:pt x="252" y="1493"/>
                  </a:lnTo>
                  <a:close/>
                  <a:moveTo>
                    <a:pt x="798" y="1091"/>
                  </a:moveTo>
                  <a:cubicBezTo>
                    <a:pt x="798" y="1178"/>
                    <a:pt x="798" y="1178"/>
                    <a:pt x="798" y="1178"/>
                  </a:cubicBezTo>
                  <a:cubicBezTo>
                    <a:pt x="798" y="1188"/>
                    <a:pt x="789" y="1196"/>
                    <a:pt x="779" y="1196"/>
                  </a:cubicBezTo>
                  <a:cubicBezTo>
                    <a:pt x="213" y="1196"/>
                    <a:pt x="213" y="1196"/>
                    <a:pt x="213" y="1196"/>
                  </a:cubicBezTo>
                  <a:cubicBezTo>
                    <a:pt x="203" y="1196"/>
                    <a:pt x="195" y="1188"/>
                    <a:pt x="195" y="1178"/>
                  </a:cubicBezTo>
                  <a:cubicBezTo>
                    <a:pt x="195" y="1091"/>
                    <a:pt x="195" y="1091"/>
                    <a:pt x="195" y="1091"/>
                  </a:cubicBezTo>
                  <a:cubicBezTo>
                    <a:pt x="195" y="1081"/>
                    <a:pt x="203" y="1073"/>
                    <a:pt x="213" y="1073"/>
                  </a:cubicBezTo>
                  <a:cubicBezTo>
                    <a:pt x="779" y="1073"/>
                    <a:pt x="779" y="1073"/>
                    <a:pt x="779" y="1073"/>
                  </a:cubicBezTo>
                  <a:cubicBezTo>
                    <a:pt x="789" y="1073"/>
                    <a:pt x="798" y="1081"/>
                    <a:pt x="798" y="1091"/>
                  </a:cubicBezTo>
                  <a:close/>
                  <a:moveTo>
                    <a:pt x="561" y="993"/>
                  </a:moveTo>
                  <a:cubicBezTo>
                    <a:pt x="561" y="947"/>
                    <a:pt x="597" y="911"/>
                    <a:pt x="642" y="911"/>
                  </a:cubicBezTo>
                  <a:cubicBezTo>
                    <a:pt x="717" y="911"/>
                    <a:pt x="717" y="911"/>
                    <a:pt x="717" y="911"/>
                  </a:cubicBezTo>
                  <a:cubicBezTo>
                    <a:pt x="717" y="946"/>
                    <a:pt x="717" y="946"/>
                    <a:pt x="717" y="946"/>
                  </a:cubicBezTo>
                  <a:cubicBezTo>
                    <a:pt x="717" y="991"/>
                    <a:pt x="680" y="1028"/>
                    <a:pt x="635" y="1028"/>
                  </a:cubicBezTo>
                  <a:cubicBezTo>
                    <a:pt x="561" y="1028"/>
                    <a:pt x="561" y="1028"/>
                    <a:pt x="561" y="1028"/>
                  </a:cubicBezTo>
                  <a:lnTo>
                    <a:pt x="561" y="993"/>
                  </a:lnTo>
                  <a:close/>
                  <a:moveTo>
                    <a:pt x="357" y="1028"/>
                  </a:moveTo>
                  <a:cubicBezTo>
                    <a:pt x="312" y="1028"/>
                    <a:pt x="276" y="991"/>
                    <a:pt x="276" y="946"/>
                  </a:cubicBezTo>
                  <a:cubicBezTo>
                    <a:pt x="276" y="911"/>
                    <a:pt x="276" y="911"/>
                    <a:pt x="276" y="911"/>
                  </a:cubicBezTo>
                  <a:cubicBezTo>
                    <a:pt x="350" y="911"/>
                    <a:pt x="350" y="911"/>
                    <a:pt x="350" y="911"/>
                  </a:cubicBezTo>
                  <a:cubicBezTo>
                    <a:pt x="395" y="911"/>
                    <a:pt x="432" y="947"/>
                    <a:pt x="432" y="993"/>
                  </a:cubicBezTo>
                  <a:cubicBezTo>
                    <a:pt x="432" y="1028"/>
                    <a:pt x="432" y="1028"/>
                    <a:pt x="432" y="1028"/>
                  </a:cubicBezTo>
                  <a:lnTo>
                    <a:pt x="357" y="1028"/>
                  </a:lnTo>
                  <a:close/>
                  <a:moveTo>
                    <a:pt x="838" y="79"/>
                  </a:moveTo>
                  <a:cubicBezTo>
                    <a:pt x="802" y="103"/>
                    <a:pt x="802" y="103"/>
                    <a:pt x="802" y="103"/>
                  </a:cubicBezTo>
                  <a:cubicBezTo>
                    <a:pt x="800" y="61"/>
                    <a:pt x="800" y="61"/>
                    <a:pt x="800" y="61"/>
                  </a:cubicBezTo>
                  <a:lnTo>
                    <a:pt x="838" y="79"/>
                  </a:lnTo>
                  <a:close/>
                  <a:moveTo>
                    <a:pt x="733" y="148"/>
                  </a:moveTo>
                  <a:cubicBezTo>
                    <a:pt x="697" y="172"/>
                    <a:pt x="697" y="172"/>
                    <a:pt x="697" y="172"/>
                  </a:cubicBezTo>
                  <a:cubicBezTo>
                    <a:pt x="695" y="130"/>
                    <a:pt x="695" y="130"/>
                    <a:pt x="695" y="130"/>
                  </a:cubicBezTo>
                  <a:lnTo>
                    <a:pt x="733" y="148"/>
                  </a:lnTo>
                  <a:close/>
                  <a:moveTo>
                    <a:pt x="590" y="199"/>
                  </a:moveTo>
                  <a:cubicBezTo>
                    <a:pt x="629" y="217"/>
                    <a:pt x="629" y="217"/>
                    <a:pt x="629" y="217"/>
                  </a:cubicBezTo>
                  <a:cubicBezTo>
                    <a:pt x="592" y="241"/>
                    <a:pt x="592" y="241"/>
                    <a:pt x="592" y="241"/>
                  </a:cubicBezTo>
                  <a:lnTo>
                    <a:pt x="590" y="199"/>
                  </a:lnTo>
                  <a:close/>
                  <a:moveTo>
                    <a:pt x="400" y="245"/>
                  </a:moveTo>
                  <a:cubicBezTo>
                    <a:pt x="360" y="219"/>
                    <a:pt x="360" y="219"/>
                    <a:pt x="360" y="219"/>
                  </a:cubicBezTo>
                  <a:cubicBezTo>
                    <a:pt x="403" y="199"/>
                    <a:pt x="403" y="199"/>
                    <a:pt x="403" y="199"/>
                  </a:cubicBezTo>
                  <a:lnTo>
                    <a:pt x="400" y="245"/>
                  </a:lnTo>
                  <a:close/>
                  <a:moveTo>
                    <a:pt x="295" y="176"/>
                  </a:moveTo>
                  <a:cubicBezTo>
                    <a:pt x="255" y="150"/>
                    <a:pt x="255" y="150"/>
                    <a:pt x="255" y="150"/>
                  </a:cubicBezTo>
                  <a:cubicBezTo>
                    <a:pt x="298" y="130"/>
                    <a:pt x="298" y="130"/>
                    <a:pt x="298" y="130"/>
                  </a:cubicBezTo>
                  <a:lnTo>
                    <a:pt x="295" y="176"/>
                  </a:lnTo>
                  <a:close/>
                  <a:moveTo>
                    <a:pt x="190" y="107"/>
                  </a:moveTo>
                  <a:cubicBezTo>
                    <a:pt x="151" y="80"/>
                    <a:pt x="151" y="80"/>
                    <a:pt x="151" y="80"/>
                  </a:cubicBezTo>
                  <a:cubicBezTo>
                    <a:pt x="193" y="61"/>
                    <a:pt x="193" y="61"/>
                    <a:pt x="193" y="61"/>
                  </a:cubicBezTo>
                  <a:lnTo>
                    <a:pt x="190" y="107"/>
                  </a:lnTo>
                  <a:close/>
                  <a:moveTo>
                    <a:pt x="114" y="409"/>
                  </a:moveTo>
                  <a:cubicBezTo>
                    <a:pt x="129" y="404"/>
                    <a:pt x="144" y="401"/>
                    <a:pt x="160" y="401"/>
                  </a:cubicBezTo>
                  <a:cubicBezTo>
                    <a:pt x="229" y="401"/>
                    <a:pt x="285" y="457"/>
                    <a:pt x="285" y="525"/>
                  </a:cubicBezTo>
                  <a:cubicBezTo>
                    <a:pt x="285" y="554"/>
                    <a:pt x="275" y="581"/>
                    <a:pt x="257" y="603"/>
                  </a:cubicBezTo>
                  <a:cubicBezTo>
                    <a:pt x="192" y="555"/>
                    <a:pt x="141" y="488"/>
                    <a:pt x="114" y="409"/>
                  </a:cubicBezTo>
                  <a:close/>
                  <a:moveTo>
                    <a:pt x="733" y="600"/>
                  </a:moveTo>
                  <a:cubicBezTo>
                    <a:pt x="716" y="579"/>
                    <a:pt x="708" y="553"/>
                    <a:pt x="708" y="525"/>
                  </a:cubicBezTo>
                  <a:cubicBezTo>
                    <a:pt x="708" y="457"/>
                    <a:pt x="763" y="401"/>
                    <a:pt x="832" y="401"/>
                  </a:cubicBezTo>
                  <a:cubicBezTo>
                    <a:pt x="846" y="401"/>
                    <a:pt x="860" y="403"/>
                    <a:pt x="873" y="408"/>
                  </a:cubicBezTo>
                  <a:cubicBezTo>
                    <a:pt x="846" y="485"/>
                    <a:pt x="797" y="552"/>
                    <a:pt x="733" y="600"/>
                  </a:cubicBezTo>
                  <a:close/>
                  <a:moveTo>
                    <a:pt x="938" y="113"/>
                  </a:moveTo>
                  <a:cubicBezTo>
                    <a:pt x="937" y="119"/>
                    <a:pt x="934" y="124"/>
                    <a:pt x="928" y="127"/>
                  </a:cubicBezTo>
                  <a:cubicBezTo>
                    <a:pt x="904" y="143"/>
                    <a:pt x="904" y="143"/>
                    <a:pt x="904" y="143"/>
                  </a:cubicBezTo>
                  <a:cubicBezTo>
                    <a:pt x="904" y="143"/>
                    <a:pt x="904" y="143"/>
                    <a:pt x="904" y="143"/>
                  </a:cubicBezTo>
                  <a:cubicBezTo>
                    <a:pt x="505" y="406"/>
                    <a:pt x="505" y="406"/>
                    <a:pt x="505" y="406"/>
                  </a:cubicBezTo>
                  <a:cubicBezTo>
                    <a:pt x="498" y="411"/>
                    <a:pt x="488" y="411"/>
                    <a:pt x="481" y="406"/>
                  </a:cubicBezTo>
                  <a:cubicBezTo>
                    <a:pt x="286" y="278"/>
                    <a:pt x="286" y="278"/>
                    <a:pt x="286" y="278"/>
                  </a:cubicBezTo>
                  <a:cubicBezTo>
                    <a:pt x="276" y="271"/>
                    <a:pt x="262" y="274"/>
                    <a:pt x="255" y="284"/>
                  </a:cubicBezTo>
                  <a:cubicBezTo>
                    <a:pt x="248" y="294"/>
                    <a:pt x="251" y="308"/>
                    <a:pt x="261" y="315"/>
                  </a:cubicBezTo>
                  <a:cubicBezTo>
                    <a:pt x="456" y="444"/>
                    <a:pt x="456" y="444"/>
                    <a:pt x="456" y="444"/>
                  </a:cubicBezTo>
                  <a:cubicBezTo>
                    <a:pt x="467" y="451"/>
                    <a:pt x="480" y="455"/>
                    <a:pt x="493" y="455"/>
                  </a:cubicBezTo>
                  <a:cubicBezTo>
                    <a:pt x="506" y="455"/>
                    <a:pt x="519" y="451"/>
                    <a:pt x="530" y="444"/>
                  </a:cubicBezTo>
                  <a:cubicBezTo>
                    <a:pt x="894" y="204"/>
                    <a:pt x="894" y="204"/>
                    <a:pt x="894" y="204"/>
                  </a:cubicBezTo>
                  <a:cubicBezTo>
                    <a:pt x="894" y="279"/>
                    <a:pt x="894" y="279"/>
                    <a:pt x="894" y="279"/>
                  </a:cubicBezTo>
                  <a:cubicBezTo>
                    <a:pt x="894" y="308"/>
                    <a:pt x="890" y="337"/>
                    <a:pt x="885" y="364"/>
                  </a:cubicBezTo>
                  <a:cubicBezTo>
                    <a:pt x="868" y="359"/>
                    <a:pt x="850" y="356"/>
                    <a:pt x="832" y="356"/>
                  </a:cubicBezTo>
                  <a:cubicBezTo>
                    <a:pt x="739" y="356"/>
                    <a:pt x="663" y="432"/>
                    <a:pt x="663" y="525"/>
                  </a:cubicBezTo>
                  <a:cubicBezTo>
                    <a:pt x="663" y="562"/>
                    <a:pt x="674" y="596"/>
                    <a:pt x="695" y="625"/>
                  </a:cubicBezTo>
                  <a:cubicBezTo>
                    <a:pt x="636" y="660"/>
                    <a:pt x="567" y="680"/>
                    <a:pt x="493" y="680"/>
                  </a:cubicBezTo>
                  <a:cubicBezTo>
                    <a:pt x="421" y="680"/>
                    <a:pt x="354" y="661"/>
                    <a:pt x="295" y="627"/>
                  </a:cubicBezTo>
                  <a:cubicBezTo>
                    <a:pt x="317" y="598"/>
                    <a:pt x="330" y="562"/>
                    <a:pt x="330" y="525"/>
                  </a:cubicBezTo>
                  <a:cubicBezTo>
                    <a:pt x="330" y="432"/>
                    <a:pt x="254" y="356"/>
                    <a:pt x="160" y="356"/>
                  </a:cubicBezTo>
                  <a:cubicBezTo>
                    <a:pt x="140" y="356"/>
                    <a:pt x="121" y="359"/>
                    <a:pt x="102" y="366"/>
                  </a:cubicBezTo>
                  <a:cubicBezTo>
                    <a:pt x="96" y="338"/>
                    <a:pt x="93" y="309"/>
                    <a:pt x="93" y="279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186" y="266"/>
                    <a:pt x="186" y="266"/>
                    <a:pt x="186" y="266"/>
                  </a:cubicBezTo>
                  <a:cubicBezTo>
                    <a:pt x="197" y="272"/>
                    <a:pt x="210" y="270"/>
                    <a:pt x="217" y="259"/>
                  </a:cubicBezTo>
                  <a:cubicBezTo>
                    <a:pt x="224" y="249"/>
                    <a:pt x="221" y="235"/>
                    <a:pt x="211" y="228"/>
                  </a:cubicBezTo>
                  <a:cubicBezTo>
                    <a:pt x="58" y="127"/>
                    <a:pt x="58" y="127"/>
                    <a:pt x="58" y="127"/>
                  </a:cubicBezTo>
                  <a:cubicBezTo>
                    <a:pt x="58" y="127"/>
                    <a:pt x="58" y="127"/>
                    <a:pt x="58" y="127"/>
                  </a:cubicBezTo>
                  <a:cubicBezTo>
                    <a:pt x="53" y="124"/>
                    <a:pt x="49" y="119"/>
                    <a:pt x="48" y="113"/>
                  </a:cubicBezTo>
                  <a:cubicBezTo>
                    <a:pt x="47" y="107"/>
                    <a:pt x="48" y="101"/>
                    <a:pt x="51" y="96"/>
                  </a:cubicBezTo>
                  <a:cubicBezTo>
                    <a:pt x="55" y="91"/>
                    <a:pt x="60" y="87"/>
                    <a:pt x="66" y="86"/>
                  </a:cubicBezTo>
                  <a:cubicBezTo>
                    <a:pt x="71" y="85"/>
                    <a:pt x="77" y="86"/>
                    <a:pt x="82" y="89"/>
                  </a:cubicBezTo>
                  <a:cubicBezTo>
                    <a:pt x="481" y="352"/>
                    <a:pt x="481" y="352"/>
                    <a:pt x="481" y="352"/>
                  </a:cubicBezTo>
                  <a:cubicBezTo>
                    <a:pt x="488" y="357"/>
                    <a:pt x="498" y="357"/>
                    <a:pt x="505" y="352"/>
                  </a:cubicBezTo>
                  <a:cubicBezTo>
                    <a:pt x="904" y="89"/>
                    <a:pt x="904" y="89"/>
                    <a:pt x="904" y="89"/>
                  </a:cubicBezTo>
                  <a:cubicBezTo>
                    <a:pt x="914" y="83"/>
                    <a:pt x="928" y="85"/>
                    <a:pt x="935" y="96"/>
                  </a:cubicBezTo>
                  <a:cubicBezTo>
                    <a:pt x="938" y="101"/>
                    <a:pt x="939" y="107"/>
                    <a:pt x="938" y="113"/>
                  </a:cubicBezTo>
                  <a:close/>
                  <a:moveTo>
                    <a:pt x="938" y="113"/>
                  </a:moveTo>
                  <a:cubicBezTo>
                    <a:pt x="938" y="113"/>
                    <a:pt x="938" y="113"/>
                    <a:pt x="938" y="11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35"/>
            <p:cNvSpPr/>
            <p:nvPr/>
          </p:nvSpPr>
          <p:spPr>
            <a:xfrm>
              <a:off x="4809710" y="2459909"/>
              <a:ext cx="75498" cy="75498"/>
            </a:xfrm>
            <a:custGeom>
              <a:avLst/>
              <a:gdLst/>
              <a:ahLst/>
              <a:cxnLst/>
              <a:rect l="l" t="t" r="r" b="b"/>
              <a:pathLst>
                <a:path w="183" h="183" extrusionOk="0">
                  <a:moveTo>
                    <a:pt x="91" y="183"/>
                  </a:moveTo>
                  <a:cubicBezTo>
                    <a:pt x="142" y="183"/>
                    <a:pt x="183" y="142"/>
                    <a:pt x="183" y="91"/>
                  </a:cubicBezTo>
                  <a:cubicBezTo>
                    <a:pt x="183" y="41"/>
                    <a:pt x="142" y="0"/>
                    <a:pt x="91" y="0"/>
                  </a:cubicBezTo>
                  <a:cubicBezTo>
                    <a:pt x="41" y="0"/>
                    <a:pt x="0" y="41"/>
                    <a:pt x="0" y="91"/>
                  </a:cubicBezTo>
                  <a:cubicBezTo>
                    <a:pt x="0" y="142"/>
                    <a:pt x="41" y="183"/>
                    <a:pt x="91" y="183"/>
                  </a:cubicBezTo>
                  <a:close/>
                  <a:moveTo>
                    <a:pt x="91" y="45"/>
                  </a:moveTo>
                  <a:cubicBezTo>
                    <a:pt x="117" y="45"/>
                    <a:pt x="138" y="66"/>
                    <a:pt x="138" y="91"/>
                  </a:cubicBezTo>
                  <a:cubicBezTo>
                    <a:pt x="138" y="117"/>
                    <a:pt x="117" y="138"/>
                    <a:pt x="91" y="138"/>
                  </a:cubicBezTo>
                  <a:cubicBezTo>
                    <a:pt x="65" y="138"/>
                    <a:pt x="45" y="117"/>
                    <a:pt x="45" y="91"/>
                  </a:cubicBezTo>
                  <a:cubicBezTo>
                    <a:pt x="45" y="66"/>
                    <a:pt x="65" y="45"/>
                    <a:pt x="91" y="45"/>
                  </a:cubicBezTo>
                  <a:close/>
                  <a:moveTo>
                    <a:pt x="91" y="45"/>
                  </a:moveTo>
                  <a:cubicBezTo>
                    <a:pt x="91" y="45"/>
                    <a:pt x="91" y="45"/>
                    <a:pt x="91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1" name="Google Shape;1361;p35"/>
          <p:cNvGrpSpPr/>
          <p:nvPr/>
        </p:nvGrpSpPr>
        <p:grpSpPr>
          <a:xfrm>
            <a:off x="5403277" y="3554388"/>
            <a:ext cx="245642" cy="409432"/>
            <a:chOff x="1447239" y="4176598"/>
            <a:chExt cx="308209" cy="520905"/>
          </a:xfrm>
        </p:grpSpPr>
        <p:sp>
          <p:nvSpPr>
            <p:cNvPr id="1362" name="Google Shape;1362;p35"/>
            <p:cNvSpPr/>
            <p:nvPr/>
          </p:nvSpPr>
          <p:spPr>
            <a:xfrm>
              <a:off x="1507871" y="4290217"/>
              <a:ext cx="73668" cy="126169"/>
            </a:xfrm>
            <a:custGeom>
              <a:avLst/>
              <a:gdLst/>
              <a:ahLst/>
              <a:cxnLst/>
              <a:rect l="l" t="t" r="r" b="b"/>
              <a:pathLst>
                <a:path w="4462" h="7642" extrusionOk="0">
                  <a:moveTo>
                    <a:pt x="1" y="1"/>
                  </a:moveTo>
                  <a:lnTo>
                    <a:pt x="1" y="7641"/>
                  </a:lnTo>
                  <a:lnTo>
                    <a:pt x="1563" y="7641"/>
                  </a:lnTo>
                  <a:cubicBezTo>
                    <a:pt x="3165" y="7641"/>
                    <a:pt x="4462" y="6350"/>
                    <a:pt x="4462" y="4748"/>
                  </a:cubicBezTo>
                  <a:lnTo>
                    <a:pt x="4462" y="2899"/>
                  </a:lnTo>
                  <a:cubicBezTo>
                    <a:pt x="4462" y="2096"/>
                    <a:pt x="4132" y="1376"/>
                    <a:pt x="3619" y="844"/>
                  </a:cubicBezTo>
                  <a:cubicBezTo>
                    <a:pt x="3082" y="331"/>
                    <a:pt x="2367" y="1"/>
                    <a:pt x="156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5"/>
            <p:cNvSpPr/>
            <p:nvPr/>
          </p:nvSpPr>
          <p:spPr>
            <a:xfrm>
              <a:off x="1668304" y="4184408"/>
              <a:ext cx="73585" cy="126169"/>
            </a:xfrm>
            <a:custGeom>
              <a:avLst/>
              <a:gdLst/>
              <a:ahLst/>
              <a:cxnLst/>
              <a:rect l="l" t="t" r="r" b="b"/>
              <a:pathLst>
                <a:path w="4457" h="7642" extrusionOk="0">
                  <a:moveTo>
                    <a:pt x="0" y="1"/>
                  </a:moveTo>
                  <a:lnTo>
                    <a:pt x="0" y="7641"/>
                  </a:lnTo>
                  <a:lnTo>
                    <a:pt x="1563" y="7641"/>
                  </a:lnTo>
                  <a:cubicBezTo>
                    <a:pt x="3165" y="7641"/>
                    <a:pt x="4457" y="6350"/>
                    <a:pt x="4457" y="4748"/>
                  </a:cubicBezTo>
                  <a:lnTo>
                    <a:pt x="4457" y="2899"/>
                  </a:lnTo>
                  <a:cubicBezTo>
                    <a:pt x="4457" y="2096"/>
                    <a:pt x="4151" y="1376"/>
                    <a:pt x="3619" y="844"/>
                  </a:cubicBezTo>
                  <a:cubicBezTo>
                    <a:pt x="3101" y="331"/>
                    <a:pt x="2362" y="1"/>
                    <a:pt x="156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5"/>
            <p:cNvSpPr/>
            <p:nvPr/>
          </p:nvSpPr>
          <p:spPr>
            <a:xfrm>
              <a:off x="1620848" y="4184408"/>
              <a:ext cx="95642" cy="126169"/>
            </a:xfrm>
            <a:custGeom>
              <a:avLst/>
              <a:gdLst/>
              <a:ahLst/>
              <a:cxnLst/>
              <a:rect l="l" t="t" r="r" b="b"/>
              <a:pathLst>
                <a:path w="5793" h="7642" extrusionOk="0">
                  <a:moveTo>
                    <a:pt x="2894" y="1"/>
                  </a:moveTo>
                  <a:cubicBezTo>
                    <a:pt x="1292" y="1"/>
                    <a:pt x="1" y="1297"/>
                    <a:pt x="1" y="2899"/>
                  </a:cubicBezTo>
                  <a:lnTo>
                    <a:pt x="1" y="4748"/>
                  </a:lnTo>
                  <a:cubicBezTo>
                    <a:pt x="1" y="6350"/>
                    <a:pt x="1292" y="7641"/>
                    <a:pt x="2894" y="7641"/>
                  </a:cubicBezTo>
                  <a:cubicBezTo>
                    <a:pt x="4477" y="7641"/>
                    <a:pt x="5793" y="6350"/>
                    <a:pt x="5793" y="4748"/>
                  </a:cubicBezTo>
                  <a:lnTo>
                    <a:pt x="5793" y="2899"/>
                  </a:lnTo>
                  <a:cubicBezTo>
                    <a:pt x="5793" y="2096"/>
                    <a:pt x="5462" y="1376"/>
                    <a:pt x="4930" y="844"/>
                  </a:cubicBezTo>
                  <a:cubicBezTo>
                    <a:pt x="4417" y="331"/>
                    <a:pt x="3698" y="1"/>
                    <a:pt x="289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5"/>
            <p:cNvSpPr/>
            <p:nvPr/>
          </p:nvSpPr>
          <p:spPr>
            <a:xfrm>
              <a:off x="1460102" y="4290217"/>
              <a:ext cx="95642" cy="126169"/>
            </a:xfrm>
            <a:custGeom>
              <a:avLst/>
              <a:gdLst/>
              <a:ahLst/>
              <a:cxnLst/>
              <a:rect l="l" t="t" r="r" b="b"/>
              <a:pathLst>
                <a:path w="5793" h="7642" extrusionOk="0">
                  <a:moveTo>
                    <a:pt x="2894" y="1"/>
                  </a:moveTo>
                  <a:cubicBezTo>
                    <a:pt x="1292" y="1"/>
                    <a:pt x="0" y="1297"/>
                    <a:pt x="0" y="2899"/>
                  </a:cubicBezTo>
                  <a:lnTo>
                    <a:pt x="0" y="4748"/>
                  </a:lnTo>
                  <a:cubicBezTo>
                    <a:pt x="0" y="6350"/>
                    <a:pt x="1292" y="7641"/>
                    <a:pt x="2894" y="7641"/>
                  </a:cubicBezTo>
                  <a:cubicBezTo>
                    <a:pt x="4476" y="7641"/>
                    <a:pt x="5792" y="6350"/>
                    <a:pt x="5792" y="4748"/>
                  </a:cubicBezTo>
                  <a:lnTo>
                    <a:pt x="5792" y="2899"/>
                  </a:lnTo>
                  <a:cubicBezTo>
                    <a:pt x="5792" y="2096"/>
                    <a:pt x="5462" y="1376"/>
                    <a:pt x="4930" y="844"/>
                  </a:cubicBezTo>
                  <a:cubicBezTo>
                    <a:pt x="4417" y="331"/>
                    <a:pt x="3697" y="1"/>
                    <a:pt x="289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5"/>
            <p:cNvSpPr/>
            <p:nvPr/>
          </p:nvSpPr>
          <p:spPr>
            <a:xfrm>
              <a:off x="1454966" y="4440807"/>
              <a:ext cx="293003" cy="249284"/>
            </a:xfrm>
            <a:custGeom>
              <a:avLst/>
              <a:gdLst/>
              <a:ahLst/>
              <a:cxnLst/>
              <a:rect l="l" t="t" r="r" b="b"/>
              <a:pathLst>
                <a:path w="17747" h="15099" extrusionOk="0">
                  <a:moveTo>
                    <a:pt x="1110" y="0"/>
                  </a:moveTo>
                  <a:cubicBezTo>
                    <a:pt x="494" y="0"/>
                    <a:pt x="1" y="493"/>
                    <a:pt x="1" y="1129"/>
                  </a:cubicBezTo>
                  <a:lnTo>
                    <a:pt x="1" y="13965"/>
                  </a:lnTo>
                  <a:cubicBezTo>
                    <a:pt x="1" y="14581"/>
                    <a:pt x="494" y="15099"/>
                    <a:pt x="1110" y="15099"/>
                  </a:cubicBezTo>
                  <a:lnTo>
                    <a:pt x="16617" y="15099"/>
                  </a:lnTo>
                  <a:cubicBezTo>
                    <a:pt x="17234" y="15099"/>
                    <a:pt x="17746" y="14581"/>
                    <a:pt x="17746" y="13965"/>
                  </a:cubicBezTo>
                  <a:lnTo>
                    <a:pt x="17746" y="1129"/>
                  </a:lnTo>
                  <a:cubicBezTo>
                    <a:pt x="17746" y="493"/>
                    <a:pt x="17234" y="0"/>
                    <a:pt x="16617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5"/>
            <p:cNvSpPr/>
            <p:nvPr/>
          </p:nvSpPr>
          <p:spPr>
            <a:xfrm>
              <a:off x="1485497" y="4471321"/>
              <a:ext cx="231949" cy="188264"/>
            </a:xfrm>
            <a:custGeom>
              <a:avLst/>
              <a:gdLst/>
              <a:ahLst/>
              <a:cxnLst/>
              <a:rect l="l" t="t" r="r" b="b"/>
              <a:pathLst>
                <a:path w="14049" h="11403" extrusionOk="0">
                  <a:moveTo>
                    <a:pt x="370" y="1"/>
                  </a:moveTo>
                  <a:cubicBezTo>
                    <a:pt x="168" y="1"/>
                    <a:pt x="0" y="163"/>
                    <a:pt x="0" y="370"/>
                  </a:cubicBezTo>
                  <a:lnTo>
                    <a:pt x="0" y="11033"/>
                  </a:lnTo>
                  <a:cubicBezTo>
                    <a:pt x="0" y="11235"/>
                    <a:pt x="168" y="11402"/>
                    <a:pt x="370" y="11402"/>
                  </a:cubicBezTo>
                  <a:lnTo>
                    <a:pt x="13679" y="11402"/>
                  </a:lnTo>
                  <a:cubicBezTo>
                    <a:pt x="13886" y="11402"/>
                    <a:pt x="14049" y="11235"/>
                    <a:pt x="14049" y="11033"/>
                  </a:cubicBezTo>
                  <a:lnTo>
                    <a:pt x="14049" y="370"/>
                  </a:lnTo>
                  <a:cubicBezTo>
                    <a:pt x="14049" y="163"/>
                    <a:pt x="13886" y="1"/>
                    <a:pt x="1367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5"/>
            <p:cNvSpPr/>
            <p:nvPr/>
          </p:nvSpPr>
          <p:spPr>
            <a:xfrm>
              <a:off x="1553049" y="4496799"/>
              <a:ext cx="103782" cy="98977"/>
            </a:xfrm>
            <a:custGeom>
              <a:avLst/>
              <a:gdLst/>
              <a:ahLst/>
              <a:cxnLst/>
              <a:rect l="l" t="t" r="r" b="b"/>
              <a:pathLst>
                <a:path w="6286" h="5995" extrusionOk="0">
                  <a:moveTo>
                    <a:pt x="715" y="1"/>
                  </a:moveTo>
                  <a:cubicBezTo>
                    <a:pt x="326" y="1"/>
                    <a:pt x="1" y="326"/>
                    <a:pt x="1" y="715"/>
                  </a:cubicBezTo>
                  <a:lnTo>
                    <a:pt x="1" y="2524"/>
                  </a:lnTo>
                  <a:cubicBezTo>
                    <a:pt x="1" y="2628"/>
                    <a:pt x="79" y="2712"/>
                    <a:pt x="183" y="2712"/>
                  </a:cubicBezTo>
                  <a:lnTo>
                    <a:pt x="1253" y="2712"/>
                  </a:lnTo>
                  <a:cubicBezTo>
                    <a:pt x="1356" y="2712"/>
                    <a:pt x="1435" y="2628"/>
                    <a:pt x="1435" y="2524"/>
                  </a:cubicBezTo>
                  <a:lnTo>
                    <a:pt x="1435" y="1435"/>
                  </a:lnTo>
                  <a:lnTo>
                    <a:pt x="4846" y="1435"/>
                  </a:lnTo>
                  <a:lnTo>
                    <a:pt x="4846" y="3160"/>
                  </a:lnTo>
                  <a:lnTo>
                    <a:pt x="2648" y="4333"/>
                  </a:lnTo>
                  <a:cubicBezTo>
                    <a:pt x="2401" y="4457"/>
                    <a:pt x="2258" y="4703"/>
                    <a:pt x="2258" y="4969"/>
                  </a:cubicBezTo>
                  <a:lnTo>
                    <a:pt x="2258" y="5793"/>
                  </a:lnTo>
                  <a:cubicBezTo>
                    <a:pt x="2258" y="5891"/>
                    <a:pt x="2342" y="5995"/>
                    <a:pt x="2441" y="5995"/>
                  </a:cubicBezTo>
                  <a:lnTo>
                    <a:pt x="3510" y="5995"/>
                  </a:lnTo>
                  <a:cubicBezTo>
                    <a:pt x="3614" y="5995"/>
                    <a:pt x="3698" y="5891"/>
                    <a:pt x="3698" y="5793"/>
                  </a:cubicBezTo>
                  <a:lnTo>
                    <a:pt x="3698" y="5398"/>
                  </a:lnTo>
                  <a:lnTo>
                    <a:pt x="5916" y="4230"/>
                  </a:lnTo>
                  <a:cubicBezTo>
                    <a:pt x="6138" y="4107"/>
                    <a:pt x="6285" y="3860"/>
                    <a:pt x="6285" y="3594"/>
                  </a:cubicBezTo>
                  <a:lnTo>
                    <a:pt x="6285" y="715"/>
                  </a:lnTo>
                  <a:cubicBezTo>
                    <a:pt x="6285" y="326"/>
                    <a:pt x="5955" y="1"/>
                    <a:pt x="5566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5"/>
            <p:cNvSpPr/>
            <p:nvPr/>
          </p:nvSpPr>
          <p:spPr>
            <a:xfrm>
              <a:off x="1590333" y="4616131"/>
              <a:ext cx="23774" cy="24418"/>
            </a:xfrm>
            <a:custGeom>
              <a:avLst/>
              <a:gdLst/>
              <a:ahLst/>
              <a:cxnLst/>
              <a:rect l="l" t="t" r="r" b="b"/>
              <a:pathLst>
                <a:path w="1440" h="1479" extrusionOk="0">
                  <a:moveTo>
                    <a:pt x="266" y="0"/>
                  </a:moveTo>
                  <a:cubicBezTo>
                    <a:pt x="123" y="0"/>
                    <a:pt x="0" y="123"/>
                    <a:pt x="0" y="266"/>
                  </a:cubicBezTo>
                  <a:lnTo>
                    <a:pt x="0" y="1213"/>
                  </a:lnTo>
                  <a:cubicBezTo>
                    <a:pt x="0" y="1375"/>
                    <a:pt x="123" y="1479"/>
                    <a:pt x="266" y="1479"/>
                  </a:cubicBezTo>
                  <a:lnTo>
                    <a:pt x="1168" y="1479"/>
                  </a:lnTo>
                  <a:cubicBezTo>
                    <a:pt x="1316" y="1479"/>
                    <a:pt x="1440" y="1375"/>
                    <a:pt x="1440" y="1213"/>
                  </a:cubicBezTo>
                  <a:lnTo>
                    <a:pt x="1440" y="266"/>
                  </a:lnTo>
                  <a:cubicBezTo>
                    <a:pt x="1440" y="123"/>
                    <a:pt x="1316" y="0"/>
                    <a:pt x="116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5"/>
            <p:cNvSpPr/>
            <p:nvPr/>
          </p:nvSpPr>
          <p:spPr>
            <a:xfrm>
              <a:off x="1493638" y="4322135"/>
              <a:ext cx="28496" cy="64059"/>
            </a:xfrm>
            <a:custGeom>
              <a:avLst/>
              <a:gdLst/>
              <a:ahLst/>
              <a:cxnLst/>
              <a:rect l="l" t="t" r="r" b="b"/>
              <a:pathLst>
                <a:path w="1726" h="3880" extrusionOk="0">
                  <a:moveTo>
                    <a:pt x="863" y="0"/>
                  </a:moveTo>
                  <a:cubicBezTo>
                    <a:pt x="370" y="0"/>
                    <a:pt x="0" y="390"/>
                    <a:pt x="0" y="863"/>
                  </a:cubicBezTo>
                  <a:lnTo>
                    <a:pt x="0" y="3017"/>
                  </a:lnTo>
                  <a:cubicBezTo>
                    <a:pt x="0" y="3510"/>
                    <a:pt x="370" y="3880"/>
                    <a:pt x="863" y="3880"/>
                  </a:cubicBezTo>
                  <a:cubicBezTo>
                    <a:pt x="1336" y="3880"/>
                    <a:pt x="1725" y="3510"/>
                    <a:pt x="1725" y="3017"/>
                  </a:cubicBezTo>
                  <a:lnTo>
                    <a:pt x="1725" y="863"/>
                  </a:lnTo>
                  <a:cubicBezTo>
                    <a:pt x="1725" y="636"/>
                    <a:pt x="1627" y="409"/>
                    <a:pt x="1459" y="266"/>
                  </a:cubicBezTo>
                  <a:cubicBezTo>
                    <a:pt x="1316" y="104"/>
                    <a:pt x="1089" y="0"/>
                    <a:pt x="863" y="0"/>
                  </a:cubicBezTo>
                  <a:close/>
                </a:path>
              </a:pathLst>
            </a:custGeom>
            <a:solidFill>
              <a:srgbClr val="EE8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5"/>
            <p:cNvSpPr/>
            <p:nvPr/>
          </p:nvSpPr>
          <p:spPr>
            <a:xfrm>
              <a:off x="1654384" y="4216326"/>
              <a:ext cx="28496" cy="64059"/>
            </a:xfrm>
            <a:custGeom>
              <a:avLst/>
              <a:gdLst/>
              <a:ahLst/>
              <a:cxnLst/>
              <a:rect l="l" t="t" r="r" b="b"/>
              <a:pathLst>
                <a:path w="1726" h="3880" extrusionOk="0">
                  <a:moveTo>
                    <a:pt x="863" y="0"/>
                  </a:moveTo>
                  <a:cubicBezTo>
                    <a:pt x="370" y="0"/>
                    <a:pt x="1" y="390"/>
                    <a:pt x="1" y="863"/>
                  </a:cubicBezTo>
                  <a:lnTo>
                    <a:pt x="1" y="3017"/>
                  </a:lnTo>
                  <a:cubicBezTo>
                    <a:pt x="1" y="3510"/>
                    <a:pt x="370" y="3879"/>
                    <a:pt x="863" y="3879"/>
                  </a:cubicBezTo>
                  <a:cubicBezTo>
                    <a:pt x="1336" y="3879"/>
                    <a:pt x="1726" y="3510"/>
                    <a:pt x="1726" y="3017"/>
                  </a:cubicBezTo>
                  <a:lnTo>
                    <a:pt x="1726" y="863"/>
                  </a:lnTo>
                  <a:cubicBezTo>
                    <a:pt x="1726" y="636"/>
                    <a:pt x="1627" y="409"/>
                    <a:pt x="1460" y="266"/>
                  </a:cubicBezTo>
                  <a:cubicBezTo>
                    <a:pt x="1317" y="104"/>
                    <a:pt x="1090" y="0"/>
                    <a:pt x="863" y="0"/>
                  </a:cubicBezTo>
                  <a:close/>
                </a:path>
              </a:pathLst>
            </a:custGeom>
            <a:solidFill>
              <a:srgbClr val="EE8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5"/>
            <p:cNvSpPr/>
            <p:nvPr/>
          </p:nvSpPr>
          <p:spPr>
            <a:xfrm>
              <a:off x="1480445" y="4202109"/>
              <a:ext cx="54945" cy="53261"/>
            </a:xfrm>
            <a:custGeom>
              <a:avLst/>
              <a:gdLst/>
              <a:ahLst/>
              <a:cxnLst/>
              <a:rect l="l" t="t" r="r" b="b"/>
              <a:pathLst>
                <a:path w="3328" h="3226" extrusionOk="0">
                  <a:moveTo>
                    <a:pt x="1694" y="0"/>
                  </a:moveTo>
                  <a:cubicBezTo>
                    <a:pt x="1632" y="0"/>
                    <a:pt x="1569" y="31"/>
                    <a:pt x="1538" y="102"/>
                  </a:cubicBezTo>
                  <a:cubicBezTo>
                    <a:pt x="1233" y="738"/>
                    <a:pt x="760" y="1211"/>
                    <a:pt x="124" y="1517"/>
                  </a:cubicBezTo>
                  <a:cubicBezTo>
                    <a:pt x="1" y="1581"/>
                    <a:pt x="1" y="1763"/>
                    <a:pt x="143" y="1827"/>
                  </a:cubicBezTo>
                  <a:cubicBezTo>
                    <a:pt x="824" y="2074"/>
                    <a:pt x="1292" y="2483"/>
                    <a:pt x="1538" y="3119"/>
                  </a:cubicBezTo>
                  <a:cubicBezTo>
                    <a:pt x="1571" y="3190"/>
                    <a:pt x="1638" y="3226"/>
                    <a:pt x="1705" y="3226"/>
                  </a:cubicBezTo>
                  <a:cubicBezTo>
                    <a:pt x="1773" y="3226"/>
                    <a:pt x="1839" y="3190"/>
                    <a:pt x="1869" y="3119"/>
                  </a:cubicBezTo>
                  <a:cubicBezTo>
                    <a:pt x="2115" y="2419"/>
                    <a:pt x="2549" y="1990"/>
                    <a:pt x="3165" y="1783"/>
                  </a:cubicBezTo>
                  <a:cubicBezTo>
                    <a:pt x="3308" y="1743"/>
                    <a:pt x="3328" y="1536"/>
                    <a:pt x="3205" y="1477"/>
                  </a:cubicBezTo>
                  <a:cubicBezTo>
                    <a:pt x="2569" y="1167"/>
                    <a:pt x="2115" y="718"/>
                    <a:pt x="1849" y="102"/>
                  </a:cubicBezTo>
                  <a:cubicBezTo>
                    <a:pt x="1828" y="38"/>
                    <a:pt x="1762" y="0"/>
                    <a:pt x="1694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5"/>
            <p:cNvSpPr/>
            <p:nvPr/>
          </p:nvSpPr>
          <p:spPr>
            <a:xfrm>
              <a:off x="1485894" y="4314639"/>
              <a:ext cx="43718" cy="79364"/>
            </a:xfrm>
            <a:custGeom>
              <a:avLst/>
              <a:gdLst/>
              <a:ahLst/>
              <a:cxnLst/>
              <a:rect l="l" t="t" r="r" b="b"/>
              <a:pathLst>
                <a:path w="2648" h="4807" extrusionOk="0">
                  <a:moveTo>
                    <a:pt x="1332" y="927"/>
                  </a:moveTo>
                  <a:cubicBezTo>
                    <a:pt x="1539" y="927"/>
                    <a:pt x="1726" y="1110"/>
                    <a:pt x="1726" y="1317"/>
                  </a:cubicBezTo>
                  <a:lnTo>
                    <a:pt x="1726" y="3471"/>
                  </a:lnTo>
                  <a:cubicBezTo>
                    <a:pt x="1726" y="3698"/>
                    <a:pt x="1539" y="3885"/>
                    <a:pt x="1332" y="3885"/>
                  </a:cubicBezTo>
                  <a:cubicBezTo>
                    <a:pt x="1110" y="3885"/>
                    <a:pt x="923" y="3698"/>
                    <a:pt x="923" y="3471"/>
                  </a:cubicBezTo>
                  <a:lnTo>
                    <a:pt x="923" y="1317"/>
                  </a:lnTo>
                  <a:cubicBezTo>
                    <a:pt x="923" y="1110"/>
                    <a:pt x="1110" y="927"/>
                    <a:pt x="1332" y="927"/>
                  </a:cubicBezTo>
                  <a:close/>
                  <a:moveTo>
                    <a:pt x="1332" y="1"/>
                  </a:moveTo>
                  <a:cubicBezTo>
                    <a:pt x="592" y="1"/>
                    <a:pt x="1" y="597"/>
                    <a:pt x="1" y="1317"/>
                  </a:cubicBezTo>
                  <a:lnTo>
                    <a:pt x="1" y="3471"/>
                  </a:lnTo>
                  <a:cubicBezTo>
                    <a:pt x="1" y="4210"/>
                    <a:pt x="592" y="4807"/>
                    <a:pt x="1332" y="4807"/>
                  </a:cubicBezTo>
                  <a:cubicBezTo>
                    <a:pt x="2051" y="4807"/>
                    <a:pt x="2648" y="4210"/>
                    <a:pt x="2648" y="3471"/>
                  </a:cubicBezTo>
                  <a:lnTo>
                    <a:pt x="2648" y="1317"/>
                  </a:lnTo>
                  <a:cubicBezTo>
                    <a:pt x="2648" y="597"/>
                    <a:pt x="2051" y="1"/>
                    <a:pt x="13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5"/>
            <p:cNvSpPr/>
            <p:nvPr/>
          </p:nvSpPr>
          <p:spPr>
            <a:xfrm>
              <a:off x="1646657" y="4208830"/>
              <a:ext cx="43718" cy="79364"/>
            </a:xfrm>
            <a:custGeom>
              <a:avLst/>
              <a:gdLst/>
              <a:ahLst/>
              <a:cxnLst/>
              <a:rect l="l" t="t" r="r" b="b"/>
              <a:pathLst>
                <a:path w="2648" h="4807" extrusionOk="0">
                  <a:moveTo>
                    <a:pt x="1331" y="927"/>
                  </a:moveTo>
                  <a:cubicBezTo>
                    <a:pt x="1538" y="927"/>
                    <a:pt x="1726" y="1110"/>
                    <a:pt x="1726" y="1317"/>
                  </a:cubicBezTo>
                  <a:lnTo>
                    <a:pt x="1726" y="3471"/>
                  </a:lnTo>
                  <a:cubicBezTo>
                    <a:pt x="1726" y="3698"/>
                    <a:pt x="1538" y="3885"/>
                    <a:pt x="1331" y="3885"/>
                  </a:cubicBezTo>
                  <a:cubicBezTo>
                    <a:pt x="1109" y="3885"/>
                    <a:pt x="922" y="3698"/>
                    <a:pt x="922" y="3471"/>
                  </a:cubicBezTo>
                  <a:lnTo>
                    <a:pt x="922" y="1317"/>
                  </a:lnTo>
                  <a:cubicBezTo>
                    <a:pt x="922" y="1110"/>
                    <a:pt x="1109" y="927"/>
                    <a:pt x="1331" y="927"/>
                  </a:cubicBezTo>
                  <a:close/>
                  <a:moveTo>
                    <a:pt x="1331" y="1"/>
                  </a:moveTo>
                  <a:cubicBezTo>
                    <a:pt x="592" y="1"/>
                    <a:pt x="0" y="597"/>
                    <a:pt x="0" y="1317"/>
                  </a:cubicBezTo>
                  <a:lnTo>
                    <a:pt x="0" y="3471"/>
                  </a:lnTo>
                  <a:cubicBezTo>
                    <a:pt x="0" y="4210"/>
                    <a:pt x="592" y="4807"/>
                    <a:pt x="1331" y="4807"/>
                  </a:cubicBezTo>
                  <a:cubicBezTo>
                    <a:pt x="2051" y="4807"/>
                    <a:pt x="2647" y="4210"/>
                    <a:pt x="2647" y="3471"/>
                  </a:cubicBezTo>
                  <a:lnTo>
                    <a:pt x="2647" y="1317"/>
                  </a:lnTo>
                  <a:cubicBezTo>
                    <a:pt x="2647" y="597"/>
                    <a:pt x="2051" y="1"/>
                    <a:pt x="133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5"/>
            <p:cNvSpPr/>
            <p:nvPr/>
          </p:nvSpPr>
          <p:spPr>
            <a:xfrm>
              <a:off x="1447239" y="4432980"/>
              <a:ext cx="308209" cy="264523"/>
            </a:xfrm>
            <a:custGeom>
              <a:avLst/>
              <a:gdLst/>
              <a:ahLst/>
              <a:cxnLst/>
              <a:rect l="l" t="t" r="r" b="b"/>
              <a:pathLst>
                <a:path w="18668" h="16022" extrusionOk="0">
                  <a:moveTo>
                    <a:pt x="17085" y="928"/>
                  </a:moveTo>
                  <a:cubicBezTo>
                    <a:pt x="17455" y="928"/>
                    <a:pt x="17746" y="1233"/>
                    <a:pt x="17746" y="1603"/>
                  </a:cubicBezTo>
                  <a:lnTo>
                    <a:pt x="17746" y="14439"/>
                  </a:lnTo>
                  <a:cubicBezTo>
                    <a:pt x="17746" y="14809"/>
                    <a:pt x="17455" y="15100"/>
                    <a:pt x="17085" y="15100"/>
                  </a:cubicBezTo>
                  <a:lnTo>
                    <a:pt x="1578" y="15100"/>
                  </a:lnTo>
                  <a:cubicBezTo>
                    <a:pt x="1208" y="15100"/>
                    <a:pt x="922" y="14809"/>
                    <a:pt x="922" y="14439"/>
                  </a:cubicBezTo>
                  <a:lnTo>
                    <a:pt x="922" y="1603"/>
                  </a:lnTo>
                  <a:cubicBezTo>
                    <a:pt x="922" y="1233"/>
                    <a:pt x="1208" y="928"/>
                    <a:pt x="1578" y="928"/>
                  </a:cubicBezTo>
                  <a:close/>
                  <a:moveTo>
                    <a:pt x="1578" y="1"/>
                  </a:moveTo>
                  <a:cubicBezTo>
                    <a:pt x="715" y="1"/>
                    <a:pt x="0" y="721"/>
                    <a:pt x="0" y="1603"/>
                  </a:cubicBezTo>
                  <a:lnTo>
                    <a:pt x="0" y="14439"/>
                  </a:lnTo>
                  <a:cubicBezTo>
                    <a:pt x="0" y="15326"/>
                    <a:pt x="715" y="16021"/>
                    <a:pt x="1578" y="16021"/>
                  </a:cubicBezTo>
                  <a:lnTo>
                    <a:pt x="17085" y="16021"/>
                  </a:lnTo>
                  <a:cubicBezTo>
                    <a:pt x="17948" y="16021"/>
                    <a:pt x="18668" y="15326"/>
                    <a:pt x="18668" y="14439"/>
                  </a:cubicBezTo>
                  <a:lnTo>
                    <a:pt x="18668" y="1603"/>
                  </a:lnTo>
                  <a:cubicBezTo>
                    <a:pt x="18668" y="721"/>
                    <a:pt x="17948" y="1"/>
                    <a:pt x="17085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5"/>
            <p:cNvSpPr/>
            <p:nvPr/>
          </p:nvSpPr>
          <p:spPr>
            <a:xfrm>
              <a:off x="1477753" y="4463511"/>
              <a:ext cx="247188" cy="203469"/>
            </a:xfrm>
            <a:custGeom>
              <a:avLst/>
              <a:gdLst/>
              <a:ahLst/>
              <a:cxnLst/>
              <a:rect l="l" t="t" r="r" b="b"/>
              <a:pathLst>
                <a:path w="14972" h="12324" extrusionOk="0">
                  <a:moveTo>
                    <a:pt x="469" y="1"/>
                  </a:moveTo>
                  <a:cubicBezTo>
                    <a:pt x="203" y="1"/>
                    <a:pt x="1" y="208"/>
                    <a:pt x="1" y="474"/>
                  </a:cubicBezTo>
                  <a:lnTo>
                    <a:pt x="1" y="7621"/>
                  </a:lnTo>
                  <a:cubicBezTo>
                    <a:pt x="1" y="7868"/>
                    <a:pt x="203" y="8075"/>
                    <a:pt x="469" y="8075"/>
                  </a:cubicBezTo>
                  <a:cubicBezTo>
                    <a:pt x="716" y="8075"/>
                    <a:pt x="923" y="7868"/>
                    <a:pt x="923" y="7621"/>
                  </a:cubicBezTo>
                  <a:lnTo>
                    <a:pt x="923" y="927"/>
                  </a:lnTo>
                  <a:lnTo>
                    <a:pt x="14050" y="927"/>
                  </a:lnTo>
                  <a:lnTo>
                    <a:pt x="14050" y="11402"/>
                  </a:lnTo>
                  <a:lnTo>
                    <a:pt x="923" y="11402"/>
                  </a:lnTo>
                  <a:lnTo>
                    <a:pt x="923" y="9470"/>
                  </a:lnTo>
                  <a:cubicBezTo>
                    <a:pt x="923" y="9204"/>
                    <a:pt x="716" y="8997"/>
                    <a:pt x="469" y="8997"/>
                  </a:cubicBezTo>
                  <a:cubicBezTo>
                    <a:pt x="203" y="8997"/>
                    <a:pt x="1" y="9204"/>
                    <a:pt x="1" y="9470"/>
                  </a:cubicBezTo>
                  <a:lnTo>
                    <a:pt x="1" y="11875"/>
                  </a:lnTo>
                  <a:cubicBezTo>
                    <a:pt x="1" y="12122"/>
                    <a:pt x="203" y="12324"/>
                    <a:pt x="469" y="12324"/>
                  </a:cubicBezTo>
                  <a:lnTo>
                    <a:pt x="14518" y="12324"/>
                  </a:lnTo>
                  <a:cubicBezTo>
                    <a:pt x="14764" y="12324"/>
                    <a:pt x="14971" y="12122"/>
                    <a:pt x="14971" y="11875"/>
                  </a:cubicBezTo>
                  <a:lnTo>
                    <a:pt x="14971" y="474"/>
                  </a:lnTo>
                  <a:cubicBezTo>
                    <a:pt x="14971" y="208"/>
                    <a:pt x="14764" y="1"/>
                    <a:pt x="1451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5"/>
            <p:cNvSpPr/>
            <p:nvPr/>
          </p:nvSpPr>
          <p:spPr>
            <a:xfrm>
              <a:off x="1685312" y="4485901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3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3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5"/>
            <p:cNvSpPr/>
            <p:nvPr/>
          </p:nvSpPr>
          <p:spPr>
            <a:xfrm>
              <a:off x="1501118" y="4485901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8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8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5"/>
            <p:cNvSpPr/>
            <p:nvPr/>
          </p:nvSpPr>
          <p:spPr>
            <a:xfrm>
              <a:off x="1685312" y="4626303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3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3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5"/>
            <p:cNvSpPr/>
            <p:nvPr/>
          </p:nvSpPr>
          <p:spPr>
            <a:xfrm>
              <a:off x="1501118" y="4626303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8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8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5"/>
            <p:cNvSpPr/>
            <p:nvPr/>
          </p:nvSpPr>
          <p:spPr>
            <a:xfrm>
              <a:off x="1545569" y="4489319"/>
              <a:ext cx="118988" cy="113952"/>
            </a:xfrm>
            <a:custGeom>
              <a:avLst/>
              <a:gdLst/>
              <a:ahLst/>
              <a:cxnLst/>
              <a:rect l="l" t="t" r="r" b="b"/>
              <a:pathLst>
                <a:path w="7207" h="6902" extrusionOk="0">
                  <a:moveTo>
                    <a:pt x="6019" y="922"/>
                  </a:moveTo>
                  <a:cubicBezTo>
                    <a:pt x="6162" y="922"/>
                    <a:pt x="6285" y="1025"/>
                    <a:pt x="6285" y="1168"/>
                  </a:cubicBezTo>
                  <a:lnTo>
                    <a:pt x="6285" y="4047"/>
                  </a:lnTo>
                  <a:cubicBezTo>
                    <a:pt x="6285" y="4126"/>
                    <a:pt x="6221" y="4229"/>
                    <a:pt x="6142" y="4274"/>
                  </a:cubicBezTo>
                  <a:lnTo>
                    <a:pt x="3924" y="5442"/>
                  </a:lnTo>
                  <a:cubicBezTo>
                    <a:pt x="3781" y="5526"/>
                    <a:pt x="3677" y="5689"/>
                    <a:pt x="3677" y="5851"/>
                  </a:cubicBezTo>
                  <a:lnTo>
                    <a:pt x="3677" y="5974"/>
                  </a:lnTo>
                  <a:lnTo>
                    <a:pt x="3184" y="5974"/>
                  </a:lnTo>
                  <a:lnTo>
                    <a:pt x="3184" y="5422"/>
                  </a:lnTo>
                  <a:cubicBezTo>
                    <a:pt x="3184" y="5319"/>
                    <a:pt x="3224" y="5235"/>
                    <a:pt x="3308" y="5196"/>
                  </a:cubicBezTo>
                  <a:lnTo>
                    <a:pt x="5526" y="4027"/>
                  </a:lnTo>
                  <a:cubicBezTo>
                    <a:pt x="5669" y="3944"/>
                    <a:pt x="5772" y="3781"/>
                    <a:pt x="5772" y="3613"/>
                  </a:cubicBezTo>
                  <a:lnTo>
                    <a:pt x="5772" y="1888"/>
                  </a:lnTo>
                  <a:cubicBezTo>
                    <a:pt x="5772" y="1642"/>
                    <a:pt x="5565" y="1439"/>
                    <a:pt x="5299" y="1439"/>
                  </a:cubicBezTo>
                  <a:lnTo>
                    <a:pt x="1888" y="1439"/>
                  </a:lnTo>
                  <a:cubicBezTo>
                    <a:pt x="1622" y="1439"/>
                    <a:pt x="1415" y="1642"/>
                    <a:pt x="1415" y="1888"/>
                  </a:cubicBezTo>
                  <a:lnTo>
                    <a:pt x="1415" y="2692"/>
                  </a:lnTo>
                  <a:lnTo>
                    <a:pt x="922" y="2692"/>
                  </a:lnTo>
                  <a:lnTo>
                    <a:pt x="922" y="1168"/>
                  </a:lnTo>
                  <a:cubicBezTo>
                    <a:pt x="922" y="1025"/>
                    <a:pt x="1025" y="922"/>
                    <a:pt x="1168" y="922"/>
                  </a:cubicBezTo>
                  <a:close/>
                  <a:moveTo>
                    <a:pt x="1168" y="0"/>
                  </a:moveTo>
                  <a:cubicBezTo>
                    <a:pt x="513" y="0"/>
                    <a:pt x="0" y="532"/>
                    <a:pt x="0" y="1168"/>
                  </a:cubicBezTo>
                  <a:lnTo>
                    <a:pt x="0" y="2977"/>
                  </a:lnTo>
                  <a:cubicBezTo>
                    <a:pt x="0" y="3327"/>
                    <a:pt x="286" y="3613"/>
                    <a:pt x="636" y="3613"/>
                  </a:cubicBezTo>
                  <a:lnTo>
                    <a:pt x="1706" y="3613"/>
                  </a:lnTo>
                  <a:cubicBezTo>
                    <a:pt x="2056" y="3613"/>
                    <a:pt x="2341" y="3327"/>
                    <a:pt x="2341" y="2977"/>
                  </a:cubicBezTo>
                  <a:lnTo>
                    <a:pt x="2341" y="2361"/>
                  </a:lnTo>
                  <a:lnTo>
                    <a:pt x="4846" y="2361"/>
                  </a:lnTo>
                  <a:lnTo>
                    <a:pt x="4846" y="3327"/>
                  </a:lnTo>
                  <a:lnTo>
                    <a:pt x="2874" y="4372"/>
                  </a:lnTo>
                  <a:cubicBezTo>
                    <a:pt x="2484" y="4579"/>
                    <a:pt x="2258" y="4989"/>
                    <a:pt x="2258" y="5422"/>
                  </a:cubicBezTo>
                  <a:lnTo>
                    <a:pt x="2258" y="6246"/>
                  </a:lnTo>
                  <a:cubicBezTo>
                    <a:pt x="2258" y="6615"/>
                    <a:pt x="2548" y="6901"/>
                    <a:pt x="2894" y="6901"/>
                  </a:cubicBezTo>
                  <a:lnTo>
                    <a:pt x="3963" y="6901"/>
                  </a:lnTo>
                  <a:cubicBezTo>
                    <a:pt x="4313" y="6901"/>
                    <a:pt x="4599" y="6615"/>
                    <a:pt x="4599" y="6246"/>
                  </a:cubicBezTo>
                  <a:lnTo>
                    <a:pt x="4599" y="6122"/>
                  </a:lnTo>
                  <a:lnTo>
                    <a:pt x="6571" y="5072"/>
                  </a:lnTo>
                  <a:cubicBezTo>
                    <a:pt x="6960" y="4865"/>
                    <a:pt x="7207" y="4476"/>
                    <a:pt x="7207" y="4047"/>
                  </a:cubicBezTo>
                  <a:lnTo>
                    <a:pt x="7207" y="1168"/>
                  </a:lnTo>
                  <a:cubicBezTo>
                    <a:pt x="7207" y="532"/>
                    <a:pt x="6674" y="0"/>
                    <a:pt x="601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5"/>
            <p:cNvSpPr/>
            <p:nvPr/>
          </p:nvSpPr>
          <p:spPr>
            <a:xfrm>
              <a:off x="1582837" y="4608718"/>
              <a:ext cx="38683" cy="39657"/>
            </a:xfrm>
            <a:custGeom>
              <a:avLst/>
              <a:gdLst/>
              <a:ahLst/>
              <a:cxnLst/>
              <a:rect l="l" t="t" r="r" b="b"/>
              <a:pathLst>
                <a:path w="2343" h="2402" extrusionOk="0">
                  <a:moveTo>
                    <a:pt x="1420" y="922"/>
                  </a:moveTo>
                  <a:lnTo>
                    <a:pt x="1420" y="1479"/>
                  </a:lnTo>
                  <a:lnTo>
                    <a:pt x="927" y="1479"/>
                  </a:lnTo>
                  <a:lnTo>
                    <a:pt x="927" y="922"/>
                  </a:lnTo>
                  <a:close/>
                  <a:moveTo>
                    <a:pt x="720" y="0"/>
                  </a:moveTo>
                  <a:cubicBezTo>
                    <a:pt x="331" y="0"/>
                    <a:pt x="1" y="326"/>
                    <a:pt x="1" y="715"/>
                  </a:cubicBezTo>
                  <a:lnTo>
                    <a:pt x="1" y="1662"/>
                  </a:lnTo>
                  <a:cubicBezTo>
                    <a:pt x="1" y="2071"/>
                    <a:pt x="331" y="2401"/>
                    <a:pt x="720" y="2401"/>
                  </a:cubicBezTo>
                  <a:lnTo>
                    <a:pt x="1622" y="2401"/>
                  </a:lnTo>
                  <a:cubicBezTo>
                    <a:pt x="2017" y="2401"/>
                    <a:pt x="2342" y="2071"/>
                    <a:pt x="2342" y="1662"/>
                  </a:cubicBezTo>
                  <a:lnTo>
                    <a:pt x="2342" y="715"/>
                  </a:lnTo>
                  <a:cubicBezTo>
                    <a:pt x="2342" y="326"/>
                    <a:pt x="2017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5"/>
            <p:cNvSpPr/>
            <p:nvPr/>
          </p:nvSpPr>
          <p:spPr>
            <a:xfrm>
              <a:off x="1452275" y="4282407"/>
              <a:ext cx="136340" cy="141458"/>
            </a:xfrm>
            <a:custGeom>
              <a:avLst/>
              <a:gdLst/>
              <a:ahLst/>
              <a:cxnLst/>
              <a:rect l="l" t="t" r="r" b="b"/>
              <a:pathLst>
                <a:path w="8258" h="8568" extrusionOk="0">
                  <a:moveTo>
                    <a:pt x="5857" y="1130"/>
                  </a:moveTo>
                  <a:lnTo>
                    <a:pt x="5857" y="1130"/>
                  </a:lnTo>
                  <a:cubicBezTo>
                    <a:pt x="6739" y="1499"/>
                    <a:pt x="7336" y="2362"/>
                    <a:pt x="7336" y="3372"/>
                  </a:cubicBezTo>
                  <a:lnTo>
                    <a:pt x="7336" y="5221"/>
                  </a:lnTo>
                  <a:cubicBezTo>
                    <a:pt x="7336" y="6226"/>
                    <a:pt x="6739" y="7089"/>
                    <a:pt x="5857" y="7459"/>
                  </a:cubicBezTo>
                  <a:cubicBezTo>
                    <a:pt x="6389" y="6862"/>
                    <a:pt x="6720" y="6084"/>
                    <a:pt x="6720" y="5221"/>
                  </a:cubicBezTo>
                  <a:lnTo>
                    <a:pt x="6720" y="3372"/>
                  </a:lnTo>
                  <a:cubicBezTo>
                    <a:pt x="6720" y="2510"/>
                    <a:pt x="6389" y="1726"/>
                    <a:pt x="5857" y="1130"/>
                  </a:cubicBezTo>
                  <a:close/>
                  <a:moveTo>
                    <a:pt x="3368" y="927"/>
                  </a:moveTo>
                  <a:cubicBezTo>
                    <a:pt x="4704" y="927"/>
                    <a:pt x="5793" y="2037"/>
                    <a:pt x="5793" y="3372"/>
                  </a:cubicBezTo>
                  <a:lnTo>
                    <a:pt x="5793" y="5221"/>
                  </a:lnTo>
                  <a:cubicBezTo>
                    <a:pt x="5793" y="6552"/>
                    <a:pt x="4704" y="7641"/>
                    <a:pt x="3368" y="7641"/>
                  </a:cubicBezTo>
                  <a:cubicBezTo>
                    <a:pt x="2012" y="7641"/>
                    <a:pt x="928" y="6552"/>
                    <a:pt x="928" y="5221"/>
                  </a:cubicBezTo>
                  <a:lnTo>
                    <a:pt x="928" y="3372"/>
                  </a:lnTo>
                  <a:cubicBezTo>
                    <a:pt x="928" y="2037"/>
                    <a:pt x="2012" y="927"/>
                    <a:pt x="3368" y="927"/>
                  </a:cubicBezTo>
                  <a:close/>
                  <a:moveTo>
                    <a:pt x="3368" y="1"/>
                  </a:moveTo>
                  <a:cubicBezTo>
                    <a:pt x="1499" y="1"/>
                    <a:pt x="1" y="1524"/>
                    <a:pt x="1" y="3372"/>
                  </a:cubicBezTo>
                  <a:lnTo>
                    <a:pt x="1" y="5221"/>
                  </a:lnTo>
                  <a:cubicBezTo>
                    <a:pt x="1" y="7069"/>
                    <a:pt x="1499" y="8568"/>
                    <a:pt x="3368" y="8568"/>
                  </a:cubicBezTo>
                  <a:lnTo>
                    <a:pt x="4911" y="8568"/>
                  </a:lnTo>
                  <a:cubicBezTo>
                    <a:pt x="6759" y="8568"/>
                    <a:pt x="8258" y="7069"/>
                    <a:pt x="8258" y="5221"/>
                  </a:cubicBezTo>
                  <a:lnTo>
                    <a:pt x="8258" y="3372"/>
                  </a:lnTo>
                  <a:cubicBezTo>
                    <a:pt x="8258" y="1524"/>
                    <a:pt x="6759" y="1"/>
                    <a:pt x="491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5"/>
            <p:cNvSpPr/>
            <p:nvPr/>
          </p:nvSpPr>
          <p:spPr>
            <a:xfrm>
              <a:off x="1613038" y="4176598"/>
              <a:ext cx="136340" cy="141458"/>
            </a:xfrm>
            <a:custGeom>
              <a:avLst/>
              <a:gdLst/>
              <a:ahLst/>
              <a:cxnLst/>
              <a:rect l="l" t="t" r="r" b="b"/>
              <a:pathLst>
                <a:path w="8258" h="8568" extrusionOk="0">
                  <a:moveTo>
                    <a:pt x="3367" y="927"/>
                  </a:moveTo>
                  <a:cubicBezTo>
                    <a:pt x="4560" y="927"/>
                    <a:pt x="5585" y="1829"/>
                    <a:pt x="5773" y="3003"/>
                  </a:cubicBezTo>
                  <a:cubicBezTo>
                    <a:pt x="5808" y="3242"/>
                    <a:pt x="5995" y="3398"/>
                    <a:pt x="6212" y="3398"/>
                  </a:cubicBezTo>
                  <a:cubicBezTo>
                    <a:pt x="6236" y="3398"/>
                    <a:pt x="6261" y="3396"/>
                    <a:pt x="6285" y="3392"/>
                  </a:cubicBezTo>
                  <a:cubicBezTo>
                    <a:pt x="6552" y="3348"/>
                    <a:pt x="6719" y="3126"/>
                    <a:pt x="6675" y="2879"/>
                  </a:cubicBezTo>
                  <a:cubicBezTo>
                    <a:pt x="6571" y="2199"/>
                    <a:pt x="6285" y="1603"/>
                    <a:pt x="5857" y="1129"/>
                  </a:cubicBezTo>
                  <a:lnTo>
                    <a:pt x="5857" y="1129"/>
                  </a:lnTo>
                  <a:cubicBezTo>
                    <a:pt x="6719" y="1499"/>
                    <a:pt x="7335" y="2362"/>
                    <a:pt x="7335" y="3372"/>
                  </a:cubicBezTo>
                  <a:lnTo>
                    <a:pt x="7335" y="5221"/>
                  </a:lnTo>
                  <a:cubicBezTo>
                    <a:pt x="7335" y="6226"/>
                    <a:pt x="6739" y="7089"/>
                    <a:pt x="5857" y="7459"/>
                  </a:cubicBezTo>
                  <a:cubicBezTo>
                    <a:pt x="6389" y="6862"/>
                    <a:pt x="6719" y="6083"/>
                    <a:pt x="6719" y="5221"/>
                  </a:cubicBezTo>
                  <a:lnTo>
                    <a:pt x="6719" y="4787"/>
                  </a:lnTo>
                  <a:cubicBezTo>
                    <a:pt x="6719" y="4521"/>
                    <a:pt x="6512" y="4314"/>
                    <a:pt x="6266" y="4314"/>
                  </a:cubicBezTo>
                  <a:cubicBezTo>
                    <a:pt x="5999" y="4314"/>
                    <a:pt x="5792" y="4521"/>
                    <a:pt x="5792" y="4787"/>
                  </a:cubicBezTo>
                  <a:lnTo>
                    <a:pt x="5792" y="5221"/>
                  </a:lnTo>
                  <a:cubicBezTo>
                    <a:pt x="5792" y="6552"/>
                    <a:pt x="4703" y="7641"/>
                    <a:pt x="3367" y="7641"/>
                  </a:cubicBezTo>
                  <a:cubicBezTo>
                    <a:pt x="2012" y="7641"/>
                    <a:pt x="927" y="6552"/>
                    <a:pt x="927" y="5221"/>
                  </a:cubicBezTo>
                  <a:lnTo>
                    <a:pt x="927" y="3372"/>
                  </a:lnTo>
                  <a:cubicBezTo>
                    <a:pt x="927" y="2036"/>
                    <a:pt x="2012" y="927"/>
                    <a:pt x="3367" y="927"/>
                  </a:cubicBezTo>
                  <a:close/>
                  <a:moveTo>
                    <a:pt x="3367" y="1"/>
                  </a:moveTo>
                  <a:cubicBezTo>
                    <a:pt x="1499" y="1"/>
                    <a:pt x="0" y="1524"/>
                    <a:pt x="0" y="3372"/>
                  </a:cubicBezTo>
                  <a:lnTo>
                    <a:pt x="0" y="5221"/>
                  </a:lnTo>
                  <a:cubicBezTo>
                    <a:pt x="0" y="7069"/>
                    <a:pt x="1499" y="8568"/>
                    <a:pt x="3367" y="8568"/>
                  </a:cubicBezTo>
                  <a:lnTo>
                    <a:pt x="4910" y="8568"/>
                  </a:lnTo>
                  <a:cubicBezTo>
                    <a:pt x="6759" y="8568"/>
                    <a:pt x="8257" y="7069"/>
                    <a:pt x="8257" y="5221"/>
                  </a:cubicBezTo>
                  <a:lnTo>
                    <a:pt x="8257" y="3372"/>
                  </a:lnTo>
                  <a:cubicBezTo>
                    <a:pt x="8257" y="1524"/>
                    <a:pt x="6759" y="1"/>
                    <a:pt x="491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5"/>
            <p:cNvSpPr/>
            <p:nvPr/>
          </p:nvSpPr>
          <p:spPr>
            <a:xfrm>
              <a:off x="1472965" y="4194563"/>
              <a:ext cx="69507" cy="68566"/>
            </a:xfrm>
            <a:custGeom>
              <a:avLst/>
              <a:gdLst/>
              <a:ahLst/>
              <a:cxnLst/>
              <a:rect l="l" t="t" r="r" b="b"/>
              <a:pathLst>
                <a:path w="4210" h="4153" extrusionOk="0">
                  <a:moveTo>
                    <a:pt x="2139" y="1234"/>
                  </a:moveTo>
                  <a:cubicBezTo>
                    <a:pt x="2341" y="1545"/>
                    <a:pt x="2608" y="1811"/>
                    <a:pt x="2938" y="2057"/>
                  </a:cubicBezTo>
                  <a:cubicBezTo>
                    <a:pt x="2608" y="2240"/>
                    <a:pt x="2341" y="2506"/>
                    <a:pt x="2139" y="2856"/>
                  </a:cubicBezTo>
                  <a:cubicBezTo>
                    <a:pt x="1913" y="2550"/>
                    <a:pt x="1622" y="2284"/>
                    <a:pt x="1277" y="2097"/>
                  </a:cubicBezTo>
                  <a:cubicBezTo>
                    <a:pt x="1622" y="1850"/>
                    <a:pt x="1913" y="1565"/>
                    <a:pt x="2139" y="1234"/>
                  </a:cubicBezTo>
                  <a:close/>
                  <a:moveTo>
                    <a:pt x="2114" y="0"/>
                  </a:moveTo>
                  <a:cubicBezTo>
                    <a:pt x="1885" y="0"/>
                    <a:pt x="1679" y="139"/>
                    <a:pt x="1582" y="352"/>
                  </a:cubicBezTo>
                  <a:cubicBezTo>
                    <a:pt x="1316" y="884"/>
                    <a:pt x="927" y="1274"/>
                    <a:pt x="370" y="1545"/>
                  </a:cubicBezTo>
                  <a:cubicBezTo>
                    <a:pt x="143" y="1668"/>
                    <a:pt x="0" y="1890"/>
                    <a:pt x="20" y="2161"/>
                  </a:cubicBezTo>
                  <a:cubicBezTo>
                    <a:pt x="44" y="2407"/>
                    <a:pt x="207" y="2629"/>
                    <a:pt x="454" y="2713"/>
                  </a:cubicBezTo>
                  <a:cubicBezTo>
                    <a:pt x="1006" y="2920"/>
                    <a:pt x="1375" y="3245"/>
                    <a:pt x="1582" y="3763"/>
                  </a:cubicBezTo>
                  <a:cubicBezTo>
                    <a:pt x="1666" y="3985"/>
                    <a:pt x="1893" y="4152"/>
                    <a:pt x="2159" y="4152"/>
                  </a:cubicBezTo>
                  <a:lnTo>
                    <a:pt x="2179" y="4152"/>
                  </a:lnTo>
                  <a:cubicBezTo>
                    <a:pt x="2445" y="4152"/>
                    <a:pt x="2672" y="3985"/>
                    <a:pt x="2756" y="3719"/>
                  </a:cubicBezTo>
                  <a:cubicBezTo>
                    <a:pt x="2958" y="3167"/>
                    <a:pt x="3268" y="2836"/>
                    <a:pt x="3761" y="2693"/>
                  </a:cubicBezTo>
                  <a:cubicBezTo>
                    <a:pt x="4008" y="2610"/>
                    <a:pt x="4170" y="2407"/>
                    <a:pt x="4190" y="2136"/>
                  </a:cubicBezTo>
                  <a:cubicBezTo>
                    <a:pt x="4210" y="1870"/>
                    <a:pt x="4086" y="1624"/>
                    <a:pt x="3840" y="1520"/>
                  </a:cubicBezTo>
                  <a:cubicBezTo>
                    <a:pt x="3308" y="1254"/>
                    <a:pt x="2938" y="884"/>
                    <a:pt x="2731" y="391"/>
                  </a:cubicBezTo>
                  <a:cubicBezTo>
                    <a:pt x="2632" y="145"/>
                    <a:pt x="2406" y="2"/>
                    <a:pt x="2159" y="2"/>
                  </a:cubicBezTo>
                  <a:cubicBezTo>
                    <a:pt x="2144" y="1"/>
                    <a:pt x="2129" y="0"/>
                    <a:pt x="211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6" name="Google Shape;1386;p35"/>
          <p:cNvGrpSpPr/>
          <p:nvPr/>
        </p:nvGrpSpPr>
        <p:grpSpPr>
          <a:xfrm>
            <a:off x="3491656" y="3550320"/>
            <a:ext cx="252381" cy="420645"/>
            <a:chOff x="1943331" y="4152920"/>
            <a:chExt cx="308308" cy="520857"/>
          </a:xfrm>
        </p:grpSpPr>
        <p:sp>
          <p:nvSpPr>
            <p:cNvPr id="1387" name="Google Shape;1387;p35"/>
            <p:cNvSpPr/>
            <p:nvPr/>
          </p:nvSpPr>
          <p:spPr>
            <a:xfrm>
              <a:off x="1950828" y="4417030"/>
              <a:ext cx="292986" cy="249301"/>
            </a:xfrm>
            <a:custGeom>
              <a:avLst/>
              <a:gdLst/>
              <a:ahLst/>
              <a:cxnLst/>
              <a:rect l="l" t="t" r="r" b="b"/>
              <a:pathLst>
                <a:path w="17746" h="15100" extrusionOk="0">
                  <a:moveTo>
                    <a:pt x="1129" y="1"/>
                  </a:moveTo>
                  <a:cubicBezTo>
                    <a:pt x="513" y="1"/>
                    <a:pt x="0" y="494"/>
                    <a:pt x="0" y="1110"/>
                  </a:cubicBezTo>
                  <a:lnTo>
                    <a:pt x="0" y="13971"/>
                  </a:lnTo>
                  <a:cubicBezTo>
                    <a:pt x="0" y="14587"/>
                    <a:pt x="513" y="15099"/>
                    <a:pt x="1129" y="15099"/>
                  </a:cubicBezTo>
                  <a:lnTo>
                    <a:pt x="16617" y="15099"/>
                  </a:lnTo>
                  <a:cubicBezTo>
                    <a:pt x="17253" y="15099"/>
                    <a:pt x="17746" y="14587"/>
                    <a:pt x="17746" y="13971"/>
                  </a:cubicBezTo>
                  <a:lnTo>
                    <a:pt x="17746" y="1110"/>
                  </a:lnTo>
                  <a:cubicBezTo>
                    <a:pt x="17746" y="494"/>
                    <a:pt x="17253" y="1"/>
                    <a:pt x="16617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5"/>
            <p:cNvSpPr/>
            <p:nvPr/>
          </p:nvSpPr>
          <p:spPr>
            <a:xfrm>
              <a:off x="1981343" y="4447560"/>
              <a:ext cx="231965" cy="188247"/>
            </a:xfrm>
            <a:custGeom>
              <a:avLst/>
              <a:gdLst/>
              <a:ahLst/>
              <a:cxnLst/>
              <a:rect l="l" t="t" r="r" b="b"/>
              <a:pathLst>
                <a:path w="14050" h="11402" extrusionOk="0">
                  <a:moveTo>
                    <a:pt x="287" y="0"/>
                  </a:moveTo>
                  <a:cubicBezTo>
                    <a:pt x="144" y="0"/>
                    <a:pt x="1" y="124"/>
                    <a:pt x="1" y="291"/>
                  </a:cubicBezTo>
                  <a:lnTo>
                    <a:pt x="1" y="11116"/>
                  </a:lnTo>
                  <a:cubicBezTo>
                    <a:pt x="1" y="11259"/>
                    <a:pt x="144" y="11402"/>
                    <a:pt x="287" y="11402"/>
                  </a:cubicBezTo>
                  <a:lnTo>
                    <a:pt x="13764" y="11402"/>
                  </a:lnTo>
                  <a:cubicBezTo>
                    <a:pt x="13926" y="11402"/>
                    <a:pt x="14049" y="11259"/>
                    <a:pt x="14049" y="11116"/>
                  </a:cubicBezTo>
                  <a:lnTo>
                    <a:pt x="14049" y="291"/>
                  </a:lnTo>
                  <a:cubicBezTo>
                    <a:pt x="14049" y="124"/>
                    <a:pt x="13926" y="0"/>
                    <a:pt x="13764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5"/>
            <p:cNvSpPr/>
            <p:nvPr/>
          </p:nvSpPr>
          <p:spPr>
            <a:xfrm>
              <a:off x="2049142" y="4473038"/>
              <a:ext cx="103782" cy="98647"/>
            </a:xfrm>
            <a:custGeom>
              <a:avLst/>
              <a:gdLst/>
              <a:ahLst/>
              <a:cxnLst/>
              <a:rect l="l" t="t" r="r" b="b"/>
              <a:pathLst>
                <a:path w="6286" h="5975" extrusionOk="0">
                  <a:moveTo>
                    <a:pt x="721" y="0"/>
                  </a:moveTo>
                  <a:cubicBezTo>
                    <a:pt x="311" y="0"/>
                    <a:pt x="1" y="330"/>
                    <a:pt x="1" y="720"/>
                  </a:cubicBezTo>
                  <a:lnTo>
                    <a:pt x="1" y="2524"/>
                  </a:lnTo>
                  <a:cubicBezTo>
                    <a:pt x="1" y="2628"/>
                    <a:pt x="85" y="2711"/>
                    <a:pt x="169" y="2711"/>
                  </a:cubicBezTo>
                  <a:lnTo>
                    <a:pt x="1258" y="2711"/>
                  </a:lnTo>
                  <a:cubicBezTo>
                    <a:pt x="1357" y="2711"/>
                    <a:pt x="1421" y="2628"/>
                    <a:pt x="1421" y="2524"/>
                  </a:cubicBezTo>
                  <a:lnTo>
                    <a:pt x="1421" y="1440"/>
                  </a:lnTo>
                  <a:lnTo>
                    <a:pt x="4851" y="1440"/>
                  </a:lnTo>
                  <a:lnTo>
                    <a:pt x="4851" y="3165"/>
                  </a:lnTo>
                  <a:lnTo>
                    <a:pt x="2633" y="4333"/>
                  </a:lnTo>
                  <a:cubicBezTo>
                    <a:pt x="2406" y="4456"/>
                    <a:pt x="2264" y="4703"/>
                    <a:pt x="2264" y="4969"/>
                  </a:cubicBezTo>
                  <a:lnTo>
                    <a:pt x="2264" y="5792"/>
                  </a:lnTo>
                  <a:cubicBezTo>
                    <a:pt x="2264" y="5896"/>
                    <a:pt x="2342" y="5975"/>
                    <a:pt x="2446" y="5975"/>
                  </a:cubicBezTo>
                  <a:lnTo>
                    <a:pt x="3496" y="5975"/>
                  </a:lnTo>
                  <a:cubicBezTo>
                    <a:pt x="3599" y="5975"/>
                    <a:pt x="3678" y="5896"/>
                    <a:pt x="3678" y="5792"/>
                  </a:cubicBezTo>
                  <a:lnTo>
                    <a:pt x="3678" y="5403"/>
                  </a:lnTo>
                  <a:lnTo>
                    <a:pt x="5896" y="4210"/>
                  </a:lnTo>
                  <a:cubicBezTo>
                    <a:pt x="6143" y="4087"/>
                    <a:pt x="6286" y="3860"/>
                    <a:pt x="6286" y="3594"/>
                  </a:cubicBezTo>
                  <a:lnTo>
                    <a:pt x="6286" y="720"/>
                  </a:lnTo>
                  <a:cubicBezTo>
                    <a:pt x="6286" y="330"/>
                    <a:pt x="5961" y="0"/>
                    <a:pt x="557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5"/>
            <p:cNvSpPr/>
            <p:nvPr/>
          </p:nvSpPr>
          <p:spPr>
            <a:xfrm>
              <a:off x="2086509" y="4592437"/>
              <a:ext cx="23378" cy="24435"/>
            </a:xfrm>
            <a:custGeom>
              <a:avLst/>
              <a:gdLst/>
              <a:ahLst/>
              <a:cxnLst/>
              <a:rect l="l" t="t" r="r" b="b"/>
              <a:pathLst>
                <a:path w="1416" h="1480" extrusionOk="0">
                  <a:moveTo>
                    <a:pt x="267" y="1"/>
                  </a:moveTo>
                  <a:cubicBezTo>
                    <a:pt x="104" y="1"/>
                    <a:pt x="1" y="124"/>
                    <a:pt x="1" y="267"/>
                  </a:cubicBezTo>
                  <a:lnTo>
                    <a:pt x="1" y="1208"/>
                  </a:lnTo>
                  <a:cubicBezTo>
                    <a:pt x="1" y="1356"/>
                    <a:pt x="104" y="1479"/>
                    <a:pt x="267" y="1479"/>
                  </a:cubicBezTo>
                  <a:lnTo>
                    <a:pt x="1149" y="1479"/>
                  </a:lnTo>
                  <a:cubicBezTo>
                    <a:pt x="1312" y="1479"/>
                    <a:pt x="1415" y="1356"/>
                    <a:pt x="1415" y="1208"/>
                  </a:cubicBezTo>
                  <a:lnTo>
                    <a:pt x="1415" y="267"/>
                  </a:lnTo>
                  <a:cubicBezTo>
                    <a:pt x="1415" y="124"/>
                    <a:pt x="1312" y="1"/>
                    <a:pt x="114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5"/>
            <p:cNvSpPr/>
            <p:nvPr/>
          </p:nvSpPr>
          <p:spPr>
            <a:xfrm>
              <a:off x="1993231" y="4286931"/>
              <a:ext cx="209908" cy="130099"/>
            </a:xfrm>
            <a:custGeom>
              <a:avLst/>
              <a:gdLst/>
              <a:ahLst/>
              <a:cxnLst/>
              <a:rect l="l" t="t" r="r" b="b"/>
              <a:pathLst>
                <a:path w="12714" h="7880" extrusionOk="0">
                  <a:moveTo>
                    <a:pt x="9037" y="0"/>
                  </a:moveTo>
                  <a:cubicBezTo>
                    <a:pt x="5726" y="0"/>
                    <a:pt x="760" y="37"/>
                    <a:pt x="760" y="37"/>
                  </a:cubicBezTo>
                  <a:lnTo>
                    <a:pt x="760" y="2334"/>
                  </a:lnTo>
                  <a:cubicBezTo>
                    <a:pt x="227" y="3424"/>
                    <a:pt x="0" y="4533"/>
                    <a:pt x="104" y="5622"/>
                  </a:cubicBezTo>
                  <a:cubicBezTo>
                    <a:pt x="227" y="6894"/>
                    <a:pt x="1317" y="7880"/>
                    <a:pt x="2588" y="7880"/>
                  </a:cubicBezTo>
                  <a:lnTo>
                    <a:pt x="10165" y="7880"/>
                  </a:lnTo>
                  <a:cubicBezTo>
                    <a:pt x="11461" y="7880"/>
                    <a:pt x="12570" y="6855"/>
                    <a:pt x="12654" y="5563"/>
                  </a:cubicBezTo>
                  <a:cubicBezTo>
                    <a:pt x="12713" y="4533"/>
                    <a:pt x="12487" y="3468"/>
                    <a:pt x="11974" y="2334"/>
                  </a:cubicBezTo>
                  <a:lnTo>
                    <a:pt x="11974" y="2315"/>
                  </a:lnTo>
                  <a:cubicBezTo>
                    <a:pt x="11974" y="2315"/>
                    <a:pt x="11934" y="141"/>
                    <a:pt x="11934" y="37"/>
                  </a:cubicBezTo>
                  <a:cubicBezTo>
                    <a:pt x="11934" y="9"/>
                    <a:pt x="10693" y="0"/>
                    <a:pt x="9037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5"/>
            <p:cNvSpPr/>
            <p:nvPr/>
          </p:nvSpPr>
          <p:spPr>
            <a:xfrm>
              <a:off x="1976306" y="4160648"/>
              <a:ext cx="242136" cy="164819"/>
            </a:xfrm>
            <a:custGeom>
              <a:avLst/>
              <a:gdLst/>
              <a:ahLst/>
              <a:cxnLst/>
              <a:rect l="l" t="t" r="r" b="b"/>
              <a:pathLst>
                <a:path w="14666" h="9983" extrusionOk="0">
                  <a:moveTo>
                    <a:pt x="7330" y="0"/>
                  </a:moveTo>
                  <a:cubicBezTo>
                    <a:pt x="3283" y="0"/>
                    <a:pt x="0" y="3288"/>
                    <a:pt x="0" y="7335"/>
                  </a:cubicBezTo>
                  <a:lnTo>
                    <a:pt x="0" y="8114"/>
                  </a:lnTo>
                  <a:cubicBezTo>
                    <a:pt x="0" y="9120"/>
                    <a:pt x="799" y="9943"/>
                    <a:pt x="1785" y="9982"/>
                  </a:cubicBezTo>
                  <a:lnTo>
                    <a:pt x="2894" y="9982"/>
                  </a:lnTo>
                  <a:cubicBezTo>
                    <a:pt x="3101" y="9982"/>
                    <a:pt x="3303" y="9839"/>
                    <a:pt x="3347" y="9613"/>
                  </a:cubicBezTo>
                  <a:cubicBezTo>
                    <a:pt x="3426" y="9287"/>
                    <a:pt x="3673" y="9021"/>
                    <a:pt x="4023" y="8918"/>
                  </a:cubicBezTo>
                  <a:cubicBezTo>
                    <a:pt x="5095" y="8583"/>
                    <a:pt x="6194" y="8407"/>
                    <a:pt x="7315" y="8407"/>
                  </a:cubicBezTo>
                  <a:cubicBezTo>
                    <a:pt x="8404" y="8407"/>
                    <a:pt x="9513" y="8573"/>
                    <a:pt x="10638" y="8918"/>
                  </a:cubicBezTo>
                  <a:cubicBezTo>
                    <a:pt x="10988" y="9021"/>
                    <a:pt x="11234" y="9287"/>
                    <a:pt x="11313" y="9613"/>
                  </a:cubicBezTo>
                  <a:cubicBezTo>
                    <a:pt x="11357" y="9736"/>
                    <a:pt x="11397" y="9820"/>
                    <a:pt x="11481" y="9884"/>
                  </a:cubicBezTo>
                  <a:cubicBezTo>
                    <a:pt x="11560" y="9943"/>
                    <a:pt x="11663" y="9982"/>
                    <a:pt x="11767" y="9982"/>
                  </a:cubicBezTo>
                  <a:lnTo>
                    <a:pt x="12792" y="9982"/>
                  </a:lnTo>
                  <a:cubicBezTo>
                    <a:pt x="12856" y="9982"/>
                    <a:pt x="12940" y="9982"/>
                    <a:pt x="12999" y="9963"/>
                  </a:cubicBezTo>
                  <a:cubicBezTo>
                    <a:pt x="13945" y="9859"/>
                    <a:pt x="14665" y="9080"/>
                    <a:pt x="14665" y="8114"/>
                  </a:cubicBezTo>
                  <a:lnTo>
                    <a:pt x="14665" y="7335"/>
                  </a:lnTo>
                  <a:cubicBezTo>
                    <a:pt x="14665" y="3288"/>
                    <a:pt x="11377" y="0"/>
                    <a:pt x="7330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5"/>
            <p:cNvSpPr/>
            <p:nvPr/>
          </p:nvSpPr>
          <p:spPr>
            <a:xfrm>
              <a:off x="2189958" y="4250589"/>
              <a:ext cx="28513" cy="56250"/>
            </a:xfrm>
            <a:custGeom>
              <a:avLst/>
              <a:gdLst/>
              <a:ahLst/>
              <a:cxnLst/>
              <a:rect l="l" t="t" r="r" b="b"/>
              <a:pathLst>
                <a:path w="1727" h="3407" extrusionOk="0">
                  <a:moveTo>
                    <a:pt x="1480" y="0"/>
                  </a:moveTo>
                  <a:cubicBezTo>
                    <a:pt x="637" y="99"/>
                    <a:pt x="1" y="819"/>
                    <a:pt x="1" y="1701"/>
                  </a:cubicBezTo>
                  <a:cubicBezTo>
                    <a:pt x="1" y="1888"/>
                    <a:pt x="40" y="2051"/>
                    <a:pt x="80" y="2219"/>
                  </a:cubicBezTo>
                  <a:cubicBezTo>
                    <a:pt x="287" y="2874"/>
                    <a:pt x="863" y="3347"/>
                    <a:pt x="1558" y="3407"/>
                  </a:cubicBezTo>
                  <a:cubicBezTo>
                    <a:pt x="1662" y="3180"/>
                    <a:pt x="1726" y="2933"/>
                    <a:pt x="1726" y="2667"/>
                  </a:cubicBezTo>
                  <a:lnTo>
                    <a:pt x="1726" y="1888"/>
                  </a:lnTo>
                  <a:cubicBezTo>
                    <a:pt x="1726" y="1233"/>
                    <a:pt x="1642" y="592"/>
                    <a:pt x="1480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5"/>
            <p:cNvSpPr/>
            <p:nvPr/>
          </p:nvSpPr>
          <p:spPr>
            <a:xfrm>
              <a:off x="2150246" y="4174897"/>
              <a:ext cx="52584" cy="51924"/>
            </a:xfrm>
            <a:custGeom>
              <a:avLst/>
              <a:gdLst/>
              <a:ahLst/>
              <a:cxnLst/>
              <a:rect l="l" t="t" r="r" b="b"/>
              <a:pathLst>
                <a:path w="3185" h="3145" extrusionOk="0">
                  <a:moveTo>
                    <a:pt x="247" y="0"/>
                  </a:moveTo>
                  <a:cubicBezTo>
                    <a:pt x="84" y="291"/>
                    <a:pt x="0" y="616"/>
                    <a:pt x="0" y="986"/>
                  </a:cubicBezTo>
                  <a:cubicBezTo>
                    <a:pt x="0" y="2179"/>
                    <a:pt x="966" y="3145"/>
                    <a:pt x="2159" y="3145"/>
                  </a:cubicBezTo>
                  <a:cubicBezTo>
                    <a:pt x="2529" y="3145"/>
                    <a:pt x="2899" y="3041"/>
                    <a:pt x="3185" y="2879"/>
                  </a:cubicBezTo>
                  <a:cubicBezTo>
                    <a:pt x="2504" y="1666"/>
                    <a:pt x="1479" y="661"/>
                    <a:pt x="247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5"/>
            <p:cNvSpPr/>
            <p:nvPr/>
          </p:nvSpPr>
          <p:spPr>
            <a:xfrm>
              <a:off x="2061757" y="4198328"/>
              <a:ext cx="71241" cy="71224"/>
            </a:xfrm>
            <a:custGeom>
              <a:avLst/>
              <a:gdLst/>
              <a:ahLst/>
              <a:cxnLst/>
              <a:rect l="l" t="t" r="r" b="b"/>
              <a:pathLst>
                <a:path w="4315" h="4314" extrusionOk="0">
                  <a:moveTo>
                    <a:pt x="2155" y="1"/>
                  </a:moveTo>
                  <a:cubicBezTo>
                    <a:pt x="962" y="1"/>
                    <a:pt x="1" y="967"/>
                    <a:pt x="1" y="2155"/>
                  </a:cubicBezTo>
                  <a:cubicBezTo>
                    <a:pt x="1" y="3348"/>
                    <a:pt x="962" y="4314"/>
                    <a:pt x="2155" y="4314"/>
                  </a:cubicBezTo>
                  <a:cubicBezTo>
                    <a:pt x="3348" y="4314"/>
                    <a:pt x="4314" y="3348"/>
                    <a:pt x="4314" y="2155"/>
                  </a:cubicBezTo>
                  <a:cubicBezTo>
                    <a:pt x="4314" y="967"/>
                    <a:pt x="3348" y="1"/>
                    <a:pt x="2155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5"/>
            <p:cNvSpPr/>
            <p:nvPr/>
          </p:nvSpPr>
          <p:spPr>
            <a:xfrm>
              <a:off x="1991844" y="4174897"/>
              <a:ext cx="52601" cy="51924"/>
            </a:xfrm>
            <a:custGeom>
              <a:avLst/>
              <a:gdLst/>
              <a:ahLst/>
              <a:cxnLst/>
              <a:rect l="l" t="t" r="r" b="b"/>
              <a:pathLst>
                <a:path w="3186" h="3145" extrusionOk="0">
                  <a:moveTo>
                    <a:pt x="2939" y="0"/>
                  </a:moveTo>
                  <a:cubicBezTo>
                    <a:pt x="1706" y="661"/>
                    <a:pt x="681" y="1666"/>
                    <a:pt x="1" y="2879"/>
                  </a:cubicBezTo>
                  <a:cubicBezTo>
                    <a:pt x="311" y="3041"/>
                    <a:pt x="661" y="3145"/>
                    <a:pt x="1031" y="3145"/>
                  </a:cubicBezTo>
                  <a:cubicBezTo>
                    <a:pt x="2219" y="3145"/>
                    <a:pt x="3185" y="2179"/>
                    <a:pt x="3185" y="986"/>
                  </a:cubicBezTo>
                  <a:cubicBezTo>
                    <a:pt x="3185" y="616"/>
                    <a:pt x="3101" y="291"/>
                    <a:pt x="293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5"/>
            <p:cNvSpPr/>
            <p:nvPr/>
          </p:nvSpPr>
          <p:spPr>
            <a:xfrm>
              <a:off x="1976306" y="4250589"/>
              <a:ext cx="28496" cy="56250"/>
            </a:xfrm>
            <a:custGeom>
              <a:avLst/>
              <a:gdLst/>
              <a:ahLst/>
              <a:cxnLst/>
              <a:rect l="l" t="t" r="r" b="b"/>
              <a:pathLst>
                <a:path w="1726" h="3407" extrusionOk="0">
                  <a:moveTo>
                    <a:pt x="247" y="0"/>
                  </a:moveTo>
                  <a:cubicBezTo>
                    <a:pt x="79" y="592"/>
                    <a:pt x="0" y="1233"/>
                    <a:pt x="0" y="1888"/>
                  </a:cubicBezTo>
                  <a:lnTo>
                    <a:pt x="0" y="2667"/>
                  </a:lnTo>
                  <a:cubicBezTo>
                    <a:pt x="0" y="2933"/>
                    <a:pt x="59" y="3180"/>
                    <a:pt x="163" y="3407"/>
                  </a:cubicBezTo>
                  <a:cubicBezTo>
                    <a:pt x="863" y="3347"/>
                    <a:pt x="1454" y="2854"/>
                    <a:pt x="1661" y="2194"/>
                  </a:cubicBezTo>
                  <a:cubicBezTo>
                    <a:pt x="1701" y="2031"/>
                    <a:pt x="1725" y="1869"/>
                    <a:pt x="1725" y="1701"/>
                  </a:cubicBezTo>
                  <a:cubicBezTo>
                    <a:pt x="1725" y="819"/>
                    <a:pt x="1085" y="99"/>
                    <a:pt x="247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5"/>
            <p:cNvSpPr/>
            <p:nvPr/>
          </p:nvSpPr>
          <p:spPr>
            <a:xfrm>
              <a:off x="1943331" y="4152920"/>
              <a:ext cx="308308" cy="520857"/>
            </a:xfrm>
            <a:custGeom>
              <a:avLst/>
              <a:gdLst/>
              <a:ahLst/>
              <a:cxnLst/>
              <a:rect l="l" t="t" r="r" b="b"/>
              <a:pathLst>
                <a:path w="18674" h="31548" extrusionOk="0">
                  <a:moveTo>
                    <a:pt x="5630" y="2011"/>
                  </a:moveTo>
                  <a:cubicBezTo>
                    <a:pt x="5650" y="2115"/>
                    <a:pt x="5670" y="2218"/>
                    <a:pt x="5670" y="2317"/>
                  </a:cubicBezTo>
                  <a:cubicBezTo>
                    <a:pt x="5670" y="3244"/>
                    <a:pt x="4910" y="4003"/>
                    <a:pt x="3969" y="4003"/>
                  </a:cubicBezTo>
                  <a:cubicBezTo>
                    <a:pt x="3846" y="4003"/>
                    <a:pt x="3742" y="4003"/>
                    <a:pt x="3619" y="3963"/>
                  </a:cubicBezTo>
                  <a:cubicBezTo>
                    <a:pt x="4151" y="3180"/>
                    <a:pt x="4832" y="2524"/>
                    <a:pt x="5630" y="2011"/>
                  </a:cubicBezTo>
                  <a:close/>
                  <a:moveTo>
                    <a:pt x="13024" y="2011"/>
                  </a:moveTo>
                  <a:cubicBezTo>
                    <a:pt x="13828" y="2524"/>
                    <a:pt x="14503" y="3180"/>
                    <a:pt x="15035" y="3983"/>
                  </a:cubicBezTo>
                  <a:cubicBezTo>
                    <a:pt x="14912" y="4003"/>
                    <a:pt x="14814" y="4003"/>
                    <a:pt x="14690" y="4003"/>
                  </a:cubicBezTo>
                  <a:cubicBezTo>
                    <a:pt x="13764" y="4003"/>
                    <a:pt x="13004" y="3244"/>
                    <a:pt x="13004" y="2317"/>
                  </a:cubicBezTo>
                  <a:cubicBezTo>
                    <a:pt x="13004" y="2218"/>
                    <a:pt x="13004" y="2115"/>
                    <a:pt x="13024" y="2011"/>
                  </a:cubicBezTo>
                  <a:close/>
                  <a:moveTo>
                    <a:pt x="2589" y="6487"/>
                  </a:moveTo>
                  <a:cubicBezTo>
                    <a:pt x="2983" y="6714"/>
                    <a:pt x="3269" y="7148"/>
                    <a:pt x="3269" y="7616"/>
                  </a:cubicBezTo>
                  <a:cubicBezTo>
                    <a:pt x="3269" y="8153"/>
                    <a:pt x="2939" y="8602"/>
                    <a:pt x="2465" y="8789"/>
                  </a:cubicBezTo>
                  <a:lnTo>
                    <a:pt x="2465" y="8582"/>
                  </a:lnTo>
                  <a:lnTo>
                    <a:pt x="2465" y="7803"/>
                  </a:lnTo>
                  <a:cubicBezTo>
                    <a:pt x="2465" y="7350"/>
                    <a:pt x="2510" y="6921"/>
                    <a:pt x="2589" y="6487"/>
                  </a:cubicBezTo>
                  <a:close/>
                  <a:moveTo>
                    <a:pt x="16085" y="6487"/>
                  </a:moveTo>
                  <a:cubicBezTo>
                    <a:pt x="16169" y="6921"/>
                    <a:pt x="16209" y="7350"/>
                    <a:pt x="16209" y="7803"/>
                  </a:cubicBezTo>
                  <a:lnTo>
                    <a:pt x="16209" y="8582"/>
                  </a:lnTo>
                  <a:cubicBezTo>
                    <a:pt x="16209" y="8646"/>
                    <a:pt x="16189" y="8705"/>
                    <a:pt x="16189" y="8789"/>
                  </a:cubicBezTo>
                  <a:cubicBezTo>
                    <a:pt x="15716" y="8602"/>
                    <a:pt x="15405" y="8153"/>
                    <a:pt x="15405" y="7616"/>
                  </a:cubicBezTo>
                  <a:cubicBezTo>
                    <a:pt x="15405" y="7148"/>
                    <a:pt x="15676" y="6714"/>
                    <a:pt x="16085" y="6487"/>
                  </a:cubicBezTo>
                  <a:close/>
                  <a:moveTo>
                    <a:pt x="9327" y="922"/>
                  </a:moveTo>
                  <a:cubicBezTo>
                    <a:pt x="10352" y="922"/>
                    <a:pt x="11319" y="1149"/>
                    <a:pt x="12181" y="1558"/>
                  </a:cubicBezTo>
                  <a:cubicBezTo>
                    <a:pt x="12122" y="1804"/>
                    <a:pt x="12078" y="2051"/>
                    <a:pt x="12078" y="2317"/>
                  </a:cubicBezTo>
                  <a:cubicBezTo>
                    <a:pt x="12078" y="3756"/>
                    <a:pt x="13251" y="4929"/>
                    <a:pt x="14690" y="4929"/>
                  </a:cubicBezTo>
                  <a:cubicBezTo>
                    <a:pt x="14976" y="4929"/>
                    <a:pt x="15242" y="4885"/>
                    <a:pt x="15509" y="4806"/>
                  </a:cubicBezTo>
                  <a:cubicBezTo>
                    <a:pt x="15632" y="5053"/>
                    <a:pt x="15735" y="5319"/>
                    <a:pt x="15839" y="5585"/>
                  </a:cubicBezTo>
                  <a:cubicBezTo>
                    <a:pt x="15035" y="5915"/>
                    <a:pt x="14483" y="6714"/>
                    <a:pt x="14483" y="7616"/>
                  </a:cubicBezTo>
                  <a:cubicBezTo>
                    <a:pt x="14483" y="8503"/>
                    <a:pt x="14996" y="9262"/>
                    <a:pt x="15755" y="9612"/>
                  </a:cubicBezTo>
                  <a:cubicBezTo>
                    <a:pt x="15509" y="9834"/>
                    <a:pt x="15159" y="9982"/>
                    <a:pt x="14789" y="9982"/>
                  </a:cubicBezTo>
                  <a:lnTo>
                    <a:pt x="13764" y="9982"/>
                  </a:lnTo>
                  <a:cubicBezTo>
                    <a:pt x="13640" y="9489"/>
                    <a:pt x="13271" y="9075"/>
                    <a:pt x="12778" y="8932"/>
                  </a:cubicBezTo>
                  <a:cubicBezTo>
                    <a:pt x="12595" y="8873"/>
                    <a:pt x="12408" y="8829"/>
                    <a:pt x="12201" y="8789"/>
                  </a:cubicBezTo>
                  <a:cubicBezTo>
                    <a:pt x="12162" y="8779"/>
                    <a:pt x="12123" y="8774"/>
                    <a:pt x="12085" y="8774"/>
                  </a:cubicBezTo>
                  <a:cubicBezTo>
                    <a:pt x="11881" y="8774"/>
                    <a:pt x="11699" y="8912"/>
                    <a:pt x="11649" y="9119"/>
                  </a:cubicBezTo>
                  <a:cubicBezTo>
                    <a:pt x="11585" y="9366"/>
                    <a:pt x="11733" y="9612"/>
                    <a:pt x="11979" y="9672"/>
                  </a:cubicBezTo>
                  <a:cubicBezTo>
                    <a:pt x="12162" y="9711"/>
                    <a:pt x="12349" y="9775"/>
                    <a:pt x="12511" y="9814"/>
                  </a:cubicBezTo>
                  <a:cubicBezTo>
                    <a:pt x="12694" y="9879"/>
                    <a:pt x="12817" y="10021"/>
                    <a:pt x="12861" y="10204"/>
                  </a:cubicBezTo>
                  <a:cubicBezTo>
                    <a:pt x="12965" y="10618"/>
                    <a:pt x="13335" y="10904"/>
                    <a:pt x="13764" y="10904"/>
                  </a:cubicBezTo>
                  <a:lnTo>
                    <a:pt x="14690" y="10904"/>
                  </a:lnTo>
                  <a:cubicBezTo>
                    <a:pt x="15080" y="11870"/>
                    <a:pt x="15262" y="12792"/>
                    <a:pt x="15203" y="13654"/>
                  </a:cubicBezTo>
                  <a:cubicBezTo>
                    <a:pt x="15139" y="14704"/>
                    <a:pt x="14256" y="15528"/>
                    <a:pt x="13187" y="15528"/>
                  </a:cubicBezTo>
                  <a:lnTo>
                    <a:pt x="5610" y="15528"/>
                  </a:lnTo>
                  <a:cubicBezTo>
                    <a:pt x="4560" y="15528"/>
                    <a:pt x="3678" y="14744"/>
                    <a:pt x="3599" y="13699"/>
                  </a:cubicBezTo>
                  <a:cubicBezTo>
                    <a:pt x="3515" y="12772"/>
                    <a:pt x="3678" y="11850"/>
                    <a:pt x="4092" y="10904"/>
                  </a:cubicBezTo>
                  <a:lnTo>
                    <a:pt x="4891" y="10904"/>
                  </a:lnTo>
                  <a:cubicBezTo>
                    <a:pt x="5324" y="10904"/>
                    <a:pt x="5694" y="10618"/>
                    <a:pt x="5793" y="10204"/>
                  </a:cubicBezTo>
                  <a:cubicBezTo>
                    <a:pt x="5837" y="10021"/>
                    <a:pt x="5980" y="9879"/>
                    <a:pt x="6143" y="9814"/>
                  </a:cubicBezTo>
                  <a:cubicBezTo>
                    <a:pt x="7185" y="9500"/>
                    <a:pt x="8226" y="9343"/>
                    <a:pt x="9268" y="9343"/>
                  </a:cubicBezTo>
                  <a:cubicBezTo>
                    <a:pt x="9582" y="9343"/>
                    <a:pt x="9896" y="9357"/>
                    <a:pt x="10209" y="9386"/>
                  </a:cubicBezTo>
                  <a:cubicBezTo>
                    <a:pt x="10221" y="9387"/>
                    <a:pt x="10233" y="9387"/>
                    <a:pt x="10245" y="9387"/>
                  </a:cubicBezTo>
                  <a:cubicBezTo>
                    <a:pt x="10477" y="9387"/>
                    <a:pt x="10684" y="9205"/>
                    <a:pt x="10702" y="8952"/>
                  </a:cubicBezTo>
                  <a:cubicBezTo>
                    <a:pt x="10722" y="8705"/>
                    <a:pt x="10540" y="8479"/>
                    <a:pt x="10293" y="8459"/>
                  </a:cubicBezTo>
                  <a:cubicBezTo>
                    <a:pt x="9977" y="8432"/>
                    <a:pt x="9660" y="8419"/>
                    <a:pt x="9343" y="8419"/>
                  </a:cubicBezTo>
                  <a:cubicBezTo>
                    <a:pt x="8182" y="8419"/>
                    <a:pt x="7023" y="8595"/>
                    <a:pt x="5877" y="8932"/>
                  </a:cubicBezTo>
                  <a:cubicBezTo>
                    <a:pt x="5384" y="9075"/>
                    <a:pt x="5014" y="9489"/>
                    <a:pt x="4891" y="9982"/>
                  </a:cubicBezTo>
                  <a:lnTo>
                    <a:pt x="3865" y="9982"/>
                  </a:lnTo>
                  <a:cubicBezTo>
                    <a:pt x="3496" y="9982"/>
                    <a:pt x="3165" y="9834"/>
                    <a:pt x="2899" y="9612"/>
                  </a:cubicBezTo>
                  <a:cubicBezTo>
                    <a:pt x="3658" y="9262"/>
                    <a:pt x="4191" y="8503"/>
                    <a:pt x="4191" y="7616"/>
                  </a:cubicBezTo>
                  <a:cubicBezTo>
                    <a:pt x="4191" y="6714"/>
                    <a:pt x="3619" y="5915"/>
                    <a:pt x="2815" y="5585"/>
                  </a:cubicBezTo>
                  <a:cubicBezTo>
                    <a:pt x="2919" y="5319"/>
                    <a:pt x="3022" y="5053"/>
                    <a:pt x="3146" y="4806"/>
                  </a:cubicBezTo>
                  <a:cubicBezTo>
                    <a:pt x="3412" y="4885"/>
                    <a:pt x="3698" y="4929"/>
                    <a:pt x="3969" y="4929"/>
                  </a:cubicBezTo>
                  <a:cubicBezTo>
                    <a:pt x="5403" y="4929"/>
                    <a:pt x="6596" y="3756"/>
                    <a:pt x="6596" y="2317"/>
                  </a:cubicBezTo>
                  <a:cubicBezTo>
                    <a:pt x="6596" y="2051"/>
                    <a:pt x="6557" y="1804"/>
                    <a:pt x="6473" y="1558"/>
                  </a:cubicBezTo>
                  <a:cubicBezTo>
                    <a:pt x="7336" y="1149"/>
                    <a:pt x="8322" y="922"/>
                    <a:pt x="9327" y="922"/>
                  </a:cubicBezTo>
                  <a:close/>
                  <a:moveTo>
                    <a:pt x="17071" y="16449"/>
                  </a:moveTo>
                  <a:cubicBezTo>
                    <a:pt x="17441" y="16449"/>
                    <a:pt x="17746" y="16760"/>
                    <a:pt x="17746" y="17105"/>
                  </a:cubicBezTo>
                  <a:lnTo>
                    <a:pt x="17746" y="29966"/>
                  </a:lnTo>
                  <a:cubicBezTo>
                    <a:pt x="17746" y="30335"/>
                    <a:pt x="17441" y="30621"/>
                    <a:pt x="17071" y="30621"/>
                  </a:cubicBezTo>
                  <a:lnTo>
                    <a:pt x="1583" y="30621"/>
                  </a:lnTo>
                  <a:cubicBezTo>
                    <a:pt x="1213" y="30621"/>
                    <a:pt x="927" y="30335"/>
                    <a:pt x="927" y="29966"/>
                  </a:cubicBezTo>
                  <a:lnTo>
                    <a:pt x="927" y="17105"/>
                  </a:lnTo>
                  <a:cubicBezTo>
                    <a:pt x="927" y="16760"/>
                    <a:pt x="1213" y="16449"/>
                    <a:pt x="1583" y="16449"/>
                  </a:cubicBezTo>
                  <a:close/>
                  <a:moveTo>
                    <a:pt x="9327" y="0"/>
                  </a:moveTo>
                  <a:cubicBezTo>
                    <a:pt x="5034" y="0"/>
                    <a:pt x="1544" y="3510"/>
                    <a:pt x="1544" y="7803"/>
                  </a:cubicBezTo>
                  <a:lnTo>
                    <a:pt x="1544" y="8582"/>
                  </a:lnTo>
                  <a:cubicBezTo>
                    <a:pt x="1544" y="9612"/>
                    <a:pt x="2199" y="10475"/>
                    <a:pt x="3126" y="10781"/>
                  </a:cubicBezTo>
                  <a:cubicBezTo>
                    <a:pt x="2737" y="11786"/>
                    <a:pt x="2569" y="12792"/>
                    <a:pt x="2672" y="13778"/>
                  </a:cubicBezTo>
                  <a:cubicBezTo>
                    <a:pt x="2737" y="14458"/>
                    <a:pt x="3022" y="15074"/>
                    <a:pt x="3451" y="15528"/>
                  </a:cubicBezTo>
                  <a:lnTo>
                    <a:pt x="1583" y="15528"/>
                  </a:lnTo>
                  <a:cubicBezTo>
                    <a:pt x="701" y="15528"/>
                    <a:pt x="1" y="16242"/>
                    <a:pt x="1" y="17105"/>
                  </a:cubicBezTo>
                  <a:lnTo>
                    <a:pt x="1" y="29966"/>
                  </a:lnTo>
                  <a:cubicBezTo>
                    <a:pt x="1" y="30848"/>
                    <a:pt x="701" y="31548"/>
                    <a:pt x="1583" y="31548"/>
                  </a:cubicBezTo>
                  <a:lnTo>
                    <a:pt x="17071" y="31548"/>
                  </a:lnTo>
                  <a:cubicBezTo>
                    <a:pt x="17954" y="31548"/>
                    <a:pt x="18673" y="30848"/>
                    <a:pt x="18673" y="29966"/>
                  </a:cubicBezTo>
                  <a:lnTo>
                    <a:pt x="18673" y="17105"/>
                  </a:lnTo>
                  <a:cubicBezTo>
                    <a:pt x="18673" y="16242"/>
                    <a:pt x="17954" y="15528"/>
                    <a:pt x="17071" y="15528"/>
                  </a:cubicBezTo>
                  <a:lnTo>
                    <a:pt x="15326" y="15528"/>
                  </a:lnTo>
                  <a:cubicBezTo>
                    <a:pt x="15799" y="15054"/>
                    <a:pt x="16085" y="14418"/>
                    <a:pt x="16125" y="13699"/>
                  </a:cubicBezTo>
                  <a:cubicBezTo>
                    <a:pt x="16189" y="12752"/>
                    <a:pt x="16021" y="11766"/>
                    <a:pt x="15632" y="10761"/>
                  </a:cubicBezTo>
                  <a:cubicBezTo>
                    <a:pt x="16494" y="10411"/>
                    <a:pt x="17130" y="9568"/>
                    <a:pt x="17130" y="8582"/>
                  </a:cubicBezTo>
                  <a:lnTo>
                    <a:pt x="17130" y="7803"/>
                  </a:lnTo>
                  <a:cubicBezTo>
                    <a:pt x="17130" y="3510"/>
                    <a:pt x="13621" y="0"/>
                    <a:pt x="932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5"/>
            <p:cNvSpPr/>
            <p:nvPr/>
          </p:nvSpPr>
          <p:spPr>
            <a:xfrm>
              <a:off x="1973862" y="4439833"/>
              <a:ext cx="247254" cy="203469"/>
            </a:xfrm>
            <a:custGeom>
              <a:avLst/>
              <a:gdLst/>
              <a:ahLst/>
              <a:cxnLst/>
              <a:rect l="l" t="t" r="r" b="b"/>
              <a:pathLst>
                <a:path w="14976" h="12324" extrusionOk="0">
                  <a:moveTo>
                    <a:pt x="454" y="0"/>
                  </a:moveTo>
                  <a:cubicBezTo>
                    <a:pt x="207" y="0"/>
                    <a:pt x="0" y="202"/>
                    <a:pt x="0" y="468"/>
                  </a:cubicBezTo>
                  <a:lnTo>
                    <a:pt x="0" y="7739"/>
                  </a:lnTo>
                  <a:cubicBezTo>
                    <a:pt x="0" y="7986"/>
                    <a:pt x="207" y="8193"/>
                    <a:pt x="454" y="8193"/>
                  </a:cubicBezTo>
                  <a:cubicBezTo>
                    <a:pt x="720" y="8193"/>
                    <a:pt x="927" y="7986"/>
                    <a:pt x="927" y="7739"/>
                  </a:cubicBezTo>
                  <a:lnTo>
                    <a:pt x="927" y="922"/>
                  </a:lnTo>
                  <a:lnTo>
                    <a:pt x="14049" y="922"/>
                  </a:lnTo>
                  <a:lnTo>
                    <a:pt x="14049" y="11397"/>
                  </a:lnTo>
                  <a:lnTo>
                    <a:pt x="927" y="11397"/>
                  </a:lnTo>
                  <a:lnTo>
                    <a:pt x="927" y="9588"/>
                  </a:lnTo>
                  <a:cubicBezTo>
                    <a:pt x="927" y="9321"/>
                    <a:pt x="720" y="9119"/>
                    <a:pt x="454" y="9119"/>
                  </a:cubicBezTo>
                  <a:cubicBezTo>
                    <a:pt x="207" y="9119"/>
                    <a:pt x="0" y="9321"/>
                    <a:pt x="0" y="9588"/>
                  </a:cubicBezTo>
                  <a:lnTo>
                    <a:pt x="0" y="11870"/>
                  </a:lnTo>
                  <a:cubicBezTo>
                    <a:pt x="0" y="12116"/>
                    <a:pt x="207" y="12323"/>
                    <a:pt x="454" y="12323"/>
                  </a:cubicBezTo>
                  <a:lnTo>
                    <a:pt x="14502" y="12323"/>
                  </a:lnTo>
                  <a:cubicBezTo>
                    <a:pt x="14769" y="12323"/>
                    <a:pt x="14976" y="12116"/>
                    <a:pt x="14976" y="11870"/>
                  </a:cubicBezTo>
                  <a:lnTo>
                    <a:pt x="14976" y="468"/>
                  </a:lnTo>
                  <a:cubicBezTo>
                    <a:pt x="14976" y="202"/>
                    <a:pt x="14769" y="0"/>
                    <a:pt x="1450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5"/>
            <p:cNvSpPr/>
            <p:nvPr/>
          </p:nvSpPr>
          <p:spPr>
            <a:xfrm>
              <a:off x="2181421" y="4462206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63" y="1110"/>
                    <a:pt x="1109" y="863"/>
                    <a:pt x="1109" y="553"/>
                  </a:cubicBezTo>
                  <a:cubicBezTo>
                    <a:pt x="1109" y="247"/>
                    <a:pt x="86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5"/>
            <p:cNvSpPr/>
            <p:nvPr/>
          </p:nvSpPr>
          <p:spPr>
            <a:xfrm>
              <a:off x="1997293" y="4462206"/>
              <a:ext cx="18343" cy="18326"/>
            </a:xfrm>
            <a:custGeom>
              <a:avLst/>
              <a:gdLst/>
              <a:ahLst/>
              <a:cxnLst/>
              <a:rect l="l" t="t" r="r" b="b"/>
              <a:pathLst>
                <a:path w="1111" h="1110" extrusionOk="0">
                  <a:moveTo>
                    <a:pt x="553" y="1"/>
                  </a:moveTo>
                  <a:cubicBezTo>
                    <a:pt x="247" y="1"/>
                    <a:pt x="1" y="247"/>
                    <a:pt x="1" y="553"/>
                  </a:cubicBezTo>
                  <a:cubicBezTo>
                    <a:pt x="1" y="863"/>
                    <a:pt x="247" y="1110"/>
                    <a:pt x="553" y="1110"/>
                  </a:cubicBezTo>
                  <a:cubicBezTo>
                    <a:pt x="864" y="1110"/>
                    <a:pt x="1110" y="863"/>
                    <a:pt x="1110" y="553"/>
                  </a:cubicBezTo>
                  <a:cubicBezTo>
                    <a:pt x="1110" y="247"/>
                    <a:pt x="864" y="1"/>
                    <a:pt x="55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5"/>
            <p:cNvSpPr/>
            <p:nvPr/>
          </p:nvSpPr>
          <p:spPr>
            <a:xfrm>
              <a:off x="2181421" y="4602608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63" y="1110"/>
                    <a:pt x="1109" y="863"/>
                    <a:pt x="1109" y="553"/>
                  </a:cubicBezTo>
                  <a:cubicBezTo>
                    <a:pt x="1109" y="247"/>
                    <a:pt x="86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5"/>
            <p:cNvSpPr/>
            <p:nvPr/>
          </p:nvSpPr>
          <p:spPr>
            <a:xfrm>
              <a:off x="1997293" y="4602608"/>
              <a:ext cx="18343" cy="18326"/>
            </a:xfrm>
            <a:custGeom>
              <a:avLst/>
              <a:gdLst/>
              <a:ahLst/>
              <a:cxnLst/>
              <a:rect l="l" t="t" r="r" b="b"/>
              <a:pathLst>
                <a:path w="1111" h="1110" extrusionOk="0">
                  <a:moveTo>
                    <a:pt x="553" y="1"/>
                  </a:moveTo>
                  <a:cubicBezTo>
                    <a:pt x="247" y="1"/>
                    <a:pt x="1" y="247"/>
                    <a:pt x="1" y="553"/>
                  </a:cubicBezTo>
                  <a:cubicBezTo>
                    <a:pt x="1" y="863"/>
                    <a:pt x="247" y="1110"/>
                    <a:pt x="553" y="1110"/>
                  </a:cubicBezTo>
                  <a:cubicBezTo>
                    <a:pt x="864" y="1110"/>
                    <a:pt x="1110" y="863"/>
                    <a:pt x="1110" y="553"/>
                  </a:cubicBezTo>
                  <a:cubicBezTo>
                    <a:pt x="1110" y="247"/>
                    <a:pt x="864" y="1"/>
                    <a:pt x="55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5"/>
            <p:cNvSpPr/>
            <p:nvPr/>
          </p:nvSpPr>
          <p:spPr>
            <a:xfrm>
              <a:off x="2041414" y="4465542"/>
              <a:ext cx="119004" cy="113952"/>
            </a:xfrm>
            <a:custGeom>
              <a:avLst/>
              <a:gdLst/>
              <a:ahLst/>
              <a:cxnLst/>
              <a:rect l="l" t="t" r="r" b="b"/>
              <a:pathLst>
                <a:path w="7208" h="6902" extrusionOk="0">
                  <a:moveTo>
                    <a:pt x="6039" y="927"/>
                  </a:moveTo>
                  <a:cubicBezTo>
                    <a:pt x="6182" y="927"/>
                    <a:pt x="6286" y="1031"/>
                    <a:pt x="6286" y="1174"/>
                  </a:cubicBezTo>
                  <a:lnTo>
                    <a:pt x="6286" y="4048"/>
                  </a:lnTo>
                  <a:cubicBezTo>
                    <a:pt x="6286" y="4132"/>
                    <a:pt x="6241" y="4210"/>
                    <a:pt x="6162" y="4274"/>
                  </a:cubicBezTo>
                  <a:lnTo>
                    <a:pt x="3944" y="5443"/>
                  </a:lnTo>
                  <a:cubicBezTo>
                    <a:pt x="3796" y="5527"/>
                    <a:pt x="3698" y="5669"/>
                    <a:pt x="3698" y="5857"/>
                  </a:cubicBezTo>
                  <a:lnTo>
                    <a:pt x="3698" y="5980"/>
                  </a:lnTo>
                  <a:lnTo>
                    <a:pt x="3180" y="5980"/>
                  </a:lnTo>
                  <a:lnTo>
                    <a:pt x="3180" y="5423"/>
                  </a:lnTo>
                  <a:cubicBezTo>
                    <a:pt x="3180" y="5319"/>
                    <a:pt x="3244" y="5241"/>
                    <a:pt x="3328" y="5196"/>
                  </a:cubicBezTo>
                  <a:lnTo>
                    <a:pt x="5522" y="4028"/>
                  </a:lnTo>
                  <a:cubicBezTo>
                    <a:pt x="5689" y="3944"/>
                    <a:pt x="5768" y="3782"/>
                    <a:pt x="5768" y="3619"/>
                  </a:cubicBezTo>
                  <a:lnTo>
                    <a:pt x="5768" y="1894"/>
                  </a:lnTo>
                  <a:cubicBezTo>
                    <a:pt x="5768" y="1647"/>
                    <a:pt x="5566" y="1420"/>
                    <a:pt x="5319" y="1420"/>
                  </a:cubicBezTo>
                  <a:lnTo>
                    <a:pt x="1889" y="1420"/>
                  </a:lnTo>
                  <a:cubicBezTo>
                    <a:pt x="1642" y="1420"/>
                    <a:pt x="1435" y="1647"/>
                    <a:pt x="1435" y="1894"/>
                  </a:cubicBezTo>
                  <a:lnTo>
                    <a:pt x="1435" y="2692"/>
                  </a:lnTo>
                  <a:lnTo>
                    <a:pt x="922" y="2692"/>
                  </a:lnTo>
                  <a:lnTo>
                    <a:pt x="922" y="1174"/>
                  </a:lnTo>
                  <a:cubicBezTo>
                    <a:pt x="922" y="1031"/>
                    <a:pt x="1046" y="927"/>
                    <a:pt x="1189" y="927"/>
                  </a:cubicBezTo>
                  <a:close/>
                  <a:moveTo>
                    <a:pt x="1189" y="1"/>
                  </a:moveTo>
                  <a:cubicBezTo>
                    <a:pt x="533" y="1"/>
                    <a:pt x="1" y="513"/>
                    <a:pt x="1" y="1174"/>
                  </a:cubicBezTo>
                  <a:lnTo>
                    <a:pt x="1" y="2978"/>
                  </a:lnTo>
                  <a:cubicBezTo>
                    <a:pt x="1" y="3328"/>
                    <a:pt x="287" y="3619"/>
                    <a:pt x="637" y="3619"/>
                  </a:cubicBezTo>
                  <a:lnTo>
                    <a:pt x="1726" y="3619"/>
                  </a:lnTo>
                  <a:cubicBezTo>
                    <a:pt x="2071" y="3619"/>
                    <a:pt x="2362" y="3328"/>
                    <a:pt x="2362" y="2978"/>
                  </a:cubicBezTo>
                  <a:lnTo>
                    <a:pt x="2362" y="2342"/>
                  </a:lnTo>
                  <a:lnTo>
                    <a:pt x="4846" y="2342"/>
                  </a:lnTo>
                  <a:lnTo>
                    <a:pt x="4846" y="3328"/>
                  </a:lnTo>
                  <a:lnTo>
                    <a:pt x="2894" y="4378"/>
                  </a:lnTo>
                  <a:cubicBezTo>
                    <a:pt x="2505" y="4580"/>
                    <a:pt x="2258" y="4974"/>
                    <a:pt x="2258" y="5423"/>
                  </a:cubicBezTo>
                  <a:lnTo>
                    <a:pt x="2258" y="6246"/>
                  </a:lnTo>
                  <a:cubicBezTo>
                    <a:pt x="2258" y="6616"/>
                    <a:pt x="2544" y="6902"/>
                    <a:pt x="2914" y="6902"/>
                  </a:cubicBezTo>
                  <a:lnTo>
                    <a:pt x="3964" y="6902"/>
                  </a:lnTo>
                  <a:cubicBezTo>
                    <a:pt x="4334" y="6902"/>
                    <a:pt x="4619" y="6616"/>
                    <a:pt x="4619" y="6246"/>
                  </a:cubicBezTo>
                  <a:lnTo>
                    <a:pt x="4619" y="6123"/>
                  </a:lnTo>
                  <a:lnTo>
                    <a:pt x="6591" y="5073"/>
                  </a:lnTo>
                  <a:cubicBezTo>
                    <a:pt x="6961" y="4871"/>
                    <a:pt x="7207" y="4482"/>
                    <a:pt x="7207" y="4048"/>
                  </a:cubicBezTo>
                  <a:lnTo>
                    <a:pt x="7207" y="1174"/>
                  </a:lnTo>
                  <a:cubicBezTo>
                    <a:pt x="7207" y="513"/>
                    <a:pt x="6675" y="1"/>
                    <a:pt x="603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5"/>
            <p:cNvSpPr/>
            <p:nvPr/>
          </p:nvSpPr>
          <p:spPr>
            <a:xfrm>
              <a:off x="2078698" y="4584957"/>
              <a:ext cx="38997" cy="39641"/>
            </a:xfrm>
            <a:custGeom>
              <a:avLst/>
              <a:gdLst/>
              <a:ahLst/>
              <a:cxnLst/>
              <a:rect l="l" t="t" r="r" b="b"/>
              <a:pathLst>
                <a:path w="2362" h="2401" extrusionOk="0">
                  <a:moveTo>
                    <a:pt x="1440" y="922"/>
                  </a:moveTo>
                  <a:lnTo>
                    <a:pt x="1440" y="1479"/>
                  </a:lnTo>
                  <a:lnTo>
                    <a:pt x="922" y="1479"/>
                  </a:lnTo>
                  <a:lnTo>
                    <a:pt x="922" y="922"/>
                  </a:lnTo>
                  <a:close/>
                  <a:moveTo>
                    <a:pt x="740" y="0"/>
                  </a:moveTo>
                  <a:cubicBezTo>
                    <a:pt x="331" y="0"/>
                    <a:pt x="0" y="330"/>
                    <a:pt x="0" y="720"/>
                  </a:cubicBezTo>
                  <a:lnTo>
                    <a:pt x="0" y="1661"/>
                  </a:lnTo>
                  <a:cubicBezTo>
                    <a:pt x="0" y="2075"/>
                    <a:pt x="331" y="2401"/>
                    <a:pt x="740" y="2401"/>
                  </a:cubicBezTo>
                  <a:lnTo>
                    <a:pt x="1622" y="2401"/>
                  </a:lnTo>
                  <a:cubicBezTo>
                    <a:pt x="2031" y="2401"/>
                    <a:pt x="2361" y="2075"/>
                    <a:pt x="2361" y="1661"/>
                  </a:cubicBezTo>
                  <a:lnTo>
                    <a:pt x="2361" y="720"/>
                  </a:lnTo>
                  <a:cubicBezTo>
                    <a:pt x="2361" y="330"/>
                    <a:pt x="2031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5"/>
            <p:cNvSpPr/>
            <p:nvPr/>
          </p:nvSpPr>
          <p:spPr>
            <a:xfrm>
              <a:off x="2054277" y="4326857"/>
              <a:ext cx="18326" cy="50867"/>
            </a:xfrm>
            <a:custGeom>
              <a:avLst/>
              <a:gdLst/>
              <a:ahLst/>
              <a:cxnLst/>
              <a:rect l="l" t="t" r="r" b="b"/>
              <a:pathLst>
                <a:path w="1110" h="3081" extrusionOk="0">
                  <a:moveTo>
                    <a:pt x="553" y="0"/>
                  </a:moveTo>
                  <a:cubicBezTo>
                    <a:pt x="247" y="0"/>
                    <a:pt x="0" y="247"/>
                    <a:pt x="0" y="557"/>
                  </a:cubicBezTo>
                  <a:lnTo>
                    <a:pt x="0" y="2529"/>
                  </a:lnTo>
                  <a:cubicBezTo>
                    <a:pt x="0" y="2835"/>
                    <a:pt x="247" y="3081"/>
                    <a:pt x="553" y="3081"/>
                  </a:cubicBezTo>
                  <a:cubicBezTo>
                    <a:pt x="863" y="3081"/>
                    <a:pt x="1110" y="2835"/>
                    <a:pt x="1110" y="2529"/>
                  </a:cubicBezTo>
                  <a:lnTo>
                    <a:pt x="1110" y="557"/>
                  </a:lnTo>
                  <a:cubicBezTo>
                    <a:pt x="1110" y="247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5"/>
            <p:cNvSpPr/>
            <p:nvPr/>
          </p:nvSpPr>
          <p:spPr>
            <a:xfrm>
              <a:off x="2124437" y="4326857"/>
              <a:ext cx="18326" cy="50867"/>
            </a:xfrm>
            <a:custGeom>
              <a:avLst/>
              <a:gdLst/>
              <a:ahLst/>
              <a:cxnLst/>
              <a:rect l="l" t="t" r="r" b="b"/>
              <a:pathLst>
                <a:path w="1110" h="3081" extrusionOk="0">
                  <a:moveTo>
                    <a:pt x="558" y="0"/>
                  </a:moveTo>
                  <a:cubicBezTo>
                    <a:pt x="247" y="0"/>
                    <a:pt x="1" y="247"/>
                    <a:pt x="1" y="557"/>
                  </a:cubicBezTo>
                  <a:lnTo>
                    <a:pt x="1" y="2529"/>
                  </a:lnTo>
                  <a:cubicBezTo>
                    <a:pt x="1" y="2835"/>
                    <a:pt x="247" y="3081"/>
                    <a:pt x="558" y="3081"/>
                  </a:cubicBezTo>
                  <a:cubicBezTo>
                    <a:pt x="863" y="3081"/>
                    <a:pt x="1110" y="2835"/>
                    <a:pt x="1110" y="2529"/>
                  </a:cubicBezTo>
                  <a:lnTo>
                    <a:pt x="1110" y="557"/>
                  </a:lnTo>
                  <a:cubicBezTo>
                    <a:pt x="1110" y="247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5"/>
            <p:cNvSpPr/>
            <p:nvPr/>
          </p:nvSpPr>
          <p:spPr>
            <a:xfrm>
              <a:off x="2054277" y="4190518"/>
              <a:ext cx="86446" cy="86529"/>
            </a:xfrm>
            <a:custGeom>
              <a:avLst/>
              <a:gdLst/>
              <a:ahLst/>
              <a:cxnLst/>
              <a:rect l="l" t="t" r="r" b="b"/>
              <a:pathLst>
                <a:path w="5236" h="5241" extrusionOk="0">
                  <a:moveTo>
                    <a:pt x="2608" y="927"/>
                  </a:moveTo>
                  <a:cubicBezTo>
                    <a:pt x="3555" y="927"/>
                    <a:pt x="4314" y="1686"/>
                    <a:pt x="4314" y="2628"/>
                  </a:cubicBezTo>
                  <a:cubicBezTo>
                    <a:pt x="4314" y="3555"/>
                    <a:pt x="3555" y="4314"/>
                    <a:pt x="2608" y="4314"/>
                  </a:cubicBezTo>
                  <a:cubicBezTo>
                    <a:pt x="1686" y="4314"/>
                    <a:pt x="922" y="3555"/>
                    <a:pt x="922" y="2628"/>
                  </a:cubicBezTo>
                  <a:cubicBezTo>
                    <a:pt x="922" y="1686"/>
                    <a:pt x="1686" y="927"/>
                    <a:pt x="2608" y="927"/>
                  </a:cubicBezTo>
                  <a:close/>
                  <a:moveTo>
                    <a:pt x="2608" y="0"/>
                  </a:moveTo>
                  <a:cubicBezTo>
                    <a:pt x="1169" y="0"/>
                    <a:pt x="0" y="1174"/>
                    <a:pt x="0" y="2628"/>
                  </a:cubicBezTo>
                  <a:cubicBezTo>
                    <a:pt x="0" y="4067"/>
                    <a:pt x="1169" y="5240"/>
                    <a:pt x="2608" y="5240"/>
                  </a:cubicBezTo>
                  <a:cubicBezTo>
                    <a:pt x="4047" y="5240"/>
                    <a:pt x="5235" y="4067"/>
                    <a:pt x="5235" y="2628"/>
                  </a:cubicBezTo>
                  <a:cubicBezTo>
                    <a:pt x="5235" y="1174"/>
                    <a:pt x="4047" y="0"/>
                    <a:pt x="260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9" name="Google Shape;1409;p35"/>
          <p:cNvSpPr/>
          <p:nvPr/>
        </p:nvSpPr>
        <p:spPr>
          <a:xfrm>
            <a:off x="4122775" y="2472825"/>
            <a:ext cx="898200" cy="89820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10" name="Google Shape;1410;p35"/>
          <p:cNvGrpSpPr/>
          <p:nvPr/>
        </p:nvGrpSpPr>
        <p:grpSpPr>
          <a:xfrm>
            <a:off x="4309762" y="2722700"/>
            <a:ext cx="522874" cy="398492"/>
            <a:chOff x="793213" y="2850374"/>
            <a:chExt cx="547741" cy="417444"/>
          </a:xfrm>
        </p:grpSpPr>
        <p:sp>
          <p:nvSpPr>
            <p:cNvPr id="1411" name="Google Shape;1411;p35"/>
            <p:cNvSpPr/>
            <p:nvPr/>
          </p:nvSpPr>
          <p:spPr>
            <a:xfrm>
              <a:off x="1280707" y="3209711"/>
              <a:ext cx="52403" cy="32084"/>
            </a:xfrm>
            <a:custGeom>
              <a:avLst/>
              <a:gdLst/>
              <a:ahLst/>
              <a:cxnLst/>
              <a:rect l="l" t="t" r="r" b="b"/>
              <a:pathLst>
                <a:path w="147" h="90" extrusionOk="0">
                  <a:moveTo>
                    <a:pt x="147" y="11"/>
                  </a:moveTo>
                  <a:cubicBezTo>
                    <a:pt x="147" y="78"/>
                    <a:pt x="147" y="78"/>
                    <a:pt x="147" y="78"/>
                  </a:cubicBezTo>
                  <a:cubicBezTo>
                    <a:pt x="147" y="84"/>
                    <a:pt x="141" y="90"/>
                    <a:pt x="135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1" y="0"/>
                    <a:pt x="147" y="5"/>
                    <a:pt x="147" y="11"/>
                  </a:cubicBezTo>
                  <a:close/>
                  <a:moveTo>
                    <a:pt x="147" y="11"/>
                  </a:moveTo>
                  <a:cubicBezTo>
                    <a:pt x="147" y="11"/>
                    <a:pt x="147" y="11"/>
                    <a:pt x="147" y="11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35"/>
            <p:cNvSpPr/>
            <p:nvPr/>
          </p:nvSpPr>
          <p:spPr>
            <a:xfrm>
              <a:off x="1280707" y="3143405"/>
              <a:ext cx="52403" cy="32084"/>
            </a:xfrm>
            <a:custGeom>
              <a:avLst/>
              <a:gdLst/>
              <a:ahLst/>
              <a:cxnLst/>
              <a:rect l="l" t="t" r="r" b="b"/>
              <a:pathLst>
                <a:path w="147" h="90" extrusionOk="0">
                  <a:moveTo>
                    <a:pt x="147" y="12"/>
                  </a:moveTo>
                  <a:cubicBezTo>
                    <a:pt x="147" y="78"/>
                    <a:pt x="147" y="78"/>
                    <a:pt x="147" y="78"/>
                  </a:cubicBezTo>
                  <a:cubicBezTo>
                    <a:pt x="147" y="85"/>
                    <a:pt x="141" y="90"/>
                    <a:pt x="135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1" y="0"/>
                    <a:pt x="147" y="5"/>
                    <a:pt x="147" y="12"/>
                  </a:cubicBezTo>
                  <a:close/>
                  <a:moveTo>
                    <a:pt x="147" y="12"/>
                  </a:moveTo>
                  <a:cubicBezTo>
                    <a:pt x="147" y="12"/>
                    <a:pt x="147" y="12"/>
                    <a:pt x="147" y="12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35"/>
            <p:cNvSpPr/>
            <p:nvPr/>
          </p:nvSpPr>
          <p:spPr>
            <a:xfrm>
              <a:off x="1280707" y="3077098"/>
              <a:ext cx="52403" cy="32084"/>
            </a:xfrm>
            <a:custGeom>
              <a:avLst/>
              <a:gdLst/>
              <a:ahLst/>
              <a:cxnLst/>
              <a:rect l="l" t="t" r="r" b="b"/>
              <a:pathLst>
                <a:path w="147" h="90" extrusionOk="0">
                  <a:moveTo>
                    <a:pt x="147" y="12"/>
                  </a:moveTo>
                  <a:cubicBezTo>
                    <a:pt x="147" y="79"/>
                    <a:pt x="147" y="79"/>
                    <a:pt x="147" y="79"/>
                  </a:cubicBezTo>
                  <a:cubicBezTo>
                    <a:pt x="147" y="85"/>
                    <a:pt x="141" y="90"/>
                    <a:pt x="135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1" y="0"/>
                    <a:pt x="147" y="6"/>
                    <a:pt x="147" y="12"/>
                  </a:cubicBezTo>
                  <a:close/>
                  <a:moveTo>
                    <a:pt x="147" y="12"/>
                  </a:moveTo>
                  <a:cubicBezTo>
                    <a:pt x="147" y="12"/>
                    <a:pt x="147" y="12"/>
                    <a:pt x="147" y="12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35"/>
            <p:cNvSpPr/>
            <p:nvPr/>
          </p:nvSpPr>
          <p:spPr>
            <a:xfrm>
              <a:off x="1280707" y="3011149"/>
              <a:ext cx="52403" cy="32084"/>
            </a:xfrm>
            <a:custGeom>
              <a:avLst/>
              <a:gdLst/>
              <a:ahLst/>
              <a:cxnLst/>
              <a:rect l="l" t="t" r="r" b="b"/>
              <a:pathLst>
                <a:path w="147" h="90" extrusionOk="0">
                  <a:moveTo>
                    <a:pt x="147" y="11"/>
                  </a:moveTo>
                  <a:cubicBezTo>
                    <a:pt x="147" y="78"/>
                    <a:pt x="147" y="78"/>
                    <a:pt x="147" y="78"/>
                  </a:cubicBezTo>
                  <a:cubicBezTo>
                    <a:pt x="147" y="84"/>
                    <a:pt x="141" y="90"/>
                    <a:pt x="135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1" y="0"/>
                    <a:pt x="147" y="5"/>
                    <a:pt x="147" y="11"/>
                  </a:cubicBezTo>
                  <a:close/>
                  <a:moveTo>
                    <a:pt x="147" y="11"/>
                  </a:moveTo>
                  <a:cubicBezTo>
                    <a:pt x="147" y="11"/>
                    <a:pt x="147" y="11"/>
                    <a:pt x="147" y="11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35"/>
            <p:cNvSpPr/>
            <p:nvPr/>
          </p:nvSpPr>
          <p:spPr>
            <a:xfrm>
              <a:off x="1280707" y="2944842"/>
              <a:ext cx="52403" cy="32084"/>
            </a:xfrm>
            <a:custGeom>
              <a:avLst/>
              <a:gdLst/>
              <a:ahLst/>
              <a:cxnLst/>
              <a:rect l="l" t="t" r="r" b="b"/>
              <a:pathLst>
                <a:path w="147" h="90" extrusionOk="0">
                  <a:moveTo>
                    <a:pt x="147" y="12"/>
                  </a:moveTo>
                  <a:cubicBezTo>
                    <a:pt x="147" y="79"/>
                    <a:pt x="147" y="79"/>
                    <a:pt x="147" y="79"/>
                  </a:cubicBezTo>
                  <a:cubicBezTo>
                    <a:pt x="147" y="85"/>
                    <a:pt x="141" y="90"/>
                    <a:pt x="135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1" y="0"/>
                    <a:pt x="147" y="5"/>
                    <a:pt x="147" y="12"/>
                  </a:cubicBezTo>
                  <a:close/>
                  <a:moveTo>
                    <a:pt x="147" y="12"/>
                  </a:moveTo>
                  <a:cubicBezTo>
                    <a:pt x="147" y="12"/>
                    <a:pt x="147" y="12"/>
                    <a:pt x="147" y="12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35"/>
            <p:cNvSpPr/>
            <p:nvPr/>
          </p:nvSpPr>
          <p:spPr>
            <a:xfrm>
              <a:off x="1280707" y="2878893"/>
              <a:ext cx="52403" cy="31727"/>
            </a:xfrm>
            <a:custGeom>
              <a:avLst/>
              <a:gdLst/>
              <a:ahLst/>
              <a:cxnLst/>
              <a:rect l="l" t="t" r="r" b="b"/>
              <a:pathLst>
                <a:path w="147" h="89" extrusionOk="0">
                  <a:moveTo>
                    <a:pt x="147" y="11"/>
                  </a:moveTo>
                  <a:cubicBezTo>
                    <a:pt x="147" y="78"/>
                    <a:pt x="147" y="78"/>
                    <a:pt x="147" y="78"/>
                  </a:cubicBezTo>
                  <a:cubicBezTo>
                    <a:pt x="147" y="84"/>
                    <a:pt x="141" y="89"/>
                    <a:pt x="135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1" y="0"/>
                    <a:pt x="147" y="5"/>
                    <a:pt x="147" y="11"/>
                  </a:cubicBezTo>
                  <a:close/>
                  <a:moveTo>
                    <a:pt x="147" y="11"/>
                  </a:moveTo>
                  <a:cubicBezTo>
                    <a:pt x="147" y="11"/>
                    <a:pt x="147" y="11"/>
                    <a:pt x="147" y="11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35"/>
            <p:cNvSpPr/>
            <p:nvPr/>
          </p:nvSpPr>
          <p:spPr>
            <a:xfrm>
              <a:off x="801056" y="3209711"/>
              <a:ext cx="45987" cy="32084"/>
            </a:xfrm>
            <a:custGeom>
              <a:avLst/>
              <a:gdLst/>
              <a:ahLst/>
              <a:cxnLst/>
              <a:rect l="l" t="t" r="r" b="b"/>
              <a:pathLst>
                <a:path w="129" h="90" extrusionOk="0">
                  <a:moveTo>
                    <a:pt x="129" y="0"/>
                  </a:moveTo>
                  <a:cubicBezTo>
                    <a:pt x="129" y="90"/>
                    <a:pt x="129" y="90"/>
                    <a:pt x="129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6" y="90"/>
                    <a:pt x="0" y="84"/>
                    <a:pt x="0" y="7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lnTo>
                    <a:pt x="129" y="0"/>
                  </a:lnTo>
                  <a:close/>
                  <a:moveTo>
                    <a:pt x="129" y="0"/>
                  </a:moveTo>
                  <a:cubicBezTo>
                    <a:pt x="129" y="0"/>
                    <a:pt x="129" y="0"/>
                    <a:pt x="12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35"/>
            <p:cNvSpPr/>
            <p:nvPr/>
          </p:nvSpPr>
          <p:spPr>
            <a:xfrm>
              <a:off x="801056" y="3143405"/>
              <a:ext cx="45987" cy="32084"/>
            </a:xfrm>
            <a:custGeom>
              <a:avLst/>
              <a:gdLst/>
              <a:ahLst/>
              <a:cxnLst/>
              <a:rect l="l" t="t" r="r" b="b"/>
              <a:pathLst>
                <a:path w="129" h="90" extrusionOk="0">
                  <a:moveTo>
                    <a:pt x="129" y="0"/>
                  </a:moveTo>
                  <a:cubicBezTo>
                    <a:pt x="129" y="90"/>
                    <a:pt x="129" y="90"/>
                    <a:pt x="129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6" y="90"/>
                    <a:pt x="0" y="85"/>
                    <a:pt x="0" y="7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lnTo>
                    <a:pt x="129" y="0"/>
                  </a:lnTo>
                  <a:close/>
                  <a:moveTo>
                    <a:pt x="129" y="0"/>
                  </a:moveTo>
                  <a:cubicBezTo>
                    <a:pt x="129" y="0"/>
                    <a:pt x="129" y="0"/>
                    <a:pt x="12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35"/>
            <p:cNvSpPr/>
            <p:nvPr/>
          </p:nvSpPr>
          <p:spPr>
            <a:xfrm>
              <a:off x="801056" y="3077098"/>
              <a:ext cx="45987" cy="32084"/>
            </a:xfrm>
            <a:custGeom>
              <a:avLst/>
              <a:gdLst/>
              <a:ahLst/>
              <a:cxnLst/>
              <a:rect l="l" t="t" r="r" b="b"/>
              <a:pathLst>
                <a:path w="129" h="90" extrusionOk="0">
                  <a:moveTo>
                    <a:pt x="129" y="0"/>
                  </a:moveTo>
                  <a:cubicBezTo>
                    <a:pt x="129" y="90"/>
                    <a:pt x="129" y="90"/>
                    <a:pt x="129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6" y="90"/>
                    <a:pt x="0" y="85"/>
                    <a:pt x="0" y="79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lnTo>
                    <a:pt x="129" y="0"/>
                  </a:lnTo>
                  <a:close/>
                  <a:moveTo>
                    <a:pt x="129" y="0"/>
                  </a:moveTo>
                  <a:cubicBezTo>
                    <a:pt x="129" y="0"/>
                    <a:pt x="129" y="0"/>
                    <a:pt x="12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35"/>
            <p:cNvSpPr/>
            <p:nvPr/>
          </p:nvSpPr>
          <p:spPr>
            <a:xfrm>
              <a:off x="801056" y="3011149"/>
              <a:ext cx="45987" cy="32084"/>
            </a:xfrm>
            <a:custGeom>
              <a:avLst/>
              <a:gdLst/>
              <a:ahLst/>
              <a:cxnLst/>
              <a:rect l="l" t="t" r="r" b="b"/>
              <a:pathLst>
                <a:path w="129" h="90" extrusionOk="0">
                  <a:moveTo>
                    <a:pt x="129" y="0"/>
                  </a:moveTo>
                  <a:cubicBezTo>
                    <a:pt x="129" y="90"/>
                    <a:pt x="129" y="90"/>
                    <a:pt x="129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6" y="90"/>
                    <a:pt x="0" y="84"/>
                    <a:pt x="0" y="7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lnTo>
                    <a:pt x="129" y="0"/>
                  </a:lnTo>
                  <a:close/>
                  <a:moveTo>
                    <a:pt x="129" y="0"/>
                  </a:moveTo>
                  <a:cubicBezTo>
                    <a:pt x="129" y="0"/>
                    <a:pt x="129" y="0"/>
                    <a:pt x="12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35"/>
            <p:cNvSpPr/>
            <p:nvPr/>
          </p:nvSpPr>
          <p:spPr>
            <a:xfrm>
              <a:off x="801056" y="2944842"/>
              <a:ext cx="45987" cy="32084"/>
            </a:xfrm>
            <a:custGeom>
              <a:avLst/>
              <a:gdLst/>
              <a:ahLst/>
              <a:cxnLst/>
              <a:rect l="l" t="t" r="r" b="b"/>
              <a:pathLst>
                <a:path w="129" h="90" extrusionOk="0">
                  <a:moveTo>
                    <a:pt x="129" y="0"/>
                  </a:moveTo>
                  <a:cubicBezTo>
                    <a:pt x="129" y="90"/>
                    <a:pt x="129" y="90"/>
                    <a:pt x="129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6" y="90"/>
                    <a:pt x="0" y="85"/>
                    <a:pt x="0" y="79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lnTo>
                    <a:pt x="129" y="0"/>
                  </a:lnTo>
                  <a:close/>
                  <a:moveTo>
                    <a:pt x="129" y="0"/>
                  </a:moveTo>
                  <a:cubicBezTo>
                    <a:pt x="129" y="0"/>
                    <a:pt x="129" y="0"/>
                    <a:pt x="12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35"/>
            <p:cNvSpPr/>
            <p:nvPr/>
          </p:nvSpPr>
          <p:spPr>
            <a:xfrm>
              <a:off x="801056" y="2878893"/>
              <a:ext cx="45987" cy="31727"/>
            </a:xfrm>
            <a:custGeom>
              <a:avLst/>
              <a:gdLst/>
              <a:ahLst/>
              <a:cxnLst/>
              <a:rect l="l" t="t" r="r" b="b"/>
              <a:pathLst>
                <a:path w="129" h="89" extrusionOk="0">
                  <a:moveTo>
                    <a:pt x="129" y="0"/>
                  </a:moveTo>
                  <a:cubicBezTo>
                    <a:pt x="129" y="89"/>
                    <a:pt x="129" y="89"/>
                    <a:pt x="129" y="89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89"/>
                    <a:pt x="0" y="84"/>
                    <a:pt x="0" y="7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lnTo>
                    <a:pt x="129" y="0"/>
                  </a:lnTo>
                  <a:close/>
                  <a:moveTo>
                    <a:pt x="129" y="0"/>
                  </a:moveTo>
                  <a:cubicBezTo>
                    <a:pt x="129" y="0"/>
                    <a:pt x="129" y="0"/>
                    <a:pt x="12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35"/>
            <p:cNvSpPr/>
            <p:nvPr/>
          </p:nvSpPr>
          <p:spPr>
            <a:xfrm>
              <a:off x="823158" y="2858573"/>
              <a:ext cx="486779" cy="401046"/>
            </a:xfrm>
            <a:custGeom>
              <a:avLst/>
              <a:gdLst/>
              <a:ahLst/>
              <a:cxnLst/>
              <a:rect l="l" t="t" r="r" b="b"/>
              <a:pathLst>
                <a:path w="1365" h="1125" extrusionOk="0">
                  <a:moveTo>
                    <a:pt x="1319" y="0"/>
                  </a:moveTo>
                  <a:cubicBezTo>
                    <a:pt x="980" y="0"/>
                    <a:pt x="980" y="0"/>
                    <a:pt x="980" y="0"/>
                  </a:cubicBezTo>
                  <a:cubicBezTo>
                    <a:pt x="968" y="0"/>
                    <a:pt x="958" y="9"/>
                    <a:pt x="958" y="22"/>
                  </a:cubicBezTo>
                  <a:cubicBezTo>
                    <a:pt x="958" y="202"/>
                    <a:pt x="958" y="202"/>
                    <a:pt x="958" y="202"/>
                  </a:cubicBezTo>
                  <a:cubicBezTo>
                    <a:pt x="407" y="202"/>
                    <a:pt x="407" y="202"/>
                    <a:pt x="407" y="202"/>
                  </a:cubicBezTo>
                  <a:cubicBezTo>
                    <a:pt x="407" y="22"/>
                    <a:pt x="407" y="22"/>
                    <a:pt x="407" y="22"/>
                  </a:cubicBezTo>
                  <a:cubicBezTo>
                    <a:pt x="407" y="9"/>
                    <a:pt x="397" y="0"/>
                    <a:pt x="385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1" y="0"/>
                    <a:pt x="0" y="20"/>
                    <a:pt x="0" y="46"/>
                  </a:cubicBezTo>
                  <a:cubicBezTo>
                    <a:pt x="0" y="1079"/>
                    <a:pt x="0" y="1079"/>
                    <a:pt x="0" y="1079"/>
                  </a:cubicBezTo>
                  <a:cubicBezTo>
                    <a:pt x="0" y="1105"/>
                    <a:pt x="21" y="1125"/>
                    <a:pt x="46" y="1125"/>
                  </a:cubicBezTo>
                  <a:cubicBezTo>
                    <a:pt x="385" y="1125"/>
                    <a:pt x="385" y="1125"/>
                    <a:pt x="385" y="1125"/>
                  </a:cubicBezTo>
                  <a:cubicBezTo>
                    <a:pt x="397" y="1125"/>
                    <a:pt x="407" y="1116"/>
                    <a:pt x="407" y="1103"/>
                  </a:cubicBezTo>
                  <a:cubicBezTo>
                    <a:pt x="407" y="1000"/>
                    <a:pt x="407" y="1000"/>
                    <a:pt x="407" y="1000"/>
                  </a:cubicBezTo>
                  <a:cubicBezTo>
                    <a:pt x="958" y="1000"/>
                    <a:pt x="958" y="1000"/>
                    <a:pt x="958" y="1000"/>
                  </a:cubicBezTo>
                  <a:cubicBezTo>
                    <a:pt x="958" y="1103"/>
                    <a:pt x="958" y="1103"/>
                    <a:pt x="958" y="1103"/>
                  </a:cubicBezTo>
                  <a:cubicBezTo>
                    <a:pt x="958" y="1116"/>
                    <a:pt x="968" y="1125"/>
                    <a:pt x="980" y="1125"/>
                  </a:cubicBezTo>
                  <a:cubicBezTo>
                    <a:pt x="1319" y="1125"/>
                    <a:pt x="1319" y="1125"/>
                    <a:pt x="1319" y="1125"/>
                  </a:cubicBezTo>
                  <a:cubicBezTo>
                    <a:pt x="1344" y="1125"/>
                    <a:pt x="1365" y="1105"/>
                    <a:pt x="1365" y="1079"/>
                  </a:cubicBezTo>
                  <a:cubicBezTo>
                    <a:pt x="1365" y="46"/>
                    <a:pt x="1365" y="46"/>
                    <a:pt x="1365" y="46"/>
                  </a:cubicBezTo>
                  <a:cubicBezTo>
                    <a:pt x="1365" y="20"/>
                    <a:pt x="1344" y="0"/>
                    <a:pt x="1319" y="0"/>
                  </a:cubicBezTo>
                  <a:close/>
                  <a:moveTo>
                    <a:pt x="1319" y="0"/>
                  </a:moveTo>
                  <a:cubicBezTo>
                    <a:pt x="1319" y="0"/>
                    <a:pt x="1319" y="0"/>
                    <a:pt x="1319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35"/>
            <p:cNvSpPr/>
            <p:nvPr/>
          </p:nvSpPr>
          <p:spPr>
            <a:xfrm>
              <a:off x="968604" y="2869267"/>
              <a:ext cx="196602" cy="378587"/>
            </a:xfrm>
            <a:custGeom>
              <a:avLst/>
              <a:gdLst/>
              <a:ahLst/>
              <a:cxnLst/>
              <a:rect l="l" t="t" r="r" b="b"/>
              <a:pathLst>
                <a:path w="551" h="1062" extrusionOk="0">
                  <a:moveTo>
                    <a:pt x="523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2"/>
                    <a:pt x="0" y="28"/>
                  </a:cubicBezTo>
                  <a:cubicBezTo>
                    <a:pt x="0" y="1030"/>
                    <a:pt x="0" y="1030"/>
                    <a:pt x="0" y="1030"/>
                  </a:cubicBezTo>
                  <a:cubicBezTo>
                    <a:pt x="0" y="1048"/>
                    <a:pt x="15" y="1062"/>
                    <a:pt x="33" y="1062"/>
                  </a:cubicBezTo>
                  <a:cubicBezTo>
                    <a:pt x="519" y="1062"/>
                    <a:pt x="519" y="1062"/>
                    <a:pt x="519" y="1062"/>
                  </a:cubicBezTo>
                  <a:cubicBezTo>
                    <a:pt x="537" y="1062"/>
                    <a:pt x="551" y="1048"/>
                    <a:pt x="551" y="1030"/>
                  </a:cubicBezTo>
                  <a:cubicBezTo>
                    <a:pt x="551" y="28"/>
                    <a:pt x="551" y="28"/>
                    <a:pt x="551" y="28"/>
                  </a:cubicBezTo>
                  <a:cubicBezTo>
                    <a:pt x="551" y="12"/>
                    <a:pt x="539" y="0"/>
                    <a:pt x="523" y="0"/>
                  </a:cubicBezTo>
                  <a:close/>
                  <a:moveTo>
                    <a:pt x="523" y="0"/>
                  </a:moveTo>
                  <a:cubicBezTo>
                    <a:pt x="523" y="0"/>
                    <a:pt x="523" y="0"/>
                    <a:pt x="523" y="0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35"/>
            <p:cNvSpPr/>
            <p:nvPr/>
          </p:nvSpPr>
          <p:spPr>
            <a:xfrm>
              <a:off x="921904" y="2930939"/>
              <a:ext cx="283941" cy="284119"/>
            </a:xfrm>
            <a:custGeom>
              <a:avLst/>
              <a:gdLst/>
              <a:ahLst/>
              <a:cxnLst/>
              <a:rect l="l" t="t" r="r" b="b"/>
              <a:pathLst>
                <a:path w="796" h="797" extrusionOk="0">
                  <a:moveTo>
                    <a:pt x="673" y="111"/>
                  </a:moveTo>
                  <a:cubicBezTo>
                    <a:pt x="749" y="183"/>
                    <a:pt x="796" y="285"/>
                    <a:pt x="796" y="398"/>
                  </a:cubicBezTo>
                  <a:cubicBezTo>
                    <a:pt x="796" y="511"/>
                    <a:pt x="749" y="614"/>
                    <a:pt x="673" y="686"/>
                  </a:cubicBezTo>
                  <a:cubicBezTo>
                    <a:pt x="602" y="755"/>
                    <a:pt x="505" y="797"/>
                    <a:pt x="398" y="797"/>
                  </a:cubicBezTo>
                  <a:cubicBezTo>
                    <a:pt x="291" y="797"/>
                    <a:pt x="194" y="755"/>
                    <a:pt x="123" y="686"/>
                  </a:cubicBezTo>
                  <a:cubicBezTo>
                    <a:pt x="47" y="614"/>
                    <a:pt x="0" y="511"/>
                    <a:pt x="0" y="398"/>
                  </a:cubicBezTo>
                  <a:cubicBezTo>
                    <a:pt x="0" y="285"/>
                    <a:pt x="47" y="183"/>
                    <a:pt x="123" y="111"/>
                  </a:cubicBezTo>
                  <a:cubicBezTo>
                    <a:pt x="194" y="42"/>
                    <a:pt x="291" y="0"/>
                    <a:pt x="398" y="0"/>
                  </a:cubicBezTo>
                  <a:cubicBezTo>
                    <a:pt x="505" y="0"/>
                    <a:pt x="602" y="42"/>
                    <a:pt x="673" y="111"/>
                  </a:cubicBezTo>
                  <a:close/>
                  <a:moveTo>
                    <a:pt x="673" y="111"/>
                  </a:moveTo>
                  <a:cubicBezTo>
                    <a:pt x="673" y="111"/>
                    <a:pt x="673" y="111"/>
                    <a:pt x="673" y="111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35"/>
            <p:cNvSpPr/>
            <p:nvPr/>
          </p:nvSpPr>
          <p:spPr>
            <a:xfrm>
              <a:off x="856668" y="3151960"/>
              <a:ext cx="79140" cy="79140"/>
            </a:xfrm>
            <a:custGeom>
              <a:avLst/>
              <a:gdLst/>
              <a:ahLst/>
              <a:cxnLst/>
              <a:rect l="l" t="t" r="r" b="b"/>
              <a:pathLst>
                <a:path w="222" h="222" extrusionOk="0">
                  <a:moveTo>
                    <a:pt x="222" y="111"/>
                  </a:moveTo>
                  <a:cubicBezTo>
                    <a:pt x="222" y="172"/>
                    <a:pt x="172" y="222"/>
                    <a:pt x="111" y="222"/>
                  </a:cubicBezTo>
                  <a:cubicBezTo>
                    <a:pt x="50" y="222"/>
                    <a:pt x="0" y="172"/>
                    <a:pt x="0" y="111"/>
                  </a:cubicBezTo>
                  <a:cubicBezTo>
                    <a:pt x="0" y="50"/>
                    <a:pt x="50" y="0"/>
                    <a:pt x="111" y="0"/>
                  </a:cubicBezTo>
                  <a:cubicBezTo>
                    <a:pt x="172" y="0"/>
                    <a:pt x="222" y="50"/>
                    <a:pt x="222" y="111"/>
                  </a:cubicBezTo>
                  <a:close/>
                  <a:moveTo>
                    <a:pt x="222" y="111"/>
                  </a:moveTo>
                  <a:cubicBezTo>
                    <a:pt x="222" y="111"/>
                    <a:pt x="222" y="111"/>
                    <a:pt x="222" y="111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35"/>
            <p:cNvSpPr/>
            <p:nvPr/>
          </p:nvSpPr>
          <p:spPr>
            <a:xfrm>
              <a:off x="856668" y="3083515"/>
              <a:ext cx="38500" cy="38500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8" y="54"/>
                  </a:moveTo>
                  <a:cubicBezTo>
                    <a:pt x="108" y="84"/>
                    <a:pt x="84" y="108"/>
                    <a:pt x="54" y="108"/>
                  </a:cubicBezTo>
                  <a:cubicBezTo>
                    <a:pt x="24" y="108"/>
                    <a:pt x="0" y="84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lose/>
                  <a:moveTo>
                    <a:pt x="108" y="54"/>
                  </a:moveTo>
                  <a:cubicBezTo>
                    <a:pt x="108" y="54"/>
                    <a:pt x="108" y="54"/>
                    <a:pt x="108" y="54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35"/>
            <p:cNvSpPr/>
            <p:nvPr/>
          </p:nvSpPr>
          <p:spPr>
            <a:xfrm>
              <a:off x="1198359" y="3151960"/>
              <a:ext cx="79140" cy="79140"/>
            </a:xfrm>
            <a:custGeom>
              <a:avLst/>
              <a:gdLst/>
              <a:ahLst/>
              <a:cxnLst/>
              <a:rect l="l" t="t" r="r" b="b"/>
              <a:pathLst>
                <a:path w="222" h="222" extrusionOk="0">
                  <a:moveTo>
                    <a:pt x="222" y="111"/>
                  </a:moveTo>
                  <a:cubicBezTo>
                    <a:pt x="222" y="172"/>
                    <a:pt x="172" y="222"/>
                    <a:pt x="111" y="222"/>
                  </a:cubicBezTo>
                  <a:cubicBezTo>
                    <a:pt x="50" y="222"/>
                    <a:pt x="0" y="172"/>
                    <a:pt x="0" y="111"/>
                  </a:cubicBezTo>
                  <a:cubicBezTo>
                    <a:pt x="0" y="50"/>
                    <a:pt x="50" y="0"/>
                    <a:pt x="111" y="0"/>
                  </a:cubicBezTo>
                  <a:cubicBezTo>
                    <a:pt x="172" y="0"/>
                    <a:pt x="222" y="50"/>
                    <a:pt x="222" y="111"/>
                  </a:cubicBezTo>
                  <a:close/>
                  <a:moveTo>
                    <a:pt x="222" y="111"/>
                  </a:moveTo>
                  <a:cubicBezTo>
                    <a:pt x="222" y="111"/>
                    <a:pt x="222" y="111"/>
                    <a:pt x="222" y="111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35"/>
            <p:cNvSpPr/>
            <p:nvPr/>
          </p:nvSpPr>
          <p:spPr>
            <a:xfrm>
              <a:off x="1008174" y="2998315"/>
              <a:ext cx="117818" cy="28875"/>
            </a:xfrm>
            <a:custGeom>
              <a:avLst/>
              <a:gdLst/>
              <a:ahLst/>
              <a:cxnLst/>
              <a:rect l="l" t="t" r="r" b="b"/>
              <a:pathLst>
                <a:path w="330" h="81" extrusionOk="0">
                  <a:moveTo>
                    <a:pt x="330" y="15"/>
                  </a:moveTo>
                  <a:cubicBezTo>
                    <a:pt x="330" y="66"/>
                    <a:pt x="330" y="66"/>
                    <a:pt x="330" y="66"/>
                  </a:cubicBezTo>
                  <a:cubicBezTo>
                    <a:pt x="330" y="74"/>
                    <a:pt x="323" y="81"/>
                    <a:pt x="314" y="81"/>
                  </a:cubicBezTo>
                  <a:cubicBezTo>
                    <a:pt x="15" y="81"/>
                    <a:pt x="15" y="81"/>
                    <a:pt x="15" y="81"/>
                  </a:cubicBezTo>
                  <a:cubicBezTo>
                    <a:pt x="7" y="81"/>
                    <a:pt x="0" y="74"/>
                    <a:pt x="0" y="6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314" y="0"/>
                    <a:pt x="314" y="0"/>
                    <a:pt x="314" y="0"/>
                  </a:cubicBezTo>
                  <a:cubicBezTo>
                    <a:pt x="323" y="0"/>
                    <a:pt x="330" y="7"/>
                    <a:pt x="330" y="15"/>
                  </a:cubicBezTo>
                  <a:close/>
                  <a:moveTo>
                    <a:pt x="330" y="15"/>
                  </a:moveTo>
                  <a:cubicBezTo>
                    <a:pt x="330" y="15"/>
                    <a:pt x="330" y="15"/>
                    <a:pt x="330" y="1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35"/>
            <p:cNvSpPr/>
            <p:nvPr/>
          </p:nvSpPr>
          <p:spPr>
            <a:xfrm>
              <a:off x="998549" y="3118807"/>
              <a:ext cx="137069" cy="35292"/>
            </a:xfrm>
            <a:custGeom>
              <a:avLst/>
              <a:gdLst/>
              <a:ahLst/>
              <a:cxnLst/>
              <a:rect l="l" t="t" r="r" b="b"/>
              <a:pathLst>
                <a:path w="384" h="99" extrusionOk="0">
                  <a:moveTo>
                    <a:pt x="384" y="15"/>
                  </a:moveTo>
                  <a:cubicBezTo>
                    <a:pt x="384" y="84"/>
                    <a:pt x="384" y="84"/>
                    <a:pt x="384" y="84"/>
                  </a:cubicBezTo>
                  <a:cubicBezTo>
                    <a:pt x="384" y="92"/>
                    <a:pt x="377" y="99"/>
                    <a:pt x="368" y="99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7" y="99"/>
                    <a:pt x="0" y="92"/>
                    <a:pt x="0" y="8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77" y="0"/>
                    <a:pt x="384" y="7"/>
                    <a:pt x="384" y="15"/>
                  </a:cubicBezTo>
                  <a:close/>
                  <a:moveTo>
                    <a:pt x="384" y="15"/>
                  </a:moveTo>
                  <a:cubicBezTo>
                    <a:pt x="384" y="15"/>
                    <a:pt x="384" y="15"/>
                    <a:pt x="384" y="1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35"/>
            <p:cNvSpPr/>
            <p:nvPr/>
          </p:nvSpPr>
          <p:spPr>
            <a:xfrm>
              <a:off x="848825" y="3144118"/>
              <a:ext cx="94825" cy="94825"/>
            </a:xfrm>
            <a:custGeom>
              <a:avLst/>
              <a:gdLst/>
              <a:ahLst/>
              <a:cxnLst/>
              <a:rect l="l" t="t" r="r" b="b"/>
              <a:pathLst>
                <a:path w="266" h="266" extrusionOk="0">
                  <a:moveTo>
                    <a:pt x="133" y="0"/>
                  </a:moveTo>
                  <a:cubicBezTo>
                    <a:pt x="59" y="0"/>
                    <a:pt x="0" y="59"/>
                    <a:pt x="0" y="133"/>
                  </a:cubicBezTo>
                  <a:cubicBezTo>
                    <a:pt x="0" y="206"/>
                    <a:pt x="59" y="266"/>
                    <a:pt x="133" y="266"/>
                  </a:cubicBezTo>
                  <a:cubicBezTo>
                    <a:pt x="206" y="266"/>
                    <a:pt x="266" y="206"/>
                    <a:pt x="266" y="133"/>
                  </a:cubicBezTo>
                  <a:cubicBezTo>
                    <a:pt x="266" y="59"/>
                    <a:pt x="206" y="0"/>
                    <a:pt x="133" y="0"/>
                  </a:cubicBezTo>
                  <a:close/>
                  <a:moveTo>
                    <a:pt x="133" y="221"/>
                  </a:moveTo>
                  <a:cubicBezTo>
                    <a:pt x="84" y="221"/>
                    <a:pt x="45" y="182"/>
                    <a:pt x="45" y="133"/>
                  </a:cubicBezTo>
                  <a:cubicBezTo>
                    <a:pt x="45" y="84"/>
                    <a:pt x="84" y="44"/>
                    <a:pt x="133" y="44"/>
                  </a:cubicBezTo>
                  <a:cubicBezTo>
                    <a:pt x="182" y="44"/>
                    <a:pt x="221" y="84"/>
                    <a:pt x="221" y="133"/>
                  </a:cubicBezTo>
                  <a:cubicBezTo>
                    <a:pt x="221" y="182"/>
                    <a:pt x="182" y="221"/>
                    <a:pt x="133" y="221"/>
                  </a:cubicBezTo>
                  <a:close/>
                  <a:moveTo>
                    <a:pt x="133" y="221"/>
                  </a:moveTo>
                  <a:cubicBezTo>
                    <a:pt x="133" y="221"/>
                    <a:pt x="133" y="221"/>
                    <a:pt x="133" y="221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35"/>
            <p:cNvSpPr/>
            <p:nvPr/>
          </p:nvSpPr>
          <p:spPr>
            <a:xfrm>
              <a:off x="848825" y="3075672"/>
              <a:ext cx="54186" cy="54542"/>
            </a:xfrm>
            <a:custGeom>
              <a:avLst/>
              <a:gdLst/>
              <a:ahLst/>
              <a:cxnLst/>
              <a:rect l="l" t="t" r="r" b="b"/>
              <a:pathLst>
                <a:path w="152" h="153" extrusionOk="0">
                  <a:moveTo>
                    <a:pt x="76" y="153"/>
                  </a:moveTo>
                  <a:cubicBezTo>
                    <a:pt x="118" y="153"/>
                    <a:pt x="152" y="118"/>
                    <a:pt x="152" y="76"/>
                  </a:cubicBezTo>
                  <a:cubicBezTo>
                    <a:pt x="152" y="34"/>
                    <a:pt x="118" y="0"/>
                    <a:pt x="76" y="0"/>
                  </a:cubicBezTo>
                  <a:cubicBezTo>
                    <a:pt x="34" y="0"/>
                    <a:pt x="0" y="34"/>
                    <a:pt x="0" y="76"/>
                  </a:cubicBezTo>
                  <a:cubicBezTo>
                    <a:pt x="0" y="118"/>
                    <a:pt x="34" y="153"/>
                    <a:pt x="76" y="153"/>
                  </a:cubicBezTo>
                  <a:close/>
                  <a:moveTo>
                    <a:pt x="76" y="45"/>
                  </a:moveTo>
                  <a:cubicBezTo>
                    <a:pt x="93" y="45"/>
                    <a:pt x="107" y="59"/>
                    <a:pt x="107" y="76"/>
                  </a:cubicBezTo>
                  <a:cubicBezTo>
                    <a:pt x="107" y="94"/>
                    <a:pt x="93" y="108"/>
                    <a:pt x="76" y="108"/>
                  </a:cubicBezTo>
                  <a:cubicBezTo>
                    <a:pt x="59" y="108"/>
                    <a:pt x="45" y="94"/>
                    <a:pt x="45" y="76"/>
                  </a:cubicBezTo>
                  <a:cubicBezTo>
                    <a:pt x="45" y="59"/>
                    <a:pt x="59" y="45"/>
                    <a:pt x="76" y="45"/>
                  </a:cubicBezTo>
                  <a:close/>
                  <a:moveTo>
                    <a:pt x="76" y="45"/>
                  </a:moveTo>
                  <a:cubicBezTo>
                    <a:pt x="76" y="45"/>
                    <a:pt x="76" y="45"/>
                    <a:pt x="76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35"/>
            <p:cNvSpPr/>
            <p:nvPr/>
          </p:nvSpPr>
          <p:spPr>
            <a:xfrm>
              <a:off x="1190516" y="3144118"/>
              <a:ext cx="94825" cy="94825"/>
            </a:xfrm>
            <a:custGeom>
              <a:avLst/>
              <a:gdLst/>
              <a:ahLst/>
              <a:cxnLst/>
              <a:rect l="l" t="t" r="r" b="b"/>
              <a:pathLst>
                <a:path w="266" h="266" extrusionOk="0">
                  <a:moveTo>
                    <a:pt x="133" y="0"/>
                  </a:moveTo>
                  <a:cubicBezTo>
                    <a:pt x="60" y="0"/>
                    <a:pt x="0" y="59"/>
                    <a:pt x="0" y="133"/>
                  </a:cubicBezTo>
                  <a:cubicBezTo>
                    <a:pt x="0" y="206"/>
                    <a:pt x="60" y="266"/>
                    <a:pt x="133" y="266"/>
                  </a:cubicBezTo>
                  <a:cubicBezTo>
                    <a:pt x="206" y="266"/>
                    <a:pt x="266" y="206"/>
                    <a:pt x="266" y="133"/>
                  </a:cubicBezTo>
                  <a:cubicBezTo>
                    <a:pt x="266" y="59"/>
                    <a:pt x="206" y="0"/>
                    <a:pt x="133" y="0"/>
                  </a:cubicBezTo>
                  <a:close/>
                  <a:moveTo>
                    <a:pt x="133" y="221"/>
                  </a:moveTo>
                  <a:cubicBezTo>
                    <a:pt x="84" y="221"/>
                    <a:pt x="45" y="182"/>
                    <a:pt x="45" y="133"/>
                  </a:cubicBezTo>
                  <a:cubicBezTo>
                    <a:pt x="45" y="84"/>
                    <a:pt x="84" y="44"/>
                    <a:pt x="133" y="44"/>
                  </a:cubicBezTo>
                  <a:cubicBezTo>
                    <a:pt x="182" y="44"/>
                    <a:pt x="221" y="84"/>
                    <a:pt x="221" y="133"/>
                  </a:cubicBezTo>
                  <a:cubicBezTo>
                    <a:pt x="221" y="182"/>
                    <a:pt x="182" y="221"/>
                    <a:pt x="133" y="221"/>
                  </a:cubicBezTo>
                  <a:close/>
                  <a:moveTo>
                    <a:pt x="133" y="221"/>
                  </a:moveTo>
                  <a:cubicBezTo>
                    <a:pt x="133" y="221"/>
                    <a:pt x="133" y="221"/>
                    <a:pt x="133" y="221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35"/>
            <p:cNvSpPr/>
            <p:nvPr/>
          </p:nvSpPr>
          <p:spPr>
            <a:xfrm>
              <a:off x="793213" y="2850374"/>
              <a:ext cx="547741" cy="417444"/>
            </a:xfrm>
            <a:custGeom>
              <a:avLst/>
              <a:gdLst/>
              <a:ahLst/>
              <a:cxnLst/>
              <a:rect l="l" t="t" r="r" b="b"/>
              <a:pathLst>
                <a:path w="1536" h="1171" extrusionOk="0">
                  <a:moveTo>
                    <a:pt x="1502" y="192"/>
                  </a:moveTo>
                  <a:cubicBezTo>
                    <a:pt x="1521" y="192"/>
                    <a:pt x="1536" y="177"/>
                    <a:pt x="1536" y="158"/>
                  </a:cubicBezTo>
                  <a:cubicBezTo>
                    <a:pt x="1536" y="91"/>
                    <a:pt x="1536" y="91"/>
                    <a:pt x="1536" y="91"/>
                  </a:cubicBezTo>
                  <a:cubicBezTo>
                    <a:pt x="1536" y="72"/>
                    <a:pt x="1521" y="57"/>
                    <a:pt x="1502" y="57"/>
                  </a:cubicBezTo>
                  <a:cubicBezTo>
                    <a:pt x="1472" y="57"/>
                    <a:pt x="1472" y="57"/>
                    <a:pt x="1472" y="57"/>
                  </a:cubicBezTo>
                  <a:cubicBezTo>
                    <a:pt x="1466" y="25"/>
                    <a:pt x="1438" y="0"/>
                    <a:pt x="1404" y="0"/>
                  </a:cubicBezTo>
                  <a:cubicBezTo>
                    <a:pt x="1065" y="0"/>
                    <a:pt x="1065" y="0"/>
                    <a:pt x="1065" y="0"/>
                  </a:cubicBezTo>
                  <a:cubicBezTo>
                    <a:pt x="1046" y="0"/>
                    <a:pt x="1029" y="13"/>
                    <a:pt x="1023" y="31"/>
                  </a:cubicBezTo>
                  <a:cubicBezTo>
                    <a:pt x="1021" y="30"/>
                    <a:pt x="1018" y="30"/>
                    <a:pt x="1015" y="30"/>
                  </a:cubicBezTo>
                  <a:cubicBezTo>
                    <a:pt x="521" y="30"/>
                    <a:pt x="521" y="30"/>
                    <a:pt x="521" y="30"/>
                  </a:cubicBezTo>
                  <a:cubicBezTo>
                    <a:pt x="518" y="30"/>
                    <a:pt x="515" y="30"/>
                    <a:pt x="513" y="31"/>
                  </a:cubicBezTo>
                  <a:cubicBezTo>
                    <a:pt x="507" y="13"/>
                    <a:pt x="490" y="0"/>
                    <a:pt x="470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98" y="0"/>
                    <a:pt x="70" y="25"/>
                    <a:pt x="64" y="57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15" y="57"/>
                    <a:pt x="0" y="72"/>
                    <a:pt x="0" y="91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7"/>
                    <a:pt x="15" y="192"/>
                    <a:pt x="34" y="192"/>
                  </a:cubicBezTo>
                  <a:cubicBezTo>
                    <a:pt x="63" y="192"/>
                    <a:pt x="63" y="192"/>
                    <a:pt x="63" y="192"/>
                  </a:cubicBezTo>
                  <a:cubicBezTo>
                    <a:pt x="63" y="243"/>
                    <a:pt x="63" y="243"/>
                    <a:pt x="63" y="243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15" y="243"/>
                    <a:pt x="0" y="258"/>
                    <a:pt x="0" y="277"/>
                  </a:cubicBezTo>
                  <a:cubicBezTo>
                    <a:pt x="0" y="344"/>
                    <a:pt x="0" y="344"/>
                    <a:pt x="0" y="344"/>
                  </a:cubicBezTo>
                  <a:cubicBezTo>
                    <a:pt x="0" y="362"/>
                    <a:pt x="15" y="377"/>
                    <a:pt x="34" y="377"/>
                  </a:cubicBezTo>
                  <a:cubicBezTo>
                    <a:pt x="63" y="377"/>
                    <a:pt x="63" y="377"/>
                    <a:pt x="63" y="377"/>
                  </a:cubicBezTo>
                  <a:cubicBezTo>
                    <a:pt x="63" y="428"/>
                    <a:pt x="63" y="428"/>
                    <a:pt x="63" y="428"/>
                  </a:cubicBezTo>
                  <a:cubicBezTo>
                    <a:pt x="34" y="428"/>
                    <a:pt x="34" y="428"/>
                    <a:pt x="34" y="428"/>
                  </a:cubicBezTo>
                  <a:cubicBezTo>
                    <a:pt x="15" y="428"/>
                    <a:pt x="0" y="444"/>
                    <a:pt x="0" y="462"/>
                  </a:cubicBezTo>
                  <a:cubicBezTo>
                    <a:pt x="0" y="529"/>
                    <a:pt x="0" y="529"/>
                    <a:pt x="0" y="529"/>
                  </a:cubicBezTo>
                  <a:cubicBezTo>
                    <a:pt x="0" y="548"/>
                    <a:pt x="15" y="563"/>
                    <a:pt x="34" y="563"/>
                  </a:cubicBezTo>
                  <a:cubicBezTo>
                    <a:pt x="63" y="563"/>
                    <a:pt x="63" y="563"/>
                    <a:pt x="63" y="563"/>
                  </a:cubicBezTo>
                  <a:cubicBezTo>
                    <a:pt x="63" y="614"/>
                    <a:pt x="63" y="614"/>
                    <a:pt x="63" y="614"/>
                  </a:cubicBezTo>
                  <a:cubicBezTo>
                    <a:pt x="34" y="614"/>
                    <a:pt x="34" y="614"/>
                    <a:pt x="34" y="614"/>
                  </a:cubicBezTo>
                  <a:cubicBezTo>
                    <a:pt x="15" y="614"/>
                    <a:pt x="0" y="629"/>
                    <a:pt x="0" y="648"/>
                  </a:cubicBezTo>
                  <a:cubicBezTo>
                    <a:pt x="0" y="715"/>
                    <a:pt x="0" y="715"/>
                    <a:pt x="0" y="715"/>
                  </a:cubicBezTo>
                  <a:cubicBezTo>
                    <a:pt x="0" y="733"/>
                    <a:pt x="15" y="749"/>
                    <a:pt x="34" y="749"/>
                  </a:cubicBezTo>
                  <a:cubicBezTo>
                    <a:pt x="63" y="749"/>
                    <a:pt x="63" y="749"/>
                    <a:pt x="63" y="749"/>
                  </a:cubicBezTo>
                  <a:cubicBezTo>
                    <a:pt x="63" y="800"/>
                    <a:pt x="63" y="800"/>
                    <a:pt x="63" y="800"/>
                  </a:cubicBezTo>
                  <a:cubicBezTo>
                    <a:pt x="34" y="800"/>
                    <a:pt x="34" y="800"/>
                    <a:pt x="34" y="800"/>
                  </a:cubicBezTo>
                  <a:cubicBezTo>
                    <a:pt x="15" y="800"/>
                    <a:pt x="0" y="815"/>
                    <a:pt x="0" y="834"/>
                  </a:cubicBezTo>
                  <a:cubicBezTo>
                    <a:pt x="0" y="900"/>
                    <a:pt x="0" y="900"/>
                    <a:pt x="0" y="900"/>
                  </a:cubicBezTo>
                  <a:cubicBezTo>
                    <a:pt x="0" y="919"/>
                    <a:pt x="15" y="934"/>
                    <a:pt x="34" y="934"/>
                  </a:cubicBezTo>
                  <a:cubicBezTo>
                    <a:pt x="63" y="934"/>
                    <a:pt x="63" y="934"/>
                    <a:pt x="63" y="934"/>
                  </a:cubicBezTo>
                  <a:cubicBezTo>
                    <a:pt x="63" y="985"/>
                    <a:pt x="63" y="985"/>
                    <a:pt x="63" y="985"/>
                  </a:cubicBezTo>
                  <a:cubicBezTo>
                    <a:pt x="34" y="985"/>
                    <a:pt x="34" y="985"/>
                    <a:pt x="34" y="985"/>
                  </a:cubicBezTo>
                  <a:cubicBezTo>
                    <a:pt x="15" y="985"/>
                    <a:pt x="0" y="1000"/>
                    <a:pt x="0" y="1019"/>
                  </a:cubicBezTo>
                  <a:cubicBezTo>
                    <a:pt x="0" y="1086"/>
                    <a:pt x="0" y="1086"/>
                    <a:pt x="0" y="1086"/>
                  </a:cubicBezTo>
                  <a:cubicBezTo>
                    <a:pt x="0" y="1105"/>
                    <a:pt x="15" y="1120"/>
                    <a:pt x="34" y="1120"/>
                  </a:cubicBezTo>
                  <a:cubicBezTo>
                    <a:pt x="65" y="1120"/>
                    <a:pt x="65" y="1120"/>
                    <a:pt x="65" y="1120"/>
                  </a:cubicBezTo>
                  <a:cubicBezTo>
                    <a:pt x="73" y="1149"/>
                    <a:pt x="100" y="1171"/>
                    <a:pt x="132" y="1171"/>
                  </a:cubicBezTo>
                  <a:cubicBezTo>
                    <a:pt x="470" y="1171"/>
                    <a:pt x="470" y="1171"/>
                    <a:pt x="470" y="1171"/>
                  </a:cubicBezTo>
                  <a:cubicBezTo>
                    <a:pt x="491" y="1171"/>
                    <a:pt x="509" y="1156"/>
                    <a:pt x="514" y="1137"/>
                  </a:cubicBezTo>
                  <a:cubicBezTo>
                    <a:pt x="517" y="1138"/>
                    <a:pt x="521" y="1138"/>
                    <a:pt x="525" y="1138"/>
                  </a:cubicBezTo>
                  <a:cubicBezTo>
                    <a:pt x="1011" y="1138"/>
                    <a:pt x="1011" y="1138"/>
                    <a:pt x="1011" y="1138"/>
                  </a:cubicBezTo>
                  <a:cubicBezTo>
                    <a:pt x="1015" y="1138"/>
                    <a:pt x="1019" y="1138"/>
                    <a:pt x="1022" y="1137"/>
                  </a:cubicBezTo>
                  <a:cubicBezTo>
                    <a:pt x="1027" y="1156"/>
                    <a:pt x="1044" y="1171"/>
                    <a:pt x="1065" y="1171"/>
                  </a:cubicBezTo>
                  <a:cubicBezTo>
                    <a:pt x="1404" y="1171"/>
                    <a:pt x="1404" y="1171"/>
                    <a:pt x="1404" y="1171"/>
                  </a:cubicBezTo>
                  <a:cubicBezTo>
                    <a:pt x="1436" y="1171"/>
                    <a:pt x="1463" y="1149"/>
                    <a:pt x="1471" y="1120"/>
                  </a:cubicBezTo>
                  <a:cubicBezTo>
                    <a:pt x="1502" y="1120"/>
                    <a:pt x="1502" y="1120"/>
                    <a:pt x="1502" y="1120"/>
                  </a:cubicBezTo>
                  <a:cubicBezTo>
                    <a:pt x="1521" y="1120"/>
                    <a:pt x="1536" y="1105"/>
                    <a:pt x="1536" y="1086"/>
                  </a:cubicBezTo>
                  <a:cubicBezTo>
                    <a:pt x="1536" y="1019"/>
                    <a:pt x="1536" y="1019"/>
                    <a:pt x="1536" y="1019"/>
                  </a:cubicBezTo>
                  <a:cubicBezTo>
                    <a:pt x="1536" y="1000"/>
                    <a:pt x="1521" y="985"/>
                    <a:pt x="1502" y="985"/>
                  </a:cubicBezTo>
                  <a:cubicBezTo>
                    <a:pt x="1473" y="985"/>
                    <a:pt x="1473" y="985"/>
                    <a:pt x="1473" y="985"/>
                  </a:cubicBezTo>
                  <a:cubicBezTo>
                    <a:pt x="1473" y="934"/>
                    <a:pt x="1473" y="934"/>
                    <a:pt x="1473" y="934"/>
                  </a:cubicBezTo>
                  <a:cubicBezTo>
                    <a:pt x="1502" y="934"/>
                    <a:pt x="1502" y="934"/>
                    <a:pt x="1502" y="934"/>
                  </a:cubicBezTo>
                  <a:cubicBezTo>
                    <a:pt x="1521" y="934"/>
                    <a:pt x="1536" y="919"/>
                    <a:pt x="1536" y="900"/>
                  </a:cubicBezTo>
                  <a:cubicBezTo>
                    <a:pt x="1536" y="834"/>
                    <a:pt x="1536" y="834"/>
                    <a:pt x="1536" y="834"/>
                  </a:cubicBezTo>
                  <a:cubicBezTo>
                    <a:pt x="1536" y="815"/>
                    <a:pt x="1521" y="800"/>
                    <a:pt x="1502" y="800"/>
                  </a:cubicBezTo>
                  <a:cubicBezTo>
                    <a:pt x="1473" y="800"/>
                    <a:pt x="1473" y="800"/>
                    <a:pt x="1473" y="800"/>
                  </a:cubicBezTo>
                  <a:cubicBezTo>
                    <a:pt x="1473" y="749"/>
                    <a:pt x="1473" y="749"/>
                    <a:pt x="1473" y="749"/>
                  </a:cubicBezTo>
                  <a:cubicBezTo>
                    <a:pt x="1502" y="749"/>
                    <a:pt x="1502" y="749"/>
                    <a:pt x="1502" y="749"/>
                  </a:cubicBezTo>
                  <a:cubicBezTo>
                    <a:pt x="1521" y="749"/>
                    <a:pt x="1536" y="733"/>
                    <a:pt x="1536" y="715"/>
                  </a:cubicBezTo>
                  <a:cubicBezTo>
                    <a:pt x="1536" y="648"/>
                    <a:pt x="1536" y="648"/>
                    <a:pt x="1536" y="648"/>
                  </a:cubicBezTo>
                  <a:cubicBezTo>
                    <a:pt x="1536" y="629"/>
                    <a:pt x="1521" y="614"/>
                    <a:pt x="1502" y="614"/>
                  </a:cubicBezTo>
                  <a:cubicBezTo>
                    <a:pt x="1473" y="614"/>
                    <a:pt x="1473" y="614"/>
                    <a:pt x="1473" y="614"/>
                  </a:cubicBezTo>
                  <a:cubicBezTo>
                    <a:pt x="1473" y="563"/>
                    <a:pt x="1473" y="563"/>
                    <a:pt x="1473" y="563"/>
                  </a:cubicBezTo>
                  <a:cubicBezTo>
                    <a:pt x="1502" y="563"/>
                    <a:pt x="1502" y="563"/>
                    <a:pt x="1502" y="563"/>
                  </a:cubicBezTo>
                  <a:cubicBezTo>
                    <a:pt x="1521" y="563"/>
                    <a:pt x="1536" y="548"/>
                    <a:pt x="1536" y="529"/>
                  </a:cubicBezTo>
                  <a:cubicBezTo>
                    <a:pt x="1536" y="462"/>
                    <a:pt x="1536" y="462"/>
                    <a:pt x="1536" y="462"/>
                  </a:cubicBezTo>
                  <a:cubicBezTo>
                    <a:pt x="1536" y="444"/>
                    <a:pt x="1521" y="428"/>
                    <a:pt x="1502" y="428"/>
                  </a:cubicBezTo>
                  <a:cubicBezTo>
                    <a:pt x="1473" y="428"/>
                    <a:pt x="1473" y="428"/>
                    <a:pt x="1473" y="428"/>
                  </a:cubicBezTo>
                  <a:cubicBezTo>
                    <a:pt x="1473" y="377"/>
                    <a:pt x="1473" y="377"/>
                    <a:pt x="1473" y="377"/>
                  </a:cubicBezTo>
                  <a:cubicBezTo>
                    <a:pt x="1502" y="377"/>
                    <a:pt x="1502" y="377"/>
                    <a:pt x="1502" y="377"/>
                  </a:cubicBezTo>
                  <a:cubicBezTo>
                    <a:pt x="1521" y="377"/>
                    <a:pt x="1536" y="362"/>
                    <a:pt x="1536" y="344"/>
                  </a:cubicBezTo>
                  <a:cubicBezTo>
                    <a:pt x="1536" y="277"/>
                    <a:pt x="1536" y="277"/>
                    <a:pt x="1536" y="277"/>
                  </a:cubicBezTo>
                  <a:cubicBezTo>
                    <a:pt x="1536" y="258"/>
                    <a:pt x="1521" y="243"/>
                    <a:pt x="1502" y="243"/>
                  </a:cubicBezTo>
                  <a:cubicBezTo>
                    <a:pt x="1473" y="243"/>
                    <a:pt x="1473" y="243"/>
                    <a:pt x="1473" y="243"/>
                  </a:cubicBezTo>
                  <a:cubicBezTo>
                    <a:pt x="1473" y="192"/>
                    <a:pt x="1473" y="192"/>
                    <a:pt x="1473" y="192"/>
                  </a:cubicBezTo>
                  <a:lnTo>
                    <a:pt x="1502" y="192"/>
                  </a:lnTo>
                  <a:close/>
                  <a:moveTo>
                    <a:pt x="1491" y="147"/>
                  </a:moveTo>
                  <a:cubicBezTo>
                    <a:pt x="1473" y="147"/>
                    <a:pt x="1473" y="147"/>
                    <a:pt x="1473" y="147"/>
                  </a:cubicBezTo>
                  <a:cubicBezTo>
                    <a:pt x="1473" y="102"/>
                    <a:pt x="1473" y="102"/>
                    <a:pt x="1473" y="102"/>
                  </a:cubicBezTo>
                  <a:cubicBezTo>
                    <a:pt x="1491" y="102"/>
                    <a:pt x="1491" y="102"/>
                    <a:pt x="1491" y="102"/>
                  </a:cubicBezTo>
                  <a:lnTo>
                    <a:pt x="1491" y="147"/>
                  </a:lnTo>
                  <a:close/>
                  <a:moveTo>
                    <a:pt x="521" y="75"/>
                  </a:moveTo>
                  <a:cubicBezTo>
                    <a:pt x="552" y="75"/>
                    <a:pt x="552" y="75"/>
                    <a:pt x="552" y="75"/>
                  </a:cubicBezTo>
                  <a:cubicBezTo>
                    <a:pt x="552" y="139"/>
                    <a:pt x="552" y="139"/>
                    <a:pt x="552" y="139"/>
                  </a:cubicBezTo>
                  <a:cubicBezTo>
                    <a:pt x="552" y="152"/>
                    <a:pt x="562" y="162"/>
                    <a:pt x="575" y="162"/>
                  </a:cubicBezTo>
                  <a:cubicBezTo>
                    <a:pt x="587" y="162"/>
                    <a:pt x="597" y="152"/>
                    <a:pt x="597" y="139"/>
                  </a:cubicBezTo>
                  <a:cubicBezTo>
                    <a:pt x="597" y="75"/>
                    <a:pt x="597" y="75"/>
                    <a:pt x="597" y="75"/>
                  </a:cubicBezTo>
                  <a:cubicBezTo>
                    <a:pt x="939" y="75"/>
                    <a:pt x="939" y="75"/>
                    <a:pt x="939" y="75"/>
                  </a:cubicBezTo>
                  <a:cubicBezTo>
                    <a:pt x="939" y="139"/>
                    <a:pt x="939" y="139"/>
                    <a:pt x="939" y="139"/>
                  </a:cubicBezTo>
                  <a:cubicBezTo>
                    <a:pt x="939" y="152"/>
                    <a:pt x="949" y="162"/>
                    <a:pt x="961" y="162"/>
                  </a:cubicBezTo>
                  <a:cubicBezTo>
                    <a:pt x="974" y="162"/>
                    <a:pt x="984" y="152"/>
                    <a:pt x="984" y="139"/>
                  </a:cubicBezTo>
                  <a:cubicBezTo>
                    <a:pt x="984" y="75"/>
                    <a:pt x="984" y="75"/>
                    <a:pt x="984" y="75"/>
                  </a:cubicBezTo>
                  <a:cubicBezTo>
                    <a:pt x="1015" y="75"/>
                    <a:pt x="1015" y="75"/>
                    <a:pt x="1015" y="75"/>
                  </a:cubicBezTo>
                  <a:cubicBezTo>
                    <a:pt x="1018" y="75"/>
                    <a:pt x="1021" y="78"/>
                    <a:pt x="1021" y="81"/>
                  </a:cubicBezTo>
                  <a:cubicBezTo>
                    <a:pt x="1021" y="289"/>
                    <a:pt x="1021" y="289"/>
                    <a:pt x="1021" y="289"/>
                  </a:cubicBezTo>
                  <a:cubicBezTo>
                    <a:pt x="1009" y="280"/>
                    <a:pt x="997" y="272"/>
                    <a:pt x="985" y="264"/>
                  </a:cubicBezTo>
                  <a:cubicBezTo>
                    <a:pt x="985" y="211"/>
                    <a:pt x="985" y="211"/>
                    <a:pt x="985" y="211"/>
                  </a:cubicBezTo>
                  <a:cubicBezTo>
                    <a:pt x="985" y="199"/>
                    <a:pt x="975" y="189"/>
                    <a:pt x="963" y="189"/>
                  </a:cubicBezTo>
                  <a:cubicBezTo>
                    <a:pt x="950" y="189"/>
                    <a:pt x="940" y="199"/>
                    <a:pt x="940" y="211"/>
                  </a:cubicBezTo>
                  <a:cubicBezTo>
                    <a:pt x="940" y="241"/>
                    <a:pt x="940" y="241"/>
                    <a:pt x="940" y="241"/>
                  </a:cubicBezTo>
                  <a:cubicBezTo>
                    <a:pt x="888" y="217"/>
                    <a:pt x="829" y="204"/>
                    <a:pt x="768" y="204"/>
                  </a:cubicBezTo>
                  <a:cubicBezTo>
                    <a:pt x="708" y="204"/>
                    <a:pt x="650" y="217"/>
                    <a:pt x="596" y="241"/>
                  </a:cubicBezTo>
                  <a:cubicBezTo>
                    <a:pt x="596" y="211"/>
                    <a:pt x="596" y="211"/>
                    <a:pt x="596" y="211"/>
                  </a:cubicBezTo>
                  <a:cubicBezTo>
                    <a:pt x="596" y="199"/>
                    <a:pt x="586" y="189"/>
                    <a:pt x="573" y="189"/>
                  </a:cubicBezTo>
                  <a:cubicBezTo>
                    <a:pt x="561" y="189"/>
                    <a:pt x="551" y="199"/>
                    <a:pt x="551" y="211"/>
                  </a:cubicBezTo>
                  <a:cubicBezTo>
                    <a:pt x="551" y="264"/>
                    <a:pt x="551" y="264"/>
                    <a:pt x="551" y="264"/>
                  </a:cubicBezTo>
                  <a:cubicBezTo>
                    <a:pt x="539" y="272"/>
                    <a:pt x="527" y="280"/>
                    <a:pt x="515" y="288"/>
                  </a:cubicBezTo>
                  <a:cubicBezTo>
                    <a:pt x="515" y="81"/>
                    <a:pt x="515" y="81"/>
                    <a:pt x="515" y="81"/>
                  </a:cubicBezTo>
                  <a:cubicBezTo>
                    <a:pt x="515" y="78"/>
                    <a:pt x="517" y="75"/>
                    <a:pt x="521" y="75"/>
                  </a:cubicBezTo>
                  <a:close/>
                  <a:moveTo>
                    <a:pt x="45" y="147"/>
                  </a:moveTo>
                  <a:cubicBezTo>
                    <a:pt x="45" y="102"/>
                    <a:pt x="45" y="102"/>
                    <a:pt x="45" y="102"/>
                  </a:cubicBezTo>
                  <a:cubicBezTo>
                    <a:pt x="63" y="102"/>
                    <a:pt x="63" y="102"/>
                    <a:pt x="63" y="102"/>
                  </a:cubicBezTo>
                  <a:cubicBezTo>
                    <a:pt x="63" y="147"/>
                    <a:pt x="63" y="147"/>
                    <a:pt x="63" y="147"/>
                  </a:cubicBezTo>
                  <a:lnTo>
                    <a:pt x="45" y="147"/>
                  </a:lnTo>
                  <a:close/>
                  <a:moveTo>
                    <a:pt x="45" y="333"/>
                  </a:moveTo>
                  <a:cubicBezTo>
                    <a:pt x="45" y="288"/>
                    <a:pt x="45" y="288"/>
                    <a:pt x="45" y="288"/>
                  </a:cubicBezTo>
                  <a:cubicBezTo>
                    <a:pt x="63" y="288"/>
                    <a:pt x="63" y="288"/>
                    <a:pt x="63" y="288"/>
                  </a:cubicBezTo>
                  <a:cubicBezTo>
                    <a:pt x="63" y="333"/>
                    <a:pt x="63" y="333"/>
                    <a:pt x="63" y="333"/>
                  </a:cubicBezTo>
                  <a:lnTo>
                    <a:pt x="45" y="333"/>
                  </a:lnTo>
                  <a:close/>
                  <a:moveTo>
                    <a:pt x="45" y="518"/>
                  </a:moveTo>
                  <a:cubicBezTo>
                    <a:pt x="45" y="473"/>
                    <a:pt x="45" y="473"/>
                    <a:pt x="45" y="473"/>
                  </a:cubicBezTo>
                  <a:cubicBezTo>
                    <a:pt x="63" y="473"/>
                    <a:pt x="63" y="473"/>
                    <a:pt x="63" y="473"/>
                  </a:cubicBezTo>
                  <a:cubicBezTo>
                    <a:pt x="63" y="518"/>
                    <a:pt x="63" y="518"/>
                    <a:pt x="63" y="518"/>
                  </a:cubicBezTo>
                  <a:lnTo>
                    <a:pt x="45" y="518"/>
                  </a:lnTo>
                  <a:close/>
                  <a:moveTo>
                    <a:pt x="45" y="704"/>
                  </a:moveTo>
                  <a:cubicBezTo>
                    <a:pt x="45" y="659"/>
                    <a:pt x="45" y="659"/>
                    <a:pt x="45" y="659"/>
                  </a:cubicBezTo>
                  <a:cubicBezTo>
                    <a:pt x="63" y="659"/>
                    <a:pt x="63" y="659"/>
                    <a:pt x="63" y="659"/>
                  </a:cubicBezTo>
                  <a:cubicBezTo>
                    <a:pt x="63" y="704"/>
                    <a:pt x="63" y="704"/>
                    <a:pt x="63" y="704"/>
                  </a:cubicBezTo>
                  <a:lnTo>
                    <a:pt x="45" y="704"/>
                  </a:lnTo>
                  <a:close/>
                  <a:moveTo>
                    <a:pt x="45" y="889"/>
                  </a:moveTo>
                  <a:cubicBezTo>
                    <a:pt x="45" y="845"/>
                    <a:pt x="45" y="845"/>
                    <a:pt x="45" y="845"/>
                  </a:cubicBezTo>
                  <a:cubicBezTo>
                    <a:pt x="63" y="845"/>
                    <a:pt x="63" y="845"/>
                    <a:pt x="63" y="845"/>
                  </a:cubicBezTo>
                  <a:cubicBezTo>
                    <a:pt x="63" y="889"/>
                    <a:pt x="63" y="889"/>
                    <a:pt x="63" y="889"/>
                  </a:cubicBezTo>
                  <a:lnTo>
                    <a:pt x="45" y="889"/>
                  </a:lnTo>
                  <a:close/>
                  <a:moveTo>
                    <a:pt x="45" y="1030"/>
                  </a:moveTo>
                  <a:cubicBezTo>
                    <a:pt x="63" y="1030"/>
                    <a:pt x="63" y="1030"/>
                    <a:pt x="63" y="1030"/>
                  </a:cubicBezTo>
                  <a:cubicBezTo>
                    <a:pt x="63" y="1075"/>
                    <a:pt x="63" y="1075"/>
                    <a:pt x="63" y="1075"/>
                  </a:cubicBezTo>
                  <a:cubicBezTo>
                    <a:pt x="45" y="1075"/>
                    <a:pt x="45" y="1075"/>
                    <a:pt x="45" y="1075"/>
                  </a:cubicBezTo>
                  <a:lnTo>
                    <a:pt x="45" y="1030"/>
                  </a:lnTo>
                  <a:close/>
                  <a:moveTo>
                    <a:pt x="470" y="1126"/>
                  </a:moveTo>
                  <a:cubicBezTo>
                    <a:pt x="132" y="1126"/>
                    <a:pt x="132" y="1126"/>
                    <a:pt x="132" y="1126"/>
                  </a:cubicBezTo>
                  <a:cubicBezTo>
                    <a:pt x="118" y="1126"/>
                    <a:pt x="108" y="1115"/>
                    <a:pt x="108" y="1102"/>
                  </a:cubicBezTo>
                  <a:cubicBezTo>
                    <a:pt x="108" y="69"/>
                    <a:pt x="108" y="69"/>
                    <a:pt x="108" y="69"/>
                  </a:cubicBezTo>
                  <a:cubicBezTo>
                    <a:pt x="108" y="56"/>
                    <a:pt x="118" y="45"/>
                    <a:pt x="132" y="45"/>
                  </a:cubicBezTo>
                  <a:cubicBezTo>
                    <a:pt x="470" y="45"/>
                    <a:pt x="470" y="45"/>
                    <a:pt x="470" y="45"/>
                  </a:cubicBezTo>
                  <a:cubicBezTo>
                    <a:pt x="470" y="328"/>
                    <a:pt x="470" y="328"/>
                    <a:pt x="470" y="328"/>
                  </a:cubicBezTo>
                  <a:cubicBezTo>
                    <a:pt x="409" y="389"/>
                    <a:pt x="367" y="469"/>
                    <a:pt x="353" y="555"/>
                  </a:cubicBezTo>
                  <a:cubicBezTo>
                    <a:pt x="351" y="567"/>
                    <a:pt x="359" y="579"/>
                    <a:pt x="372" y="581"/>
                  </a:cubicBezTo>
                  <a:cubicBezTo>
                    <a:pt x="384" y="583"/>
                    <a:pt x="395" y="574"/>
                    <a:pt x="397" y="562"/>
                  </a:cubicBezTo>
                  <a:cubicBezTo>
                    <a:pt x="412" y="476"/>
                    <a:pt x="457" y="396"/>
                    <a:pt x="524" y="339"/>
                  </a:cubicBezTo>
                  <a:cubicBezTo>
                    <a:pt x="592" y="281"/>
                    <a:pt x="678" y="249"/>
                    <a:pt x="768" y="249"/>
                  </a:cubicBezTo>
                  <a:cubicBezTo>
                    <a:pt x="975" y="249"/>
                    <a:pt x="1144" y="417"/>
                    <a:pt x="1144" y="624"/>
                  </a:cubicBezTo>
                  <a:cubicBezTo>
                    <a:pt x="1144" y="832"/>
                    <a:pt x="975" y="1000"/>
                    <a:pt x="768" y="1000"/>
                  </a:cubicBezTo>
                  <a:cubicBezTo>
                    <a:pt x="569" y="1000"/>
                    <a:pt x="405" y="845"/>
                    <a:pt x="393" y="647"/>
                  </a:cubicBezTo>
                  <a:cubicBezTo>
                    <a:pt x="392" y="635"/>
                    <a:pt x="382" y="625"/>
                    <a:pt x="369" y="626"/>
                  </a:cubicBezTo>
                  <a:cubicBezTo>
                    <a:pt x="357" y="627"/>
                    <a:pt x="347" y="637"/>
                    <a:pt x="348" y="650"/>
                  </a:cubicBezTo>
                  <a:cubicBezTo>
                    <a:pt x="354" y="756"/>
                    <a:pt x="400" y="851"/>
                    <a:pt x="470" y="921"/>
                  </a:cubicBezTo>
                  <a:lnTo>
                    <a:pt x="470" y="1126"/>
                  </a:lnTo>
                  <a:close/>
                  <a:moveTo>
                    <a:pt x="1011" y="1093"/>
                  </a:moveTo>
                  <a:cubicBezTo>
                    <a:pt x="525" y="1093"/>
                    <a:pt x="525" y="1093"/>
                    <a:pt x="525" y="1093"/>
                  </a:cubicBezTo>
                  <a:cubicBezTo>
                    <a:pt x="520" y="1093"/>
                    <a:pt x="515" y="1088"/>
                    <a:pt x="515" y="1083"/>
                  </a:cubicBezTo>
                  <a:cubicBezTo>
                    <a:pt x="515" y="960"/>
                    <a:pt x="515" y="960"/>
                    <a:pt x="515" y="960"/>
                  </a:cubicBezTo>
                  <a:cubicBezTo>
                    <a:pt x="586" y="1014"/>
                    <a:pt x="673" y="1045"/>
                    <a:pt x="768" y="1045"/>
                  </a:cubicBezTo>
                  <a:cubicBezTo>
                    <a:pt x="863" y="1045"/>
                    <a:pt x="951" y="1014"/>
                    <a:pt x="1021" y="960"/>
                  </a:cubicBezTo>
                  <a:cubicBezTo>
                    <a:pt x="1021" y="1083"/>
                    <a:pt x="1021" y="1083"/>
                    <a:pt x="1021" y="1083"/>
                  </a:cubicBezTo>
                  <a:cubicBezTo>
                    <a:pt x="1021" y="1088"/>
                    <a:pt x="1016" y="1093"/>
                    <a:pt x="1011" y="1093"/>
                  </a:cubicBezTo>
                  <a:close/>
                  <a:moveTo>
                    <a:pt x="1428" y="1102"/>
                  </a:moveTo>
                  <a:cubicBezTo>
                    <a:pt x="1428" y="1115"/>
                    <a:pt x="1417" y="1126"/>
                    <a:pt x="1404" y="1126"/>
                  </a:cubicBezTo>
                  <a:cubicBezTo>
                    <a:pt x="1066" y="1126"/>
                    <a:pt x="1066" y="1126"/>
                    <a:pt x="1066" y="1126"/>
                  </a:cubicBezTo>
                  <a:cubicBezTo>
                    <a:pt x="1066" y="921"/>
                    <a:pt x="1066" y="921"/>
                    <a:pt x="1066" y="921"/>
                  </a:cubicBezTo>
                  <a:cubicBezTo>
                    <a:pt x="1142" y="845"/>
                    <a:pt x="1189" y="740"/>
                    <a:pt x="1189" y="624"/>
                  </a:cubicBezTo>
                  <a:cubicBezTo>
                    <a:pt x="1189" y="509"/>
                    <a:pt x="1142" y="404"/>
                    <a:pt x="1066" y="328"/>
                  </a:cubicBezTo>
                  <a:cubicBezTo>
                    <a:pt x="1066" y="45"/>
                    <a:pt x="1066" y="45"/>
                    <a:pt x="1066" y="45"/>
                  </a:cubicBezTo>
                  <a:cubicBezTo>
                    <a:pt x="1404" y="45"/>
                    <a:pt x="1404" y="45"/>
                    <a:pt x="1404" y="45"/>
                  </a:cubicBezTo>
                  <a:cubicBezTo>
                    <a:pt x="1417" y="45"/>
                    <a:pt x="1428" y="56"/>
                    <a:pt x="1428" y="69"/>
                  </a:cubicBezTo>
                  <a:lnTo>
                    <a:pt x="1428" y="1102"/>
                  </a:lnTo>
                  <a:close/>
                  <a:moveTo>
                    <a:pt x="1491" y="1030"/>
                  </a:moveTo>
                  <a:cubicBezTo>
                    <a:pt x="1491" y="1075"/>
                    <a:pt x="1491" y="1075"/>
                    <a:pt x="1491" y="1075"/>
                  </a:cubicBezTo>
                  <a:cubicBezTo>
                    <a:pt x="1473" y="1075"/>
                    <a:pt x="1473" y="1075"/>
                    <a:pt x="1473" y="1075"/>
                  </a:cubicBezTo>
                  <a:cubicBezTo>
                    <a:pt x="1473" y="1030"/>
                    <a:pt x="1473" y="1030"/>
                    <a:pt x="1473" y="1030"/>
                  </a:cubicBezTo>
                  <a:lnTo>
                    <a:pt x="1491" y="1030"/>
                  </a:lnTo>
                  <a:close/>
                  <a:moveTo>
                    <a:pt x="1491" y="845"/>
                  </a:moveTo>
                  <a:cubicBezTo>
                    <a:pt x="1491" y="889"/>
                    <a:pt x="1491" y="889"/>
                    <a:pt x="1491" y="889"/>
                  </a:cubicBezTo>
                  <a:cubicBezTo>
                    <a:pt x="1473" y="889"/>
                    <a:pt x="1473" y="889"/>
                    <a:pt x="1473" y="889"/>
                  </a:cubicBezTo>
                  <a:cubicBezTo>
                    <a:pt x="1473" y="845"/>
                    <a:pt x="1473" y="845"/>
                    <a:pt x="1473" y="845"/>
                  </a:cubicBezTo>
                  <a:lnTo>
                    <a:pt x="1491" y="845"/>
                  </a:lnTo>
                  <a:close/>
                  <a:moveTo>
                    <a:pt x="1491" y="659"/>
                  </a:moveTo>
                  <a:cubicBezTo>
                    <a:pt x="1491" y="704"/>
                    <a:pt x="1491" y="704"/>
                    <a:pt x="1491" y="704"/>
                  </a:cubicBezTo>
                  <a:cubicBezTo>
                    <a:pt x="1473" y="704"/>
                    <a:pt x="1473" y="704"/>
                    <a:pt x="1473" y="704"/>
                  </a:cubicBezTo>
                  <a:cubicBezTo>
                    <a:pt x="1473" y="659"/>
                    <a:pt x="1473" y="659"/>
                    <a:pt x="1473" y="659"/>
                  </a:cubicBezTo>
                  <a:lnTo>
                    <a:pt x="1491" y="659"/>
                  </a:lnTo>
                  <a:close/>
                  <a:moveTo>
                    <a:pt x="1491" y="473"/>
                  </a:moveTo>
                  <a:cubicBezTo>
                    <a:pt x="1491" y="518"/>
                    <a:pt x="1491" y="518"/>
                    <a:pt x="1491" y="518"/>
                  </a:cubicBezTo>
                  <a:cubicBezTo>
                    <a:pt x="1473" y="518"/>
                    <a:pt x="1473" y="518"/>
                    <a:pt x="1473" y="518"/>
                  </a:cubicBezTo>
                  <a:cubicBezTo>
                    <a:pt x="1473" y="473"/>
                    <a:pt x="1473" y="473"/>
                    <a:pt x="1473" y="473"/>
                  </a:cubicBezTo>
                  <a:lnTo>
                    <a:pt x="1491" y="473"/>
                  </a:lnTo>
                  <a:close/>
                  <a:moveTo>
                    <a:pt x="1491" y="288"/>
                  </a:moveTo>
                  <a:cubicBezTo>
                    <a:pt x="1491" y="333"/>
                    <a:pt x="1491" y="333"/>
                    <a:pt x="1491" y="333"/>
                  </a:cubicBezTo>
                  <a:cubicBezTo>
                    <a:pt x="1473" y="333"/>
                    <a:pt x="1473" y="333"/>
                    <a:pt x="1473" y="333"/>
                  </a:cubicBezTo>
                  <a:cubicBezTo>
                    <a:pt x="1473" y="288"/>
                    <a:pt x="1473" y="288"/>
                    <a:pt x="1473" y="288"/>
                  </a:cubicBezTo>
                  <a:lnTo>
                    <a:pt x="1491" y="288"/>
                  </a:lnTo>
                  <a:close/>
                  <a:moveTo>
                    <a:pt x="1491" y="288"/>
                  </a:moveTo>
                  <a:cubicBezTo>
                    <a:pt x="1491" y="288"/>
                    <a:pt x="1491" y="288"/>
                    <a:pt x="1491" y="28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35"/>
            <p:cNvSpPr/>
            <p:nvPr/>
          </p:nvSpPr>
          <p:spPr>
            <a:xfrm>
              <a:off x="1000331" y="2990116"/>
              <a:ext cx="133504" cy="44917"/>
            </a:xfrm>
            <a:custGeom>
              <a:avLst/>
              <a:gdLst/>
              <a:ahLst/>
              <a:cxnLst/>
              <a:rect l="l" t="t" r="r" b="b"/>
              <a:pathLst>
                <a:path w="374" h="126" extrusionOk="0">
                  <a:moveTo>
                    <a:pt x="37" y="126"/>
                  </a:moveTo>
                  <a:cubicBezTo>
                    <a:pt x="336" y="126"/>
                    <a:pt x="336" y="126"/>
                    <a:pt x="336" y="126"/>
                  </a:cubicBezTo>
                  <a:cubicBezTo>
                    <a:pt x="357" y="126"/>
                    <a:pt x="374" y="109"/>
                    <a:pt x="374" y="89"/>
                  </a:cubicBezTo>
                  <a:cubicBezTo>
                    <a:pt x="374" y="38"/>
                    <a:pt x="374" y="38"/>
                    <a:pt x="374" y="38"/>
                  </a:cubicBezTo>
                  <a:cubicBezTo>
                    <a:pt x="374" y="17"/>
                    <a:pt x="357" y="0"/>
                    <a:pt x="33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109"/>
                    <a:pt x="17" y="126"/>
                    <a:pt x="37" y="126"/>
                  </a:cubicBezTo>
                  <a:close/>
                  <a:moveTo>
                    <a:pt x="45" y="45"/>
                  </a:moveTo>
                  <a:cubicBezTo>
                    <a:pt x="329" y="45"/>
                    <a:pt x="329" y="45"/>
                    <a:pt x="329" y="45"/>
                  </a:cubicBezTo>
                  <a:cubicBezTo>
                    <a:pt x="329" y="81"/>
                    <a:pt x="329" y="81"/>
                    <a:pt x="329" y="81"/>
                  </a:cubicBezTo>
                  <a:cubicBezTo>
                    <a:pt x="45" y="81"/>
                    <a:pt x="45" y="81"/>
                    <a:pt x="45" y="81"/>
                  </a:cubicBezTo>
                  <a:lnTo>
                    <a:pt x="45" y="45"/>
                  </a:lnTo>
                  <a:close/>
                  <a:moveTo>
                    <a:pt x="45" y="45"/>
                  </a:moveTo>
                  <a:cubicBezTo>
                    <a:pt x="45" y="45"/>
                    <a:pt x="45" y="45"/>
                    <a:pt x="45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35"/>
            <p:cNvSpPr/>
            <p:nvPr/>
          </p:nvSpPr>
          <p:spPr>
            <a:xfrm>
              <a:off x="990706" y="3110964"/>
              <a:ext cx="152754" cy="50977"/>
            </a:xfrm>
            <a:custGeom>
              <a:avLst/>
              <a:gdLst/>
              <a:ahLst/>
              <a:cxnLst/>
              <a:rect l="l" t="t" r="r" b="b"/>
              <a:pathLst>
                <a:path w="428" h="143" extrusionOk="0">
                  <a:moveTo>
                    <a:pt x="38" y="143"/>
                  </a:moveTo>
                  <a:cubicBezTo>
                    <a:pt x="390" y="143"/>
                    <a:pt x="390" y="143"/>
                    <a:pt x="390" y="143"/>
                  </a:cubicBezTo>
                  <a:cubicBezTo>
                    <a:pt x="411" y="143"/>
                    <a:pt x="428" y="127"/>
                    <a:pt x="428" y="106"/>
                  </a:cubicBezTo>
                  <a:cubicBezTo>
                    <a:pt x="428" y="37"/>
                    <a:pt x="428" y="37"/>
                    <a:pt x="428" y="37"/>
                  </a:cubicBezTo>
                  <a:cubicBezTo>
                    <a:pt x="428" y="17"/>
                    <a:pt x="411" y="0"/>
                    <a:pt x="390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27"/>
                    <a:pt x="17" y="143"/>
                    <a:pt x="38" y="143"/>
                  </a:cubicBezTo>
                  <a:close/>
                  <a:moveTo>
                    <a:pt x="45" y="45"/>
                  </a:moveTo>
                  <a:cubicBezTo>
                    <a:pt x="383" y="45"/>
                    <a:pt x="383" y="45"/>
                    <a:pt x="383" y="45"/>
                  </a:cubicBezTo>
                  <a:cubicBezTo>
                    <a:pt x="383" y="99"/>
                    <a:pt x="383" y="99"/>
                    <a:pt x="383" y="99"/>
                  </a:cubicBezTo>
                  <a:cubicBezTo>
                    <a:pt x="45" y="99"/>
                    <a:pt x="45" y="99"/>
                    <a:pt x="45" y="99"/>
                  </a:cubicBezTo>
                  <a:lnTo>
                    <a:pt x="45" y="45"/>
                  </a:lnTo>
                  <a:close/>
                  <a:moveTo>
                    <a:pt x="45" y="45"/>
                  </a:moveTo>
                  <a:cubicBezTo>
                    <a:pt x="45" y="45"/>
                    <a:pt x="45" y="45"/>
                    <a:pt x="45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35"/>
            <p:cNvSpPr/>
            <p:nvPr/>
          </p:nvSpPr>
          <p:spPr>
            <a:xfrm>
              <a:off x="876631" y="3183331"/>
              <a:ext cx="40283" cy="16042"/>
            </a:xfrm>
            <a:custGeom>
              <a:avLst/>
              <a:gdLst/>
              <a:ahLst/>
              <a:cxnLst/>
              <a:rect l="l" t="t" r="r" b="b"/>
              <a:pathLst>
                <a:path w="113" h="45" extrusionOk="0">
                  <a:moveTo>
                    <a:pt x="91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103" y="45"/>
                    <a:pt x="113" y="35"/>
                    <a:pt x="113" y="23"/>
                  </a:cubicBezTo>
                  <a:cubicBezTo>
                    <a:pt x="113" y="10"/>
                    <a:pt x="103" y="0"/>
                    <a:pt x="91" y="0"/>
                  </a:cubicBezTo>
                  <a:close/>
                  <a:moveTo>
                    <a:pt x="91" y="0"/>
                  </a:moveTo>
                  <a:cubicBezTo>
                    <a:pt x="91" y="0"/>
                    <a:pt x="91" y="0"/>
                    <a:pt x="91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35"/>
            <p:cNvSpPr/>
            <p:nvPr/>
          </p:nvSpPr>
          <p:spPr>
            <a:xfrm>
              <a:off x="1217252" y="3175132"/>
              <a:ext cx="42422" cy="29232"/>
            </a:xfrm>
            <a:custGeom>
              <a:avLst/>
              <a:gdLst/>
              <a:ahLst/>
              <a:cxnLst/>
              <a:rect l="l" t="t" r="r" b="b"/>
              <a:pathLst>
                <a:path w="119" h="82" extrusionOk="0">
                  <a:moveTo>
                    <a:pt x="73" y="8"/>
                  </a:moveTo>
                  <a:cubicBezTo>
                    <a:pt x="64" y="0"/>
                    <a:pt x="51" y="0"/>
                    <a:pt x="42" y="9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0" y="51"/>
                    <a:pt x="0" y="65"/>
                    <a:pt x="9" y="74"/>
                  </a:cubicBezTo>
                  <a:cubicBezTo>
                    <a:pt x="18" y="82"/>
                    <a:pt x="32" y="82"/>
                    <a:pt x="41" y="74"/>
                  </a:cubicBezTo>
                  <a:cubicBezTo>
                    <a:pt x="59" y="56"/>
                    <a:pt x="59" y="56"/>
                    <a:pt x="59" y="56"/>
                  </a:cubicBezTo>
                  <a:cubicBezTo>
                    <a:pt x="79" y="74"/>
                    <a:pt x="79" y="74"/>
                    <a:pt x="79" y="74"/>
                  </a:cubicBezTo>
                  <a:cubicBezTo>
                    <a:pt x="83" y="78"/>
                    <a:pt x="89" y="80"/>
                    <a:pt x="94" y="80"/>
                  </a:cubicBezTo>
                  <a:cubicBezTo>
                    <a:pt x="100" y="80"/>
                    <a:pt x="106" y="78"/>
                    <a:pt x="110" y="73"/>
                  </a:cubicBezTo>
                  <a:cubicBezTo>
                    <a:pt x="119" y="64"/>
                    <a:pt x="118" y="50"/>
                    <a:pt x="109" y="41"/>
                  </a:cubicBezTo>
                  <a:lnTo>
                    <a:pt x="73" y="8"/>
                  </a:lnTo>
                  <a:close/>
                  <a:moveTo>
                    <a:pt x="73" y="8"/>
                  </a:moveTo>
                  <a:cubicBezTo>
                    <a:pt x="73" y="8"/>
                    <a:pt x="73" y="8"/>
                    <a:pt x="73" y="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D409561-613F-17EA-527A-BBEA3F4A9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CCAACC9-5AFD-874E-C60C-A2DB504AFBCB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36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1444" name="Google Shape;1444;p36"/>
          <p:cNvGrpSpPr/>
          <p:nvPr/>
        </p:nvGrpSpPr>
        <p:grpSpPr>
          <a:xfrm>
            <a:off x="3261500" y="2917525"/>
            <a:ext cx="5016925" cy="720000"/>
            <a:chOff x="3261500" y="3069925"/>
            <a:chExt cx="5016925" cy="720000"/>
          </a:xfrm>
        </p:grpSpPr>
        <p:sp>
          <p:nvSpPr>
            <p:cNvPr id="1445" name="Google Shape;1445;p36"/>
            <p:cNvSpPr txBox="1"/>
            <p:nvPr/>
          </p:nvSpPr>
          <p:spPr>
            <a:xfrm>
              <a:off x="3261500" y="3069925"/>
              <a:ext cx="2621100" cy="7200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3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Mercury</a:t>
              </a:r>
              <a:endParaRPr sz="1600">
                <a:solidFill>
                  <a:schemeClr val="accent3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446" name="Google Shape;1446;p36"/>
            <p:cNvSpPr txBox="1"/>
            <p:nvPr/>
          </p:nvSpPr>
          <p:spPr>
            <a:xfrm>
              <a:off x="6652425" y="3069925"/>
              <a:ext cx="1626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smallest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447" name="Google Shape;1447;p36"/>
          <p:cNvGrpSpPr/>
          <p:nvPr/>
        </p:nvGrpSpPr>
        <p:grpSpPr>
          <a:xfrm>
            <a:off x="865575" y="3790000"/>
            <a:ext cx="5333450" cy="720000"/>
            <a:chOff x="865575" y="3790000"/>
            <a:chExt cx="5333450" cy="720000"/>
          </a:xfrm>
        </p:grpSpPr>
        <p:sp>
          <p:nvSpPr>
            <p:cNvPr id="1448" name="Google Shape;1448;p36"/>
            <p:cNvSpPr txBox="1"/>
            <p:nvPr/>
          </p:nvSpPr>
          <p:spPr>
            <a:xfrm>
              <a:off x="2945225" y="3790000"/>
              <a:ext cx="3253800" cy="720000"/>
            </a:xfrm>
            <a:prstGeom prst="rect">
              <a:avLst/>
            </a:prstGeom>
            <a:solidFill>
              <a:schemeClr val="accent6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Venus</a:t>
              </a:r>
              <a:endParaRPr sz="1600">
                <a:solidFill>
                  <a:schemeClr val="accen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449" name="Google Shape;1449;p36"/>
            <p:cNvSpPr txBox="1"/>
            <p:nvPr/>
          </p:nvSpPr>
          <p:spPr>
            <a:xfrm>
              <a:off x="865575" y="3790000"/>
              <a:ext cx="1626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Venus has a beautiful name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450" name="Google Shape;1450;p36"/>
          <p:cNvGrpSpPr/>
          <p:nvPr/>
        </p:nvGrpSpPr>
        <p:grpSpPr>
          <a:xfrm>
            <a:off x="865575" y="2045050"/>
            <a:ext cx="4707331" cy="720000"/>
            <a:chOff x="865575" y="2349850"/>
            <a:chExt cx="4707331" cy="720000"/>
          </a:xfrm>
        </p:grpSpPr>
        <p:sp>
          <p:nvSpPr>
            <p:cNvPr id="1451" name="Google Shape;1451;p36"/>
            <p:cNvSpPr txBox="1"/>
            <p:nvPr/>
          </p:nvSpPr>
          <p:spPr>
            <a:xfrm>
              <a:off x="3571306" y="2349850"/>
              <a:ext cx="2001600" cy="720000"/>
            </a:xfrm>
            <a:prstGeom prst="rect">
              <a:avLst/>
            </a:prstGeom>
            <a:solidFill>
              <a:schemeClr val="accent6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Jupiter</a:t>
              </a:r>
              <a:endParaRPr sz="1600">
                <a:solidFill>
                  <a:schemeClr val="accen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452" name="Google Shape;1452;p36"/>
            <p:cNvSpPr txBox="1"/>
            <p:nvPr/>
          </p:nvSpPr>
          <p:spPr>
            <a:xfrm>
              <a:off x="865575" y="2349850"/>
              <a:ext cx="1626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the biggest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cxnSp>
        <p:nvCxnSpPr>
          <p:cNvPr id="1453" name="Google Shape;1453;p36"/>
          <p:cNvCxnSpPr>
            <a:stCxn id="1452" idx="3"/>
            <a:endCxn id="1451" idx="1"/>
          </p:cNvCxnSpPr>
          <p:nvPr/>
        </p:nvCxnSpPr>
        <p:spPr>
          <a:xfrm>
            <a:off x="2491575" y="2405050"/>
            <a:ext cx="1079700" cy="600"/>
          </a:xfrm>
          <a:prstGeom prst="bentConnector3">
            <a:avLst>
              <a:gd name="adj1" fmla="val 50001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4" name="Google Shape;1454;p36"/>
          <p:cNvCxnSpPr>
            <a:stCxn id="1448" idx="1"/>
            <a:endCxn id="1449" idx="3"/>
          </p:cNvCxnSpPr>
          <p:nvPr/>
        </p:nvCxnSpPr>
        <p:spPr>
          <a:xfrm flipH="1">
            <a:off x="2491625" y="4150000"/>
            <a:ext cx="453600" cy="600"/>
          </a:xfrm>
          <a:prstGeom prst="bentConnector3">
            <a:avLst>
              <a:gd name="adj1" fmla="val 50006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5" name="Google Shape;1455;p36"/>
          <p:cNvCxnSpPr>
            <a:stCxn id="1445" idx="3"/>
            <a:endCxn id="1446" idx="1"/>
          </p:cNvCxnSpPr>
          <p:nvPr/>
        </p:nvCxnSpPr>
        <p:spPr>
          <a:xfrm>
            <a:off x="5882600" y="3277525"/>
            <a:ext cx="769800" cy="600"/>
          </a:xfrm>
          <a:prstGeom prst="bentConnector3">
            <a:avLst>
              <a:gd name="adj1" fmla="val 50002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6" name="Google Shape;1456;p36"/>
          <p:cNvSpPr/>
          <p:nvPr/>
        </p:nvSpPr>
        <p:spPr>
          <a:xfrm>
            <a:off x="4136100" y="1020772"/>
            <a:ext cx="871800" cy="871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7" name="Google Shape;1457;p36"/>
          <p:cNvGrpSpPr/>
          <p:nvPr/>
        </p:nvGrpSpPr>
        <p:grpSpPr>
          <a:xfrm>
            <a:off x="4368658" y="1247287"/>
            <a:ext cx="426481" cy="418753"/>
            <a:chOff x="5448757" y="4200045"/>
            <a:chExt cx="522905" cy="513429"/>
          </a:xfrm>
        </p:grpSpPr>
        <p:sp>
          <p:nvSpPr>
            <p:cNvPr id="1458" name="Google Shape;1458;p36"/>
            <p:cNvSpPr/>
            <p:nvPr/>
          </p:nvSpPr>
          <p:spPr>
            <a:xfrm>
              <a:off x="5667544" y="4384154"/>
              <a:ext cx="85060" cy="277038"/>
            </a:xfrm>
            <a:custGeom>
              <a:avLst/>
              <a:gdLst/>
              <a:ahLst/>
              <a:cxnLst/>
              <a:rect l="l" t="t" r="r" b="b"/>
              <a:pathLst>
                <a:path w="5152" h="16780" extrusionOk="0">
                  <a:moveTo>
                    <a:pt x="740" y="0"/>
                  </a:moveTo>
                  <a:lnTo>
                    <a:pt x="760" y="10682"/>
                  </a:lnTo>
                  <a:cubicBezTo>
                    <a:pt x="760" y="12304"/>
                    <a:pt x="513" y="13886"/>
                    <a:pt x="20" y="15405"/>
                  </a:cubicBezTo>
                  <a:lnTo>
                    <a:pt x="1" y="15405"/>
                  </a:lnTo>
                  <a:lnTo>
                    <a:pt x="1" y="16780"/>
                  </a:lnTo>
                  <a:lnTo>
                    <a:pt x="5152" y="16780"/>
                  </a:lnTo>
                  <a:lnTo>
                    <a:pt x="5152" y="14645"/>
                  </a:lnTo>
                  <a:cubicBezTo>
                    <a:pt x="4807" y="13374"/>
                    <a:pt x="4619" y="12038"/>
                    <a:pt x="4619" y="10682"/>
                  </a:cubicBezTo>
                  <a:lnTo>
                    <a:pt x="4600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6"/>
            <p:cNvSpPr/>
            <p:nvPr/>
          </p:nvSpPr>
          <p:spPr>
            <a:xfrm>
              <a:off x="5668205" y="4224136"/>
              <a:ext cx="88477" cy="144066"/>
            </a:xfrm>
            <a:custGeom>
              <a:avLst/>
              <a:gdLst/>
              <a:ahLst/>
              <a:cxnLst/>
              <a:rect l="l" t="t" r="r" b="b"/>
              <a:pathLst>
                <a:path w="5359" h="8726" extrusionOk="0">
                  <a:moveTo>
                    <a:pt x="1375" y="0"/>
                  </a:moveTo>
                  <a:lnTo>
                    <a:pt x="1375" y="6078"/>
                  </a:lnTo>
                  <a:lnTo>
                    <a:pt x="0" y="8173"/>
                  </a:lnTo>
                  <a:lnTo>
                    <a:pt x="0" y="8725"/>
                  </a:lnTo>
                  <a:lnTo>
                    <a:pt x="5358" y="8725"/>
                  </a:lnTo>
                  <a:lnTo>
                    <a:pt x="5358" y="8173"/>
                  </a:lnTo>
                  <a:lnTo>
                    <a:pt x="3983" y="6078"/>
                  </a:lnTo>
                  <a:lnTo>
                    <a:pt x="3983" y="0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6"/>
            <p:cNvSpPr/>
            <p:nvPr/>
          </p:nvSpPr>
          <p:spPr>
            <a:xfrm>
              <a:off x="5690909" y="4287542"/>
              <a:ext cx="43058" cy="27109"/>
            </a:xfrm>
            <a:custGeom>
              <a:avLst/>
              <a:gdLst/>
              <a:ahLst/>
              <a:cxnLst/>
              <a:rect l="l" t="t" r="r" b="b"/>
              <a:pathLst>
                <a:path w="2608" h="1642" extrusionOk="0">
                  <a:moveTo>
                    <a:pt x="0" y="0"/>
                  </a:moveTo>
                  <a:lnTo>
                    <a:pt x="0" y="1642"/>
                  </a:lnTo>
                  <a:lnTo>
                    <a:pt x="2608" y="1642"/>
                  </a:lnTo>
                  <a:lnTo>
                    <a:pt x="2608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6"/>
            <p:cNvSpPr/>
            <p:nvPr/>
          </p:nvSpPr>
          <p:spPr>
            <a:xfrm>
              <a:off x="5690909" y="4232277"/>
              <a:ext cx="43058" cy="28496"/>
            </a:xfrm>
            <a:custGeom>
              <a:avLst/>
              <a:gdLst/>
              <a:ahLst/>
              <a:cxnLst/>
              <a:rect l="l" t="t" r="r" b="b"/>
              <a:pathLst>
                <a:path w="2608" h="1726" extrusionOk="0">
                  <a:moveTo>
                    <a:pt x="0" y="0"/>
                  </a:moveTo>
                  <a:lnTo>
                    <a:pt x="0" y="1726"/>
                  </a:lnTo>
                  <a:lnTo>
                    <a:pt x="2608" y="1726"/>
                  </a:lnTo>
                  <a:lnTo>
                    <a:pt x="2608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6"/>
            <p:cNvSpPr/>
            <p:nvPr/>
          </p:nvSpPr>
          <p:spPr>
            <a:xfrm>
              <a:off x="5671936" y="4207855"/>
              <a:ext cx="77333" cy="24435"/>
            </a:xfrm>
            <a:custGeom>
              <a:avLst/>
              <a:gdLst/>
              <a:ahLst/>
              <a:cxnLst/>
              <a:rect l="l" t="t" r="r" b="b"/>
              <a:pathLst>
                <a:path w="4684" h="1480" extrusionOk="0">
                  <a:moveTo>
                    <a:pt x="740" y="0"/>
                  </a:moveTo>
                  <a:cubicBezTo>
                    <a:pt x="533" y="0"/>
                    <a:pt x="351" y="79"/>
                    <a:pt x="228" y="203"/>
                  </a:cubicBezTo>
                  <a:cubicBezTo>
                    <a:pt x="80" y="345"/>
                    <a:pt x="1" y="533"/>
                    <a:pt x="1" y="740"/>
                  </a:cubicBezTo>
                  <a:cubicBezTo>
                    <a:pt x="1" y="1149"/>
                    <a:pt x="326" y="1479"/>
                    <a:pt x="740" y="1479"/>
                  </a:cubicBezTo>
                  <a:lnTo>
                    <a:pt x="1149" y="1479"/>
                  </a:lnTo>
                  <a:lnTo>
                    <a:pt x="1149" y="1455"/>
                  </a:lnTo>
                  <a:lnTo>
                    <a:pt x="3757" y="1455"/>
                  </a:lnTo>
                  <a:lnTo>
                    <a:pt x="3757" y="1479"/>
                  </a:lnTo>
                  <a:lnTo>
                    <a:pt x="3944" y="1479"/>
                  </a:lnTo>
                  <a:cubicBezTo>
                    <a:pt x="4146" y="1479"/>
                    <a:pt x="4334" y="1395"/>
                    <a:pt x="4477" y="1252"/>
                  </a:cubicBezTo>
                  <a:cubicBezTo>
                    <a:pt x="4600" y="1129"/>
                    <a:pt x="4684" y="942"/>
                    <a:pt x="4684" y="740"/>
                  </a:cubicBezTo>
                  <a:cubicBezTo>
                    <a:pt x="4684" y="326"/>
                    <a:pt x="4353" y="0"/>
                    <a:pt x="3944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6"/>
            <p:cNvSpPr/>
            <p:nvPr/>
          </p:nvSpPr>
          <p:spPr>
            <a:xfrm>
              <a:off x="5625141" y="4359089"/>
              <a:ext cx="172629" cy="50174"/>
            </a:xfrm>
            <a:custGeom>
              <a:avLst/>
              <a:gdLst/>
              <a:ahLst/>
              <a:cxnLst/>
              <a:rect l="l" t="t" r="r" b="b"/>
              <a:pathLst>
                <a:path w="10456" h="3039" extrusionOk="0">
                  <a:moveTo>
                    <a:pt x="2608" y="0"/>
                  </a:moveTo>
                  <a:lnTo>
                    <a:pt x="1026" y="20"/>
                  </a:lnTo>
                  <a:cubicBezTo>
                    <a:pt x="449" y="20"/>
                    <a:pt x="0" y="473"/>
                    <a:pt x="0" y="1025"/>
                  </a:cubicBezTo>
                  <a:lnTo>
                    <a:pt x="0" y="2770"/>
                  </a:lnTo>
                  <a:cubicBezTo>
                    <a:pt x="0" y="2930"/>
                    <a:pt x="142" y="3039"/>
                    <a:pt x="283" y="3039"/>
                  </a:cubicBezTo>
                  <a:cubicBezTo>
                    <a:pt x="342" y="3039"/>
                    <a:pt x="401" y="3020"/>
                    <a:pt x="449" y="2977"/>
                  </a:cubicBezTo>
                  <a:lnTo>
                    <a:pt x="1415" y="2075"/>
                  </a:lnTo>
                  <a:lnTo>
                    <a:pt x="7148" y="2075"/>
                  </a:lnTo>
                  <a:lnTo>
                    <a:pt x="9075" y="2056"/>
                  </a:lnTo>
                  <a:lnTo>
                    <a:pt x="10002" y="2938"/>
                  </a:lnTo>
                  <a:cubicBezTo>
                    <a:pt x="10053" y="2989"/>
                    <a:pt x="10116" y="3012"/>
                    <a:pt x="10179" y="3012"/>
                  </a:cubicBezTo>
                  <a:cubicBezTo>
                    <a:pt x="10318" y="3012"/>
                    <a:pt x="10456" y="2901"/>
                    <a:pt x="10456" y="2731"/>
                  </a:cubicBezTo>
                  <a:lnTo>
                    <a:pt x="10456" y="1006"/>
                  </a:lnTo>
                  <a:cubicBezTo>
                    <a:pt x="10456" y="454"/>
                    <a:pt x="10002" y="0"/>
                    <a:pt x="9425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6"/>
            <p:cNvSpPr/>
            <p:nvPr/>
          </p:nvSpPr>
          <p:spPr>
            <a:xfrm>
              <a:off x="5693584" y="4606587"/>
              <a:ext cx="269328" cy="106886"/>
            </a:xfrm>
            <a:custGeom>
              <a:avLst/>
              <a:gdLst/>
              <a:ahLst/>
              <a:cxnLst/>
              <a:rect l="l" t="t" r="r" b="b"/>
              <a:pathLst>
                <a:path w="16313" h="6474" extrusionOk="0">
                  <a:moveTo>
                    <a:pt x="6867" y="0"/>
                  </a:moveTo>
                  <a:cubicBezTo>
                    <a:pt x="6673" y="0"/>
                    <a:pt x="6475" y="36"/>
                    <a:pt x="6286" y="105"/>
                  </a:cubicBezTo>
                  <a:lnTo>
                    <a:pt x="3575" y="1174"/>
                  </a:lnTo>
                  <a:lnTo>
                    <a:pt x="1" y="2569"/>
                  </a:lnTo>
                  <a:lnTo>
                    <a:pt x="2446" y="3580"/>
                  </a:lnTo>
                  <a:lnTo>
                    <a:pt x="9145" y="6474"/>
                  </a:lnTo>
                  <a:lnTo>
                    <a:pt x="15716" y="6474"/>
                  </a:lnTo>
                  <a:cubicBezTo>
                    <a:pt x="16046" y="6474"/>
                    <a:pt x="16312" y="6207"/>
                    <a:pt x="16312" y="5877"/>
                  </a:cubicBezTo>
                  <a:lnTo>
                    <a:pt x="16312" y="4255"/>
                  </a:lnTo>
                  <a:cubicBezTo>
                    <a:pt x="16312" y="4073"/>
                    <a:pt x="16209" y="3886"/>
                    <a:pt x="16021" y="3826"/>
                  </a:cubicBezTo>
                  <a:lnTo>
                    <a:pt x="7479" y="129"/>
                  </a:lnTo>
                  <a:cubicBezTo>
                    <a:pt x="7287" y="42"/>
                    <a:pt x="7078" y="0"/>
                    <a:pt x="6867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6"/>
            <p:cNvSpPr/>
            <p:nvPr/>
          </p:nvSpPr>
          <p:spPr>
            <a:xfrm>
              <a:off x="5457228" y="4616544"/>
              <a:ext cx="387308" cy="96930"/>
            </a:xfrm>
            <a:custGeom>
              <a:avLst/>
              <a:gdLst/>
              <a:ahLst/>
              <a:cxnLst/>
              <a:rect l="l" t="t" r="r" b="b"/>
              <a:pathLst>
                <a:path w="23459" h="5871" extrusionOk="0">
                  <a:moveTo>
                    <a:pt x="9142" y="0"/>
                  </a:moveTo>
                  <a:cubicBezTo>
                    <a:pt x="8965" y="0"/>
                    <a:pt x="8789" y="32"/>
                    <a:pt x="8627" y="98"/>
                  </a:cubicBezTo>
                  <a:lnTo>
                    <a:pt x="330" y="3223"/>
                  </a:lnTo>
                  <a:cubicBezTo>
                    <a:pt x="123" y="3283"/>
                    <a:pt x="0" y="3470"/>
                    <a:pt x="0" y="3672"/>
                  </a:cubicBezTo>
                  <a:lnTo>
                    <a:pt x="0" y="5274"/>
                  </a:lnTo>
                  <a:cubicBezTo>
                    <a:pt x="0" y="5604"/>
                    <a:pt x="266" y="5871"/>
                    <a:pt x="597" y="5871"/>
                  </a:cubicBezTo>
                  <a:lnTo>
                    <a:pt x="23459" y="5871"/>
                  </a:lnTo>
                  <a:lnTo>
                    <a:pt x="16760" y="2977"/>
                  </a:lnTo>
                  <a:lnTo>
                    <a:pt x="14315" y="1966"/>
                  </a:lnTo>
                  <a:lnTo>
                    <a:pt x="12738" y="1331"/>
                  </a:lnTo>
                  <a:lnTo>
                    <a:pt x="9736" y="118"/>
                  </a:lnTo>
                  <a:cubicBezTo>
                    <a:pt x="9549" y="42"/>
                    <a:pt x="9345" y="0"/>
                    <a:pt x="9142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6"/>
            <p:cNvSpPr/>
            <p:nvPr/>
          </p:nvSpPr>
          <p:spPr>
            <a:xfrm>
              <a:off x="5456237" y="4440724"/>
              <a:ext cx="163763" cy="99786"/>
            </a:xfrm>
            <a:custGeom>
              <a:avLst/>
              <a:gdLst/>
              <a:ahLst/>
              <a:cxnLst/>
              <a:rect l="l" t="t" r="r" b="b"/>
              <a:pathLst>
                <a:path w="9919" h="6044" extrusionOk="0">
                  <a:moveTo>
                    <a:pt x="3072" y="0"/>
                  </a:moveTo>
                  <a:cubicBezTo>
                    <a:pt x="3013" y="0"/>
                    <a:pt x="2954" y="2"/>
                    <a:pt x="2895" y="5"/>
                  </a:cubicBezTo>
                  <a:cubicBezTo>
                    <a:pt x="1357" y="109"/>
                    <a:pt x="124" y="1361"/>
                    <a:pt x="60" y="2904"/>
                  </a:cubicBezTo>
                  <a:cubicBezTo>
                    <a:pt x="1" y="4629"/>
                    <a:pt x="1376" y="6044"/>
                    <a:pt x="3082" y="6044"/>
                  </a:cubicBezTo>
                  <a:lnTo>
                    <a:pt x="9120" y="6044"/>
                  </a:lnTo>
                  <a:cubicBezTo>
                    <a:pt x="9569" y="6044"/>
                    <a:pt x="9919" y="5674"/>
                    <a:pt x="9919" y="5245"/>
                  </a:cubicBezTo>
                  <a:cubicBezTo>
                    <a:pt x="9919" y="5018"/>
                    <a:pt x="9840" y="4811"/>
                    <a:pt x="9692" y="4668"/>
                  </a:cubicBezTo>
                  <a:cubicBezTo>
                    <a:pt x="9549" y="4525"/>
                    <a:pt x="9347" y="4442"/>
                    <a:pt x="9120" y="4442"/>
                  </a:cubicBezTo>
                  <a:lnTo>
                    <a:pt x="8361" y="4442"/>
                  </a:lnTo>
                  <a:cubicBezTo>
                    <a:pt x="8381" y="4338"/>
                    <a:pt x="8381" y="4235"/>
                    <a:pt x="8381" y="4136"/>
                  </a:cubicBezTo>
                  <a:cubicBezTo>
                    <a:pt x="8381" y="3066"/>
                    <a:pt x="7538" y="2223"/>
                    <a:pt x="6468" y="2223"/>
                  </a:cubicBezTo>
                  <a:cubicBezTo>
                    <a:pt x="6306" y="2223"/>
                    <a:pt x="6163" y="2243"/>
                    <a:pt x="6020" y="2287"/>
                  </a:cubicBezTo>
                  <a:cubicBezTo>
                    <a:pt x="5684" y="962"/>
                    <a:pt x="4493" y="0"/>
                    <a:pt x="3072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6"/>
            <p:cNvSpPr/>
            <p:nvPr/>
          </p:nvSpPr>
          <p:spPr>
            <a:xfrm>
              <a:off x="5796719" y="4233152"/>
              <a:ext cx="165876" cy="87932"/>
            </a:xfrm>
            <a:custGeom>
              <a:avLst/>
              <a:gdLst/>
              <a:ahLst/>
              <a:cxnLst/>
              <a:rect l="l" t="t" r="r" b="b"/>
              <a:pathLst>
                <a:path w="10047" h="5326" extrusionOk="0">
                  <a:moveTo>
                    <a:pt x="4056" y="1"/>
                  </a:moveTo>
                  <a:cubicBezTo>
                    <a:pt x="3999" y="1"/>
                    <a:pt x="3942" y="3"/>
                    <a:pt x="3885" y="6"/>
                  </a:cubicBezTo>
                  <a:cubicBezTo>
                    <a:pt x="2529" y="90"/>
                    <a:pt x="1460" y="1199"/>
                    <a:pt x="1396" y="2555"/>
                  </a:cubicBezTo>
                  <a:cubicBezTo>
                    <a:pt x="1376" y="3048"/>
                    <a:pt x="1499" y="3521"/>
                    <a:pt x="1726" y="3910"/>
                  </a:cubicBezTo>
                  <a:lnTo>
                    <a:pt x="720" y="3910"/>
                  </a:lnTo>
                  <a:cubicBezTo>
                    <a:pt x="331" y="3910"/>
                    <a:pt x="0" y="4236"/>
                    <a:pt x="0" y="4630"/>
                  </a:cubicBezTo>
                  <a:cubicBezTo>
                    <a:pt x="0" y="5020"/>
                    <a:pt x="331" y="5325"/>
                    <a:pt x="720" y="5325"/>
                  </a:cubicBezTo>
                  <a:lnTo>
                    <a:pt x="9347" y="5286"/>
                  </a:lnTo>
                  <a:cubicBezTo>
                    <a:pt x="9716" y="5286"/>
                    <a:pt x="10047" y="4975"/>
                    <a:pt x="10047" y="4586"/>
                  </a:cubicBezTo>
                  <a:cubicBezTo>
                    <a:pt x="10047" y="4196"/>
                    <a:pt x="9716" y="3891"/>
                    <a:pt x="9347" y="3891"/>
                  </a:cubicBezTo>
                  <a:lnTo>
                    <a:pt x="8666" y="3891"/>
                  </a:lnTo>
                  <a:cubicBezTo>
                    <a:pt x="8691" y="3807"/>
                    <a:pt x="8691" y="3703"/>
                    <a:pt x="8691" y="3620"/>
                  </a:cubicBezTo>
                  <a:cubicBezTo>
                    <a:pt x="8691" y="2698"/>
                    <a:pt x="7952" y="1939"/>
                    <a:pt x="7025" y="1939"/>
                  </a:cubicBezTo>
                  <a:cubicBezTo>
                    <a:pt x="6882" y="1939"/>
                    <a:pt x="6739" y="1958"/>
                    <a:pt x="6616" y="1998"/>
                  </a:cubicBezTo>
                  <a:cubicBezTo>
                    <a:pt x="6319" y="862"/>
                    <a:pt x="5292" y="1"/>
                    <a:pt x="4056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6"/>
            <p:cNvSpPr/>
            <p:nvPr/>
          </p:nvSpPr>
          <p:spPr>
            <a:xfrm>
              <a:off x="5448757" y="4200045"/>
              <a:ext cx="522905" cy="506626"/>
            </a:xfrm>
            <a:custGeom>
              <a:avLst/>
              <a:gdLst/>
              <a:ahLst/>
              <a:cxnLst/>
              <a:rect l="l" t="t" r="r" b="b"/>
              <a:pathLst>
                <a:path w="31672" h="30686" extrusionOk="0">
                  <a:moveTo>
                    <a:pt x="17460" y="922"/>
                  </a:moveTo>
                  <a:cubicBezTo>
                    <a:pt x="17603" y="922"/>
                    <a:pt x="17746" y="1045"/>
                    <a:pt x="17746" y="1213"/>
                  </a:cubicBezTo>
                  <a:cubicBezTo>
                    <a:pt x="17746" y="1356"/>
                    <a:pt x="17603" y="1479"/>
                    <a:pt x="17460" y="1479"/>
                  </a:cubicBezTo>
                  <a:lnTo>
                    <a:pt x="14256" y="1479"/>
                  </a:lnTo>
                  <a:cubicBezTo>
                    <a:pt x="14113" y="1479"/>
                    <a:pt x="13990" y="1356"/>
                    <a:pt x="13990" y="1213"/>
                  </a:cubicBezTo>
                  <a:cubicBezTo>
                    <a:pt x="13990" y="1045"/>
                    <a:pt x="14113" y="922"/>
                    <a:pt x="14256" y="922"/>
                  </a:cubicBezTo>
                  <a:close/>
                  <a:moveTo>
                    <a:pt x="16800" y="2401"/>
                  </a:moveTo>
                  <a:lnTo>
                    <a:pt x="16800" y="3204"/>
                  </a:lnTo>
                  <a:lnTo>
                    <a:pt x="15119" y="3204"/>
                  </a:lnTo>
                  <a:lnTo>
                    <a:pt x="15119" y="2401"/>
                  </a:lnTo>
                  <a:close/>
                  <a:moveTo>
                    <a:pt x="16800" y="4126"/>
                  </a:moveTo>
                  <a:lnTo>
                    <a:pt x="16800" y="4846"/>
                  </a:lnTo>
                  <a:lnTo>
                    <a:pt x="15119" y="4846"/>
                  </a:lnTo>
                  <a:lnTo>
                    <a:pt x="15119" y="4126"/>
                  </a:lnTo>
                  <a:close/>
                  <a:moveTo>
                    <a:pt x="16800" y="5772"/>
                  </a:moveTo>
                  <a:lnTo>
                    <a:pt x="16800" y="6487"/>
                  </a:lnTo>
                  <a:lnTo>
                    <a:pt x="15119" y="6487"/>
                  </a:lnTo>
                  <a:lnTo>
                    <a:pt x="15119" y="5772"/>
                  </a:lnTo>
                  <a:close/>
                  <a:moveTo>
                    <a:pt x="16824" y="7394"/>
                  </a:moveTo>
                  <a:lnTo>
                    <a:pt x="16824" y="7537"/>
                  </a:lnTo>
                  <a:cubicBezTo>
                    <a:pt x="16824" y="7621"/>
                    <a:pt x="16844" y="7720"/>
                    <a:pt x="16884" y="7784"/>
                  </a:cubicBezTo>
                  <a:lnTo>
                    <a:pt x="17786" y="9179"/>
                  </a:lnTo>
                  <a:lnTo>
                    <a:pt x="16331" y="9179"/>
                  </a:lnTo>
                  <a:cubicBezTo>
                    <a:pt x="16085" y="9179"/>
                    <a:pt x="15878" y="9386"/>
                    <a:pt x="15878" y="9632"/>
                  </a:cubicBezTo>
                  <a:cubicBezTo>
                    <a:pt x="15878" y="9898"/>
                    <a:pt x="16085" y="10105"/>
                    <a:pt x="16331" y="10105"/>
                  </a:cubicBezTo>
                  <a:lnTo>
                    <a:pt x="20107" y="10086"/>
                  </a:lnTo>
                  <a:cubicBezTo>
                    <a:pt x="20418" y="10086"/>
                    <a:pt x="20664" y="10352"/>
                    <a:pt x="20664" y="10657"/>
                  </a:cubicBezTo>
                  <a:lnTo>
                    <a:pt x="20664" y="11910"/>
                  </a:lnTo>
                  <a:lnTo>
                    <a:pt x="20068" y="11357"/>
                  </a:lnTo>
                  <a:cubicBezTo>
                    <a:pt x="19984" y="11274"/>
                    <a:pt x="19881" y="11234"/>
                    <a:pt x="19757" y="11234"/>
                  </a:cubicBezTo>
                  <a:lnTo>
                    <a:pt x="12097" y="11234"/>
                  </a:lnTo>
                  <a:cubicBezTo>
                    <a:pt x="11974" y="11254"/>
                    <a:pt x="11870" y="11293"/>
                    <a:pt x="11792" y="11357"/>
                  </a:cubicBezTo>
                  <a:lnTo>
                    <a:pt x="11156" y="11954"/>
                  </a:lnTo>
                  <a:lnTo>
                    <a:pt x="11131" y="10657"/>
                  </a:lnTo>
                  <a:cubicBezTo>
                    <a:pt x="11131" y="10515"/>
                    <a:pt x="11195" y="10372"/>
                    <a:pt x="11299" y="10268"/>
                  </a:cubicBezTo>
                  <a:cubicBezTo>
                    <a:pt x="11402" y="10165"/>
                    <a:pt x="11545" y="10105"/>
                    <a:pt x="11708" y="10105"/>
                  </a:cubicBezTo>
                  <a:lnTo>
                    <a:pt x="14483" y="10105"/>
                  </a:lnTo>
                  <a:cubicBezTo>
                    <a:pt x="14749" y="10105"/>
                    <a:pt x="14951" y="9898"/>
                    <a:pt x="14951" y="9632"/>
                  </a:cubicBezTo>
                  <a:cubicBezTo>
                    <a:pt x="14951" y="9386"/>
                    <a:pt x="14749" y="9179"/>
                    <a:pt x="14483" y="9179"/>
                  </a:cubicBezTo>
                  <a:lnTo>
                    <a:pt x="14153" y="9179"/>
                  </a:lnTo>
                  <a:lnTo>
                    <a:pt x="15055" y="7803"/>
                  </a:lnTo>
                  <a:cubicBezTo>
                    <a:pt x="15099" y="7720"/>
                    <a:pt x="15119" y="7641"/>
                    <a:pt x="15119" y="7537"/>
                  </a:cubicBezTo>
                  <a:lnTo>
                    <a:pt x="15119" y="7414"/>
                  </a:lnTo>
                  <a:lnTo>
                    <a:pt x="16824" y="7394"/>
                  </a:lnTo>
                  <a:close/>
                  <a:moveTo>
                    <a:pt x="14256" y="0"/>
                  </a:moveTo>
                  <a:cubicBezTo>
                    <a:pt x="13596" y="0"/>
                    <a:pt x="13063" y="533"/>
                    <a:pt x="13063" y="1213"/>
                  </a:cubicBezTo>
                  <a:cubicBezTo>
                    <a:pt x="13063" y="1849"/>
                    <a:pt x="13556" y="2361"/>
                    <a:pt x="14192" y="2401"/>
                  </a:cubicBezTo>
                  <a:lnTo>
                    <a:pt x="14192" y="6941"/>
                  </a:lnTo>
                  <a:lnTo>
                    <a:pt x="14192" y="7414"/>
                  </a:lnTo>
                  <a:lnTo>
                    <a:pt x="13044" y="9179"/>
                  </a:lnTo>
                  <a:lnTo>
                    <a:pt x="11688" y="9179"/>
                  </a:lnTo>
                  <a:cubicBezTo>
                    <a:pt x="11299" y="9179"/>
                    <a:pt x="10929" y="9346"/>
                    <a:pt x="10663" y="9612"/>
                  </a:cubicBezTo>
                  <a:cubicBezTo>
                    <a:pt x="10372" y="9898"/>
                    <a:pt x="10209" y="10268"/>
                    <a:pt x="10209" y="10657"/>
                  </a:cubicBezTo>
                  <a:lnTo>
                    <a:pt x="10229" y="12402"/>
                  </a:lnTo>
                  <a:cubicBezTo>
                    <a:pt x="10229" y="12693"/>
                    <a:pt x="10392" y="12959"/>
                    <a:pt x="10663" y="13083"/>
                  </a:cubicBezTo>
                  <a:cubicBezTo>
                    <a:pt x="10742" y="13122"/>
                    <a:pt x="10845" y="13122"/>
                    <a:pt x="10949" y="13122"/>
                  </a:cubicBezTo>
                  <a:cubicBezTo>
                    <a:pt x="11131" y="13122"/>
                    <a:pt x="11318" y="13063"/>
                    <a:pt x="11442" y="12940"/>
                  </a:cubicBezTo>
                  <a:lnTo>
                    <a:pt x="12284" y="12156"/>
                  </a:lnTo>
                  <a:lnTo>
                    <a:pt x="13517" y="12156"/>
                  </a:lnTo>
                  <a:lnTo>
                    <a:pt x="13537" y="21832"/>
                  </a:lnTo>
                  <a:cubicBezTo>
                    <a:pt x="13537" y="23227"/>
                    <a:pt x="13349" y="24603"/>
                    <a:pt x="12960" y="25938"/>
                  </a:cubicBezTo>
                  <a:lnTo>
                    <a:pt x="10436" y="24913"/>
                  </a:lnTo>
                  <a:cubicBezTo>
                    <a:pt x="10187" y="24815"/>
                    <a:pt x="9927" y="24762"/>
                    <a:pt x="9668" y="24762"/>
                  </a:cubicBezTo>
                  <a:cubicBezTo>
                    <a:pt x="9434" y="24762"/>
                    <a:pt x="9201" y="24805"/>
                    <a:pt x="8977" y="24893"/>
                  </a:cubicBezTo>
                  <a:lnTo>
                    <a:pt x="350" y="28137"/>
                  </a:lnTo>
                  <a:cubicBezTo>
                    <a:pt x="104" y="28221"/>
                    <a:pt x="0" y="28487"/>
                    <a:pt x="84" y="28733"/>
                  </a:cubicBezTo>
                  <a:cubicBezTo>
                    <a:pt x="143" y="28916"/>
                    <a:pt x="331" y="29019"/>
                    <a:pt x="513" y="29019"/>
                  </a:cubicBezTo>
                  <a:cubicBezTo>
                    <a:pt x="577" y="29019"/>
                    <a:pt x="617" y="29019"/>
                    <a:pt x="681" y="29000"/>
                  </a:cubicBezTo>
                  <a:lnTo>
                    <a:pt x="3964" y="27767"/>
                  </a:lnTo>
                  <a:lnTo>
                    <a:pt x="6778" y="29246"/>
                  </a:lnTo>
                  <a:lnTo>
                    <a:pt x="7089" y="30355"/>
                  </a:lnTo>
                  <a:cubicBezTo>
                    <a:pt x="7148" y="30562"/>
                    <a:pt x="7335" y="30685"/>
                    <a:pt x="7537" y="30685"/>
                  </a:cubicBezTo>
                  <a:cubicBezTo>
                    <a:pt x="7582" y="30685"/>
                    <a:pt x="7621" y="30685"/>
                    <a:pt x="7661" y="30666"/>
                  </a:cubicBezTo>
                  <a:cubicBezTo>
                    <a:pt x="7907" y="30602"/>
                    <a:pt x="8050" y="30355"/>
                    <a:pt x="7991" y="30109"/>
                  </a:cubicBezTo>
                  <a:lnTo>
                    <a:pt x="7887" y="29759"/>
                  </a:lnTo>
                  <a:lnTo>
                    <a:pt x="8893" y="29759"/>
                  </a:lnTo>
                  <a:cubicBezTo>
                    <a:pt x="9140" y="29759"/>
                    <a:pt x="9366" y="29557"/>
                    <a:pt x="9366" y="29310"/>
                  </a:cubicBezTo>
                  <a:cubicBezTo>
                    <a:pt x="9366" y="29039"/>
                    <a:pt x="9140" y="28837"/>
                    <a:pt x="8893" y="28837"/>
                  </a:cubicBezTo>
                  <a:lnTo>
                    <a:pt x="7621" y="28837"/>
                  </a:lnTo>
                  <a:lnTo>
                    <a:pt x="7621" y="28817"/>
                  </a:lnTo>
                  <a:cubicBezTo>
                    <a:pt x="7582" y="28694"/>
                    <a:pt x="7498" y="28590"/>
                    <a:pt x="7395" y="28526"/>
                  </a:cubicBezTo>
                  <a:lnTo>
                    <a:pt x="5117" y="27338"/>
                  </a:lnTo>
                  <a:lnTo>
                    <a:pt x="9282" y="25756"/>
                  </a:lnTo>
                  <a:cubicBezTo>
                    <a:pt x="9405" y="25709"/>
                    <a:pt x="9527" y="25688"/>
                    <a:pt x="9648" y="25688"/>
                  </a:cubicBezTo>
                  <a:cubicBezTo>
                    <a:pt x="9795" y="25688"/>
                    <a:pt x="9940" y="25719"/>
                    <a:pt x="10086" y="25776"/>
                  </a:cubicBezTo>
                  <a:lnTo>
                    <a:pt x="17110" y="28630"/>
                  </a:lnTo>
                  <a:cubicBezTo>
                    <a:pt x="17162" y="28649"/>
                    <a:pt x="17217" y="28658"/>
                    <a:pt x="17271" y="28658"/>
                  </a:cubicBezTo>
                  <a:cubicBezTo>
                    <a:pt x="17451" y="28658"/>
                    <a:pt x="17627" y="28553"/>
                    <a:pt x="17707" y="28364"/>
                  </a:cubicBezTo>
                  <a:cubicBezTo>
                    <a:pt x="17810" y="28137"/>
                    <a:pt x="17687" y="27871"/>
                    <a:pt x="17441" y="27767"/>
                  </a:cubicBezTo>
                  <a:lnTo>
                    <a:pt x="16085" y="27215"/>
                  </a:lnTo>
                  <a:cubicBezTo>
                    <a:pt x="16124" y="27190"/>
                    <a:pt x="16144" y="27190"/>
                    <a:pt x="16184" y="27171"/>
                  </a:cubicBezTo>
                  <a:lnTo>
                    <a:pt x="21281" y="25160"/>
                  </a:lnTo>
                  <a:cubicBezTo>
                    <a:pt x="21408" y="25110"/>
                    <a:pt x="21544" y="25084"/>
                    <a:pt x="21681" y="25084"/>
                  </a:cubicBezTo>
                  <a:cubicBezTo>
                    <a:pt x="21831" y="25084"/>
                    <a:pt x="21982" y="25115"/>
                    <a:pt x="22123" y="25179"/>
                  </a:cubicBezTo>
                  <a:lnTo>
                    <a:pt x="25204" y="26495"/>
                  </a:lnTo>
                  <a:lnTo>
                    <a:pt x="23538" y="27358"/>
                  </a:lnTo>
                  <a:cubicBezTo>
                    <a:pt x="23479" y="27378"/>
                    <a:pt x="23435" y="27417"/>
                    <a:pt x="23395" y="27462"/>
                  </a:cubicBezTo>
                  <a:lnTo>
                    <a:pt x="22863" y="28097"/>
                  </a:lnTo>
                  <a:lnTo>
                    <a:pt x="21261" y="27974"/>
                  </a:lnTo>
                  <a:cubicBezTo>
                    <a:pt x="21249" y="27973"/>
                    <a:pt x="21236" y="27973"/>
                    <a:pt x="21224" y="27973"/>
                  </a:cubicBezTo>
                  <a:cubicBezTo>
                    <a:pt x="20970" y="27973"/>
                    <a:pt x="20768" y="28168"/>
                    <a:pt x="20768" y="28403"/>
                  </a:cubicBezTo>
                  <a:cubicBezTo>
                    <a:pt x="20743" y="28669"/>
                    <a:pt x="20931" y="28876"/>
                    <a:pt x="21177" y="28896"/>
                  </a:cubicBezTo>
                  <a:lnTo>
                    <a:pt x="22123" y="28960"/>
                  </a:lnTo>
                  <a:lnTo>
                    <a:pt x="21729" y="29433"/>
                  </a:lnTo>
                  <a:cubicBezTo>
                    <a:pt x="21566" y="29635"/>
                    <a:pt x="21586" y="29926"/>
                    <a:pt x="21793" y="30089"/>
                  </a:cubicBezTo>
                  <a:cubicBezTo>
                    <a:pt x="21877" y="30148"/>
                    <a:pt x="21976" y="30192"/>
                    <a:pt x="22079" y="30192"/>
                  </a:cubicBezTo>
                  <a:cubicBezTo>
                    <a:pt x="22202" y="30192"/>
                    <a:pt x="22345" y="30148"/>
                    <a:pt x="22429" y="30025"/>
                  </a:cubicBezTo>
                  <a:lnTo>
                    <a:pt x="24031" y="28137"/>
                  </a:lnTo>
                  <a:lnTo>
                    <a:pt x="26313" y="26988"/>
                  </a:lnTo>
                  <a:lnTo>
                    <a:pt x="30952" y="28980"/>
                  </a:lnTo>
                  <a:cubicBezTo>
                    <a:pt x="31016" y="29019"/>
                    <a:pt x="31075" y="29019"/>
                    <a:pt x="31139" y="29019"/>
                  </a:cubicBezTo>
                  <a:cubicBezTo>
                    <a:pt x="31322" y="29019"/>
                    <a:pt x="31489" y="28916"/>
                    <a:pt x="31568" y="28753"/>
                  </a:cubicBezTo>
                  <a:cubicBezTo>
                    <a:pt x="31672" y="28507"/>
                    <a:pt x="31548" y="28240"/>
                    <a:pt x="31322" y="28137"/>
                  </a:cubicBezTo>
                  <a:lnTo>
                    <a:pt x="26476" y="26042"/>
                  </a:lnTo>
                  <a:lnTo>
                    <a:pt x="22493" y="24317"/>
                  </a:lnTo>
                  <a:cubicBezTo>
                    <a:pt x="22241" y="24211"/>
                    <a:pt x="21971" y="24159"/>
                    <a:pt x="21702" y="24159"/>
                  </a:cubicBezTo>
                  <a:cubicBezTo>
                    <a:pt x="21446" y="24159"/>
                    <a:pt x="21191" y="24206"/>
                    <a:pt x="20950" y="24297"/>
                  </a:cubicBezTo>
                  <a:lnTo>
                    <a:pt x="18712" y="25179"/>
                  </a:lnTo>
                  <a:cubicBezTo>
                    <a:pt x="18446" y="24090"/>
                    <a:pt x="18323" y="22961"/>
                    <a:pt x="18303" y="21832"/>
                  </a:cubicBezTo>
                  <a:lnTo>
                    <a:pt x="18303" y="16060"/>
                  </a:lnTo>
                  <a:cubicBezTo>
                    <a:pt x="18303" y="15794"/>
                    <a:pt x="18096" y="15587"/>
                    <a:pt x="17850" y="15587"/>
                  </a:cubicBezTo>
                  <a:lnTo>
                    <a:pt x="17830" y="15587"/>
                  </a:lnTo>
                  <a:cubicBezTo>
                    <a:pt x="17584" y="15587"/>
                    <a:pt x="17376" y="15794"/>
                    <a:pt x="17376" y="16060"/>
                  </a:cubicBezTo>
                  <a:lnTo>
                    <a:pt x="17376" y="21832"/>
                  </a:lnTo>
                  <a:cubicBezTo>
                    <a:pt x="17396" y="23084"/>
                    <a:pt x="17539" y="24317"/>
                    <a:pt x="17850" y="25529"/>
                  </a:cubicBezTo>
                  <a:lnTo>
                    <a:pt x="16391" y="26081"/>
                  </a:lnTo>
                  <a:lnTo>
                    <a:pt x="16391" y="24750"/>
                  </a:lnTo>
                  <a:cubicBezTo>
                    <a:pt x="16391" y="24479"/>
                    <a:pt x="16184" y="24277"/>
                    <a:pt x="15937" y="24277"/>
                  </a:cubicBezTo>
                  <a:lnTo>
                    <a:pt x="15917" y="24277"/>
                  </a:lnTo>
                  <a:cubicBezTo>
                    <a:pt x="15671" y="24277"/>
                    <a:pt x="15469" y="24479"/>
                    <a:pt x="15469" y="24750"/>
                  </a:cubicBezTo>
                  <a:lnTo>
                    <a:pt x="15469" y="26451"/>
                  </a:lnTo>
                  <a:lnTo>
                    <a:pt x="14828" y="26698"/>
                  </a:lnTo>
                  <a:lnTo>
                    <a:pt x="13822" y="26288"/>
                  </a:lnTo>
                  <a:cubicBezTo>
                    <a:pt x="14256" y="24849"/>
                    <a:pt x="14458" y="23351"/>
                    <a:pt x="14458" y="21832"/>
                  </a:cubicBezTo>
                  <a:lnTo>
                    <a:pt x="14439" y="12156"/>
                  </a:lnTo>
                  <a:lnTo>
                    <a:pt x="15444" y="12156"/>
                  </a:lnTo>
                  <a:lnTo>
                    <a:pt x="15469" y="22961"/>
                  </a:lnTo>
                  <a:cubicBezTo>
                    <a:pt x="15469" y="23208"/>
                    <a:pt x="15671" y="23415"/>
                    <a:pt x="15917" y="23415"/>
                  </a:cubicBezTo>
                  <a:cubicBezTo>
                    <a:pt x="16184" y="23415"/>
                    <a:pt x="16391" y="23208"/>
                    <a:pt x="16391" y="22961"/>
                  </a:cubicBezTo>
                  <a:lnTo>
                    <a:pt x="16371" y="12156"/>
                  </a:lnTo>
                  <a:lnTo>
                    <a:pt x="17376" y="12156"/>
                  </a:lnTo>
                  <a:lnTo>
                    <a:pt x="17376" y="14212"/>
                  </a:lnTo>
                  <a:cubicBezTo>
                    <a:pt x="17376" y="14458"/>
                    <a:pt x="17584" y="14665"/>
                    <a:pt x="17830" y="14665"/>
                  </a:cubicBezTo>
                  <a:cubicBezTo>
                    <a:pt x="18096" y="14665"/>
                    <a:pt x="18303" y="14458"/>
                    <a:pt x="18303" y="14212"/>
                  </a:cubicBezTo>
                  <a:lnTo>
                    <a:pt x="18303" y="12156"/>
                  </a:lnTo>
                  <a:lnTo>
                    <a:pt x="19575" y="12156"/>
                  </a:lnTo>
                  <a:lnTo>
                    <a:pt x="20354" y="12895"/>
                  </a:lnTo>
                  <a:cubicBezTo>
                    <a:pt x="20503" y="13031"/>
                    <a:pt x="20688" y="13106"/>
                    <a:pt x="20873" y="13106"/>
                  </a:cubicBezTo>
                  <a:cubicBezTo>
                    <a:pt x="20970" y="13106"/>
                    <a:pt x="21066" y="13086"/>
                    <a:pt x="21157" y="13043"/>
                  </a:cubicBezTo>
                  <a:cubicBezTo>
                    <a:pt x="21423" y="12920"/>
                    <a:pt x="21586" y="12674"/>
                    <a:pt x="21586" y="12363"/>
                  </a:cubicBezTo>
                  <a:lnTo>
                    <a:pt x="21586" y="10638"/>
                  </a:lnTo>
                  <a:cubicBezTo>
                    <a:pt x="21586" y="9839"/>
                    <a:pt x="20931" y="9159"/>
                    <a:pt x="20107" y="9159"/>
                  </a:cubicBezTo>
                  <a:lnTo>
                    <a:pt x="18895" y="9179"/>
                  </a:lnTo>
                  <a:lnTo>
                    <a:pt x="17746" y="7394"/>
                  </a:lnTo>
                  <a:lnTo>
                    <a:pt x="17726" y="2381"/>
                  </a:lnTo>
                  <a:cubicBezTo>
                    <a:pt x="18259" y="2258"/>
                    <a:pt x="18673" y="1765"/>
                    <a:pt x="18673" y="1213"/>
                  </a:cubicBezTo>
                  <a:cubicBezTo>
                    <a:pt x="18673" y="533"/>
                    <a:pt x="18116" y="0"/>
                    <a:pt x="17460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6"/>
            <p:cNvSpPr/>
            <p:nvPr/>
          </p:nvSpPr>
          <p:spPr>
            <a:xfrm>
              <a:off x="5449088" y="4433195"/>
              <a:ext cx="178737" cy="114811"/>
            </a:xfrm>
            <a:custGeom>
              <a:avLst/>
              <a:gdLst/>
              <a:ahLst/>
              <a:cxnLst/>
              <a:rect l="l" t="t" r="r" b="b"/>
              <a:pathLst>
                <a:path w="10826" h="6954" extrusionOk="0">
                  <a:moveTo>
                    <a:pt x="3515" y="915"/>
                  </a:moveTo>
                  <a:cubicBezTo>
                    <a:pt x="4683" y="915"/>
                    <a:pt x="5713" y="1713"/>
                    <a:pt x="5999" y="2842"/>
                  </a:cubicBezTo>
                  <a:cubicBezTo>
                    <a:pt x="6049" y="3050"/>
                    <a:pt x="6232" y="3187"/>
                    <a:pt x="6435" y="3187"/>
                  </a:cubicBezTo>
                  <a:cubicBezTo>
                    <a:pt x="6474" y="3187"/>
                    <a:pt x="6512" y="3182"/>
                    <a:pt x="6551" y="3172"/>
                  </a:cubicBezTo>
                  <a:cubicBezTo>
                    <a:pt x="6675" y="3153"/>
                    <a:pt x="6778" y="3133"/>
                    <a:pt x="6901" y="3133"/>
                  </a:cubicBezTo>
                  <a:cubicBezTo>
                    <a:pt x="7705" y="3133"/>
                    <a:pt x="8360" y="3789"/>
                    <a:pt x="8360" y="4592"/>
                  </a:cubicBezTo>
                  <a:cubicBezTo>
                    <a:pt x="8360" y="4651"/>
                    <a:pt x="8341" y="4735"/>
                    <a:pt x="8341" y="4814"/>
                  </a:cubicBezTo>
                  <a:cubicBezTo>
                    <a:pt x="8321" y="4962"/>
                    <a:pt x="8360" y="5085"/>
                    <a:pt x="8444" y="5184"/>
                  </a:cubicBezTo>
                  <a:cubicBezTo>
                    <a:pt x="8523" y="5287"/>
                    <a:pt x="8646" y="5351"/>
                    <a:pt x="8794" y="5351"/>
                  </a:cubicBezTo>
                  <a:lnTo>
                    <a:pt x="9553" y="5351"/>
                  </a:lnTo>
                  <a:cubicBezTo>
                    <a:pt x="9736" y="5351"/>
                    <a:pt x="9903" y="5514"/>
                    <a:pt x="9903" y="5701"/>
                  </a:cubicBezTo>
                  <a:cubicBezTo>
                    <a:pt x="9903" y="5883"/>
                    <a:pt x="9736" y="6026"/>
                    <a:pt x="9553" y="6026"/>
                  </a:cubicBezTo>
                  <a:lnTo>
                    <a:pt x="3515" y="6026"/>
                  </a:lnTo>
                  <a:cubicBezTo>
                    <a:pt x="2815" y="6026"/>
                    <a:pt x="2159" y="5760"/>
                    <a:pt x="1666" y="5248"/>
                  </a:cubicBezTo>
                  <a:cubicBezTo>
                    <a:pt x="1193" y="4735"/>
                    <a:pt x="927" y="4074"/>
                    <a:pt x="966" y="3379"/>
                  </a:cubicBezTo>
                  <a:cubicBezTo>
                    <a:pt x="1006" y="2083"/>
                    <a:pt x="2056" y="994"/>
                    <a:pt x="3347" y="915"/>
                  </a:cubicBezTo>
                  <a:close/>
                  <a:moveTo>
                    <a:pt x="3517" y="0"/>
                  </a:moveTo>
                  <a:cubicBezTo>
                    <a:pt x="3441" y="0"/>
                    <a:pt x="3365" y="3"/>
                    <a:pt x="3288" y="8"/>
                  </a:cubicBezTo>
                  <a:cubicBezTo>
                    <a:pt x="1543" y="111"/>
                    <a:pt x="104" y="1570"/>
                    <a:pt x="45" y="3335"/>
                  </a:cubicBezTo>
                  <a:cubicBezTo>
                    <a:pt x="0" y="4301"/>
                    <a:pt x="350" y="5208"/>
                    <a:pt x="1006" y="5883"/>
                  </a:cubicBezTo>
                  <a:cubicBezTo>
                    <a:pt x="1666" y="6583"/>
                    <a:pt x="2568" y="6953"/>
                    <a:pt x="3515" y="6953"/>
                  </a:cubicBezTo>
                  <a:lnTo>
                    <a:pt x="9553" y="6953"/>
                  </a:lnTo>
                  <a:cubicBezTo>
                    <a:pt x="10248" y="6953"/>
                    <a:pt x="10825" y="6396"/>
                    <a:pt x="10825" y="5701"/>
                  </a:cubicBezTo>
                  <a:cubicBezTo>
                    <a:pt x="10825" y="5001"/>
                    <a:pt x="10248" y="4424"/>
                    <a:pt x="9553" y="4424"/>
                  </a:cubicBezTo>
                  <a:lnTo>
                    <a:pt x="9262" y="4424"/>
                  </a:lnTo>
                  <a:cubicBezTo>
                    <a:pt x="9203" y="3192"/>
                    <a:pt x="8153" y="2206"/>
                    <a:pt x="6901" y="2206"/>
                  </a:cubicBezTo>
                  <a:lnTo>
                    <a:pt x="6758" y="2206"/>
                  </a:lnTo>
                  <a:cubicBezTo>
                    <a:pt x="6253" y="881"/>
                    <a:pt x="4964" y="0"/>
                    <a:pt x="351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6"/>
            <p:cNvSpPr/>
            <p:nvPr/>
          </p:nvSpPr>
          <p:spPr>
            <a:xfrm>
              <a:off x="5789223" y="4225672"/>
              <a:ext cx="180785" cy="103221"/>
            </a:xfrm>
            <a:custGeom>
              <a:avLst/>
              <a:gdLst/>
              <a:ahLst/>
              <a:cxnLst/>
              <a:rect l="l" t="t" r="r" b="b"/>
              <a:pathLst>
                <a:path w="10950" h="6252" extrusionOk="0">
                  <a:moveTo>
                    <a:pt x="4528" y="926"/>
                  </a:moveTo>
                  <a:cubicBezTo>
                    <a:pt x="5504" y="926"/>
                    <a:pt x="6364" y="1603"/>
                    <a:pt x="6616" y="2554"/>
                  </a:cubicBezTo>
                  <a:cubicBezTo>
                    <a:pt x="6671" y="2766"/>
                    <a:pt x="6862" y="2917"/>
                    <a:pt x="7071" y="2917"/>
                  </a:cubicBezTo>
                  <a:cubicBezTo>
                    <a:pt x="7105" y="2917"/>
                    <a:pt x="7139" y="2913"/>
                    <a:pt x="7173" y="2904"/>
                  </a:cubicBezTo>
                  <a:cubicBezTo>
                    <a:pt x="7272" y="2885"/>
                    <a:pt x="7375" y="2865"/>
                    <a:pt x="7479" y="2865"/>
                  </a:cubicBezTo>
                  <a:cubicBezTo>
                    <a:pt x="8134" y="2865"/>
                    <a:pt x="8691" y="3397"/>
                    <a:pt x="8691" y="4073"/>
                  </a:cubicBezTo>
                  <a:cubicBezTo>
                    <a:pt x="8691" y="4137"/>
                    <a:pt x="8672" y="4196"/>
                    <a:pt x="8672" y="4260"/>
                  </a:cubicBezTo>
                  <a:cubicBezTo>
                    <a:pt x="8652" y="4403"/>
                    <a:pt x="8691" y="4546"/>
                    <a:pt x="8775" y="4649"/>
                  </a:cubicBezTo>
                  <a:cubicBezTo>
                    <a:pt x="8854" y="4753"/>
                    <a:pt x="8977" y="4812"/>
                    <a:pt x="9120" y="4812"/>
                  </a:cubicBezTo>
                  <a:lnTo>
                    <a:pt x="9801" y="4812"/>
                  </a:lnTo>
                  <a:cubicBezTo>
                    <a:pt x="9924" y="4812"/>
                    <a:pt x="10027" y="4916"/>
                    <a:pt x="10027" y="5039"/>
                  </a:cubicBezTo>
                  <a:cubicBezTo>
                    <a:pt x="10027" y="5182"/>
                    <a:pt x="9924" y="5285"/>
                    <a:pt x="9801" y="5285"/>
                  </a:cubicBezTo>
                  <a:lnTo>
                    <a:pt x="1174" y="5330"/>
                  </a:lnTo>
                  <a:cubicBezTo>
                    <a:pt x="1031" y="5330"/>
                    <a:pt x="928" y="5206"/>
                    <a:pt x="928" y="5083"/>
                  </a:cubicBezTo>
                  <a:cubicBezTo>
                    <a:pt x="928" y="4935"/>
                    <a:pt x="1031" y="4837"/>
                    <a:pt x="1174" y="4837"/>
                  </a:cubicBezTo>
                  <a:lnTo>
                    <a:pt x="2180" y="4837"/>
                  </a:lnTo>
                  <a:cubicBezTo>
                    <a:pt x="2342" y="4837"/>
                    <a:pt x="2490" y="4753"/>
                    <a:pt x="2569" y="4610"/>
                  </a:cubicBezTo>
                  <a:cubicBezTo>
                    <a:pt x="2673" y="4467"/>
                    <a:pt x="2673" y="4299"/>
                    <a:pt x="2589" y="4156"/>
                  </a:cubicBezTo>
                  <a:cubicBezTo>
                    <a:pt x="2407" y="3806"/>
                    <a:pt x="2303" y="3417"/>
                    <a:pt x="2323" y="3008"/>
                  </a:cubicBezTo>
                  <a:cubicBezTo>
                    <a:pt x="2367" y="1918"/>
                    <a:pt x="3269" y="992"/>
                    <a:pt x="4359" y="933"/>
                  </a:cubicBezTo>
                  <a:cubicBezTo>
                    <a:pt x="4415" y="928"/>
                    <a:pt x="4472" y="926"/>
                    <a:pt x="4528" y="926"/>
                  </a:cubicBezTo>
                  <a:close/>
                  <a:moveTo>
                    <a:pt x="4483" y="0"/>
                  </a:moveTo>
                  <a:cubicBezTo>
                    <a:pt x="4420" y="0"/>
                    <a:pt x="4357" y="2"/>
                    <a:pt x="4294" y="6"/>
                  </a:cubicBezTo>
                  <a:cubicBezTo>
                    <a:pt x="2737" y="90"/>
                    <a:pt x="1460" y="1406"/>
                    <a:pt x="1401" y="2988"/>
                  </a:cubicBezTo>
                  <a:cubicBezTo>
                    <a:pt x="1381" y="3294"/>
                    <a:pt x="1421" y="3604"/>
                    <a:pt x="1504" y="3910"/>
                  </a:cubicBezTo>
                  <a:lnTo>
                    <a:pt x="1174" y="3910"/>
                  </a:lnTo>
                  <a:cubicBezTo>
                    <a:pt x="519" y="3910"/>
                    <a:pt x="1" y="4423"/>
                    <a:pt x="1" y="5083"/>
                  </a:cubicBezTo>
                  <a:cubicBezTo>
                    <a:pt x="1" y="5719"/>
                    <a:pt x="519" y="6251"/>
                    <a:pt x="1174" y="6251"/>
                  </a:cubicBezTo>
                  <a:lnTo>
                    <a:pt x="9801" y="6212"/>
                  </a:lnTo>
                  <a:cubicBezTo>
                    <a:pt x="10436" y="6212"/>
                    <a:pt x="10949" y="5675"/>
                    <a:pt x="10949" y="5039"/>
                  </a:cubicBezTo>
                  <a:cubicBezTo>
                    <a:pt x="10949" y="4403"/>
                    <a:pt x="10436" y="3890"/>
                    <a:pt x="9801" y="3890"/>
                  </a:cubicBezTo>
                  <a:lnTo>
                    <a:pt x="9594" y="3890"/>
                  </a:lnTo>
                  <a:cubicBezTo>
                    <a:pt x="9490" y="2801"/>
                    <a:pt x="8588" y="1938"/>
                    <a:pt x="7479" y="1938"/>
                  </a:cubicBezTo>
                  <a:lnTo>
                    <a:pt x="7375" y="1938"/>
                  </a:lnTo>
                  <a:cubicBezTo>
                    <a:pt x="6905" y="763"/>
                    <a:pt x="5763" y="0"/>
                    <a:pt x="448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78AB563-02F7-2227-9639-B9B352655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14CD0E5-D41F-86F5-3D91-0BAE4317C83D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7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1476" name="Google Shape;1476;p37"/>
          <p:cNvGrpSpPr/>
          <p:nvPr/>
        </p:nvGrpSpPr>
        <p:grpSpPr>
          <a:xfrm>
            <a:off x="3802474" y="1617081"/>
            <a:ext cx="4534808" cy="2510231"/>
            <a:chOff x="2654821" y="2311071"/>
            <a:chExt cx="2279715" cy="1262120"/>
          </a:xfrm>
        </p:grpSpPr>
        <p:grpSp>
          <p:nvGrpSpPr>
            <p:cNvPr id="1477" name="Google Shape;1477;p37"/>
            <p:cNvGrpSpPr/>
            <p:nvPr/>
          </p:nvGrpSpPr>
          <p:grpSpPr>
            <a:xfrm>
              <a:off x="4034269" y="2840745"/>
              <a:ext cx="40212" cy="36437"/>
              <a:chOff x="4293400" y="2574725"/>
              <a:chExt cx="84425" cy="80100"/>
            </a:xfrm>
          </p:grpSpPr>
          <p:sp>
            <p:nvSpPr>
              <p:cNvPr id="1478" name="Google Shape;1478;p37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79" name="Google Shape;1479;p37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0" name="Google Shape;1480;p37"/>
            <p:cNvGrpSpPr/>
            <p:nvPr/>
          </p:nvGrpSpPr>
          <p:grpSpPr>
            <a:xfrm>
              <a:off x="3894606" y="2334874"/>
              <a:ext cx="913198" cy="518984"/>
              <a:chOff x="4000175" y="1462675"/>
              <a:chExt cx="1917275" cy="1140875"/>
            </a:xfrm>
          </p:grpSpPr>
          <p:sp>
            <p:nvSpPr>
              <p:cNvPr id="1481" name="Google Shape;1481;p37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L"/>
              </a:p>
            </p:txBody>
          </p:sp>
          <p:grpSp>
            <p:nvGrpSpPr>
              <p:cNvPr id="1482" name="Google Shape;1482;p37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1483" name="Google Shape;1483;p37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s-CL"/>
                </a:p>
              </p:txBody>
            </p:sp>
            <p:sp>
              <p:nvSpPr>
                <p:cNvPr id="1484" name="Google Shape;1484;p37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5" name="Google Shape;1485;p37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6" name="Google Shape;1486;p37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7" name="Google Shape;1487;p37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A6CBC2"/>
                    </a:solidFill>
                  </a:endParaRPr>
                </a:p>
              </p:txBody>
            </p:sp>
            <p:sp>
              <p:nvSpPr>
                <p:cNvPr id="1488" name="Google Shape;1488;p37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89" name="Google Shape;1489;p37"/>
            <p:cNvGrpSpPr/>
            <p:nvPr/>
          </p:nvGrpSpPr>
          <p:grpSpPr>
            <a:xfrm>
              <a:off x="3875768" y="2846704"/>
              <a:ext cx="44796" cy="47366"/>
              <a:chOff x="3960625" y="2587825"/>
              <a:chExt cx="94050" cy="104125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2" name="Google Shape;1492;p37"/>
            <p:cNvGrpSpPr/>
            <p:nvPr/>
          </p:nvGrpSpPr>
          <p:grpSpPr>
            <a:xfrm>
              <a:off x="3782759" y="2807162"/>
              <a:ext cx="82686" cy="85487"/>
              <a:chOff x="3765350" y="2500900"/>
              <a:chExt cx="173600" cy="187925"/>
            </a:xfrm>
          </p:grpSpPr>
          <p:sp>
            <p:nvSpPr>
              <p:cNvPr id="1493" name="Google Shape;1493;p37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7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7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9" name="Google Shape;1499;p37"/>
            <p:cNvGrpSpPr/>
            <p:nvPr/>
          </p:nvGrpSpPr>
          <p:grpSpPr>
            <a:xfrm>
              <a:off x="3775674" y="2798496"/>
              <a:ext cx="40545" cy="23564"/>
              <a:chOff x="3750475" y="2481850"/>
              <a:chExt cx="85125" cy="51800"/>
            </a:xfrm>
          </p:grpSpPr>
          <p:sp>
            <p:nvSpPr>
              <p:cNvPr id="1500" name="Google Shape;1500;p37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grpSp>
          <p:nvGrpSpPr>
            <p:cNvPr id="1502" name="Google Shape;1502;p37"/>
            <p:cNvGrpSpPr/>
            <p:nvPr/>
          </p:nvGrpSpPr>
          <p:grpSpPr>
            <a:xfrm>
              <a:off x="3716946" y="2776024"/>
              <a:ext cx="81971" cy="76912"/>
              <a:chOff x="3627175" y="2432450"/>
              <a:chExt cx="172100" cy="169075"/>
            </a:xfrm>
          </p:grpSpPr>
          <p:sp>
            <p:nvSpPr>
              <p:cNvPr id="1503" name="Google Shape;1503;p37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05" name="Google Shape;1505;p37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grpSp>
          <p:nvGrpSpPr>
            <p:cNvPr id="1506" name="Google Shape;1506;p37"/>
            <p:cNvGrpSpPr/>
            <p:nvPr/>
          </p:nvGrpSpPr>
          <p:grpSpPr>
            <a:xfrm>
              <a:off x="3685682" y="2845624"/>
              <a:ext cx="29311" cy="45055"/>
              <a:chOff x="3561536" y="2585450"/>
              <a:chExt cx="61539" cy="99045"/>
            </a:xfrm>
          </p:grpSpPr>
          <p:sp>
            <p:nvSpPr>
              <p:cNvPr id="1507" name="Google Shape;1507;p37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7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grpSp>
          <p:nvGrpSpPr>
            <p:cNvPr id="1509" name="Google Shape;1509;p37"/>
            <p:cNvGrpSpPr/>
            <p:nvPr/>
          </p:nvGrpSpPr>
          <p:grpSpPr>
            <a:xfrm>
              <a:off x="3849905" y="2572252"/>
              <a:ext cx="74339" cy="119559"/>
              <a:chOff x="3906325" y="1984500"/>
              <a:chExt cx="156075" cy="262825"/>
            </a:xfrm>
          </p:grpSpPr>
          <p:sp>
            <p:nvSpPr>
              <p:cNvPr id="1510" name="Google Shape;1510;p37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11" name="Google Shape;1511;p37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2" name="Google Shape;1512;p37"/>
            <p:cNvGrpSpPr/>
            <p:nvPr/>
          </p:nvGrpSpPr>
          <p:grpSpPr>
            <a:xfrm>
              <a:off x="2654821" y="2414345"/>
              <a:ext cx="667570" cy="558731"/>
              <a:chOff x="1397225" y="1637375"/>
              <a:chExt cx="1401575" cy="1228250"/>
            </a:xfrm>
          </p:grpSpPr>
          <p:sp>
            <p:nvSpPr>
              <p:cNvPr id="1513" name="Google Shape;1513;p37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L"/>
              </a:p>
            </p:txBody>
          </p:sp>
          <p:grpSp>
            <p:nvGrpSpPr>
              <p:cNvPr id="1514" name="Google Shape;1514;p37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1515" name="Google Shape;1515;p37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6" name="Google Shape;1516;p37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17" name="Google Shape;1517;p37"/>
            <p:cNvGrpSpPr/>
            <p:nvPr/>
          </p:nvGrpSpPr>
          <p:grpSpPr>
            <a:xfrm>
              <a:off x="3230417" y="3103734"/>
              <a:ext cx="282982" cy="280332"/>
              <a:chOff x="2605700" y="3152850"/>
              <a:chExt cx="594125" cy="616250"/>
            </a:xfrm>
          </p:grpSpPr>
          <p:sp>
            <p:nvSpPr>
              <p:cNvPr id="1518" name="Google Shape;1518;p37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19" name="Google Shape;1519;p37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6B65"/>
                  </a:solidFill>
                </a:endParaRPr>
              </a:p>
            </p:txBody>
          </p:sp>
        </p:grpSp>
        <p:grpSp>
          <p:nvGrpSpPr>
            <p:cNvPr id="1520" name="Google Shape;1520;p37"/>
            <p:cNvGrpSpPr/>
            <p:nvPr/>
          </p:nvGrpSpPr>
          <p:grpSpPr>
            <a:xfrm>
              <a:off x="3265985" y="3226989"/>
              <a:ext cx="87151" cy="346202"/>
              <a:chOff x="2680375" y="3423800"/>
              <a:chExt cx="182975" cy="761050"/>
            </a:xfrm>
          </p:grpSpPr>
          <p:sp>
            <p:nvSpPr>
              <p:cNvPr id="1521" name="Google Shape;1521;p37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22" name="Google Shape;1522;p37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3" name="Google Shape;1523;p37"/>
            <p:cNvGrpSpPr/>
            <p:nvPr/>
          </p:nvGrpSpPr>
          <p:grpSpPr>
            <a:xfrm>
              <a:off x="3855466" y="3289811"/>
              <a:ext cx="112514" cy="94210"/>
              <a:chOff x="3918000" y="3561900"/>
              <a:chExt cx="236225" cy="207100"/>
            </a:xfrm>
          </p:grpSpPr>
          <p:sp>
            <p:nvSpPr>
              <p:cNvPr id="1524" name="Google Shape;1524;p37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25" name="Google Shape;1525;p37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6" name="Google Shape;1526;p37"/>
            <p:cNvSpPr/>
            <p:nvPr/>
          </p:nvSpPr>
          <p:spPr>
            <a:xfrm>
              <a:off x="3292646" y="3020419"/>
              <a:ext cx="18695" cy="5482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>
              <a:off x="3260258" y="3010662"/>
              <a:ext cx="26423" cy="16661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>
              <a:off x="3408744" y="2329870"/>
              <a:ext cx="289769" cy="354333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grpSp>
          <p:nvGrpSpPr>
            <p:cNvPr id="1529" name="Google Shape;1529;p37"/>
            <p:cNvGrpSpPr/>
            <p:nvPr/>
          </p:nvGrpSpPr>
          <p:grpSpPr>
            <a:xfrm>
              <a:off x="2905224" y="2311071"/>
              <a:ext cx="596721" cy="528992"/>
              <a:chOff x="1922950" y="1410350"/>
              <a:chExt cx="1252825" cy="1162875"/>
            </a:xfrm>
          </p:grpSpPr>
          <p:sp>
            <p:nvSpPr>
              <p:cNvPr id="1530" name="Google Shape;1530;p37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7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7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7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7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7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7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7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7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7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7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7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7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7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7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7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A6CBC2"/>
                  </a:solidFill>
                </a:endParaRPr>
              </a:p>
            </p:txBody>
          </p:sp>
        </p:grpSp>
        <p:sp>
          <p:nvSpPr>
            <p:cNvPr id="1546" name="Google Shape;1546;p37"/>
            <p:cNvSpPr/>
            <p:nvPr/>
          </p:nvSpPr>
          <p:spPr>
            <a:xfrm>
              <a:off x="3216902" y="3020658"/>
              <a:ext cx="15456" cy="5959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7"/>
            <p:cNvSpPr/>
            <p:nvPr/>
          </p:nvSpPr>
          <p:spPr>
            <a:xfrm>
              <a:off x="3243063" y="3010423"/>
              <a:ext cx="19695" cy="13340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7"/>
            <p:cNvSpPr/>
            <p:nvPr/>
          </p:nvSpPr>
          <p:spPr>
            <a:xfrm>
              <a:off x="3173297" y="2986859"/>
              <a:ext cx="73267" cy="24997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7"/>
            <p:cNvSpPr/>
            <p:nvPr/>
          </p:nvSpPr>
          <p:spPr>
            <a:xfrm>
              <a:off x="3371128" y="3527019"/>
              <a:ext cx="18695" cy="10247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7"/>
            <p:cNvSpPr/>
            <p:nvPr/>
          </p:nvSpPr>
          <p:spPr>
            <a:xfrm>
              <a:off x="3183264" y="3080853"/>
              <a:ext cx="38140" cy="16672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7"/>
            <p:cNvSpPr/>
            <p:nvPr/>
          </p:nvSpPr>
          <p:spPr>
            <a:xfrm>
              <a:off x="3163092" y="3070629"/>
              <a:ext cx="23172" cy="20709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7"/>
            <p:cNvSpPr/>
            <p:nvPr/>
          </p:nvSpPr>
          <p:spPr>
            <a:xfrm>
              <a:off x="3150875" y="3043494"/>
              <a:ext cx="32150" cy="30467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7"/>
            <p:cNvSpPr/>
            <p:nvPr/>
          </p:nvSpPr>
          <p:spPr>
            <a:xfrm>
              <a:off x="3140409" y="3037308"/>
              <a:ext cx="43617" cy="20948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7"/>
            <p:cNvSpPr/>
            <p:nvPr/>
          </p:nvSpPr>
          <p:spPr>
            <a:xfrm>
              <a:off x="3134431" y="3048737"/>
              <a:ext cx="17206" cy="9519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7"/>
            <p:cNvSpPr/>
            <p:nvPr/>
          </p:nvSpPr>
          <p:spPr>
            <a:xfrm>
              <a:off x="3142159" y="3021841"/>
              <a:ext cx="7978" cy="16672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7"/>
            <p:cNvSpPr/>
            <p:nvPr/>
          </p:nvSpPr>
          <p:spPr>
            <a:xfrm>
              <a:off x="3120487" y="3025651"/>
              <a:ext cx="28411" cy="28568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7"/>
            <p:cNvSpPr/>
            <p:nvPr/>
          </p:nvSpPr>
          <p:spPr>
            <a:xfrm>
              <a:off x="2965761" y="2909287"/>
              <a:ext cx="196343" cy="138983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7"/>
            <p:cNvSpPr/>
            <p:nvPr/>
          </p:nvSpPr>
          <p:spPr>
            <a:xfrm>
              <a:off x="3378594" y="3107749"/>
              <a:ext cx="19445" cy="26657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7"/>
            <p:cNvSpPr/>
            <p:nvPr/>
          </p:nvSpPr>
          <p:spPr>
            <a:xfrm>
              <a:off x="3354434" y="3105122"/>
              <a:ext cx="27661" cy="28807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7"/>
            <p:cNvSpPr/>
            <p:nvPr/>
          </p:nvSpPr>
          <p:spPr>
            <a:xfrm>
              <a:off x="3331012" y="3088711"/>
              <a:ext cx="34639" cy="49743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7"/>
            <p:cNvSpPr/>
            <p:nvPr/>
          </p:nvSpPr>
          <p:spPr>
            <a:xfrm>
              <a:off x="3250041" y="3063487"/>
              <a:ext cx="91450" cy="78538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7"/>
            <p:cNvSpPr/>
            <p:nvPr/>
          </p:nvSpPr>
          <p:spPr>
            <a:xfrm>
              <a:off x="3209425" y="3061815"/>
              <a:ext cx="82733" cy="112565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7"/>
            <p:cNvSpPr/>
            <p:nvPr/>
          </p:nvSpPr>
          <p:spPr>
            <a:xfrm>
              <a:off x="3195231" y="3136533"/>
              <a:ext cx="40867" cy="42852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7"/>
            <p:cNvSpPr/>
            <p:nvPr/>
          </p:nvSpPr>
          <p:spPr>
            <a:xfrm>
              <a:off x="3192980" y="3146290"/>
              <a:ext cx="88711" cy="124938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7"/>
            <p:cNvSpPr/>
            <p:nvPr/>
          </p:nvSpPr>
          <p:spPr>
            <a:xfrm>
              <a:off x="3275452" y="3211250"/>
              <a:ext cx="85722" cy="91389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566" name="Google Shape;1566;p37"/>
            <p:cNvSpPr/>
            <p:nvPr/>
          </p:nvSpPr>
          <p:spPr>
            <a:xfrm>
              <a:off x="3327273" y="3275982"/>
              <a:ext cx="58811" cy="59262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1567" name="Google Shape;1567;p37"/>
            <p:cNvSpPr/>
            <p:nvPr/>
          </p:nvSpPr>
          <p:spPr>
            <a:xfrm>
              <a:off x="3363150" y="3352838"/>
              <a:ext cx="34889" cy="37848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8" name="Google Shape;1568;p37"/>
            <p:cNvGrpSpPr/>
            <p:nvPr/>
          </p:nvGrpSpPr>
          <p:grpSpPr>
            <a:xfrm>
              <a:off x="3280929" y="3294542"/>
              <a:ext cx="109894" cy="272224"/>
              <a:chOff x="2711750" y="3572300"/>
              <a:chExt cx="230725" cy="598425"/>
            </a:xfrm>
          </p:grpSpPr>
          <p:sp>
            <p:nvSpPr>
              <p:cNvPr id="1569" name="Google Shape;1569;p37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7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71" name="Google Shape;1571;p37"/>
            <p:cNvSpPr/>
            <p:nvPr/>
          </p:nvSpPr>
          <p:spPr>
            <a:xfrm>
              <a:off x="4563295" y="2964728"/>
              <a:ext cx="12467" cy="27863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2" name="Google Shape;1572;p37"/>
            <p:cNvGrpSpPr/>
            <p:nvPr/>
          </p:nvGrpSpPr>
          <p:grpSpPr>
            <a:xfrm>
              <a:off x="3790439" y="2408636"/>
              <a:ext cx="73017" cy="75684"/>
              <a:chOff x="3781475" y="1624825"/>
              <a:chExt cx="153300" cy="166375"/>
            </a:xfrm>
          </p:grpSpPr>
          <p:sp>
            <p:nvSpPr>
              <p:cNvPr id="1573" name="Google Shape;1573;p37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7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7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7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77" name="Google Shape;1577;p37"/>
            <p:cNvSpPr/>
            <p:nvPr/>
          </p:nvSpPr>
          <p:spPr>
            <a:xfrm>
              <a:off x="4614379" y="2777935"/>
              <a:ext cx="83472" cy="1397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7"/>
            <p:cNvSpPr/>
            <p:nvPr/>
          </p:nvSpPr>
          <p:spPr>
            <a:xfrm>
              <a:off x="4580490" y="2850992"/>
              <a:ext cx="28661" cy="38087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7"/>
            <p:cNvSpPr/>
            <p:nvPr/>
          </p:nvSpPr>
          <p:spPr>
            <a:xfrm>
              <a:off x="4566534" y="2807208"/>
              <a:ext cx="32650" cy="53553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7"/>
            <p:cNvSpPr/>
            <p:nvPr/>
          </p:nvSpPr>
          <p:spPr>
            <a:xfrm>
              <a:off x="4301938" y="2737722"/>
              <a:ext cx="211787" cy="95438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7"/>
            <p:cNvSpPr/>
            <p:nvPr/>
          </p:nvSpPr>
          <p:spPr>
            <a:xfrm>
              <a:off x="4718522" y="3165089"/>
              <a:ext cx="67277" cy="54986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7"/>
            <p:cNvSpPr/>
            <p:nvPr/>
          </p:nvSpPr>
          <p:spPr>
            <a:xfrm>
              <a:off x="4567785" y="3016610"/>
              <a:ext cx="54822" cy="91389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7"/>
            <p:cNvSpPr/>
            <p:nvPr/>
          </p:nvSpPr>
          <p:spPr>
            <a:xfrm>
              <a:off x="4595934" y="3205063"/>
              <a:ext cx="26673" cy="13340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4" name="Google Shape;1584;p37"/>
            <p:cNvGrpSpPr/>
            <p:nvPr/>
          </p:nvGrpSpPr>
          <p:grpSpPr>
            <a:xfrm>
              <a:off x="4403342" y="3107749"/>
              <a:ext cx="316680" cy="101374"/>
              <a:chOff x="5068275" y="3161675"/>
              <a:chExt cx="664875" cy="222850"/>
            </a:xfrm>
          </p:grpSpPr>
          <p:sp>
            <p:nvSpPr>
              <p:cNvPr id="1585" name="Google Shape;1585;p37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7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7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7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89" name="Google Shape;1589;p37"/>
            <p:cNvSpPr/>
            <p:nvPr/>
          </p:nvSpPr>
          <p:spPr>
            <a:xfrm>
              <a:off x="4437231" y="3100607"/>
              <a:ext cx="29912" cy="3737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7"/>
            <p:cNvSpPr/>
            <p:nvPr/>
          </p:nvSpPr>
          <p:spPr>
            <a:xfrm>
              <a:off x="4503746" y="3099174"/>
              <a:ext cx="65289" cy="4213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7"/>
            <p:cNvSpPr/>
            <p:nvPr/>
          </p:nvSpPr>
          <p:spPr>
            <a:xfrm>
              <a:off x="4442708" y="2983061"/>
              <a:ext cx="56823" cy="104945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7"/>
            <p:cNvSpPr/>
            <p:nvPr/>
          </p:nvSpPr>
          <p:spPr>
            <a:xfrm>
              <a:off x="4450186" y="3045644"/>
              <a:ext cx="36139" cy="2975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7"/>
            <p:cNvSpPr/>
            <p:nvPr/>
          </p:nvSpPr>
          <p:spPr>
            <a:xfrm>
              <a:off x="4429753" y="2990191"/>
              <a:ext cx="55822" cy="61650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7"/>
            <p:cNvSpPr/>
            <p:nvPr/>
          </p:nvSpPr>
          <p:spPr>
            <a:xfrm>
              <a:off x="4413309" y="3004475"/>
              <a:ext cx="58061" cy="103285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7"/>
            <p:cNvSpPr/>
            <p:nvPr/>
          </p:nvSpPr>
          <p:spPr>
            <a:xfrm>
              <a:off x="4375443" y="2948079"/>
              <a:ext cx="61050" cy="131125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7"/>
            <p:cNvSpPr/>
            <p:nvPr/>
          </p:nvSpPr>
          <p:spPr>
            <a:xfrm>
              <a:off x="4343054" y="2959975"/>
              <a:ext cx="35389" cy="43557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7"/>
            <p:cNvSpPr/>
            <p:nvPr/>
          </p:nvSpPr>
          <p:spPr>
            <a:xfrm>
              <a:off x="3793178" y="2712975"/>
              <a:ext cx="26423" cy="3094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7"/>
            <p:cNvSpPr/>
            <p:nvPr/>
          </p:nvSpPr>
          <p:spPr>
            <a:xfrm>
              <a:off x="3772256" y="2560208"/>
              <a:ext cx="138282" cy="15349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7"/>
            <p:cNvSpPr/>
            <p:nvPr/>
          </p:nvSpPr>
          <p:spPr>
            <a:xfrm>
              <a:off x="3810372" y="2589242"/>
              <a:ext cx="68528" cy="147786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7"/>
            <p:cNvSpPr/>
            <p:nvPr/>
          </p:nvSpPr>
          <p:spPr>
            <a:xfrm>
              <a:off x="3883127" y="2693471"/>
              <a:ext cx="27411" cy="23803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7"/>
            <p:cNvSpPr/>
            <p:nvPr/>
          </p:nvSpPr>
          <p:spPr>
            <a:xfrm>
              <a:off x="3870422" y="2710598"/>
              <a:ext cx="43605" cy="22620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7"/>
            <p:cNvSpPr/>
            <p:nvPr/>
          </p:nvSpPr>
          <p:spPr>
            <a:xfrm>
              <a:off x="3871910" y="2726065"/>
              <a:ext cx="33901" cy="23803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7"/>
            <p:cNvSpPr/>
            <p:nvPr/>
          </p:nvSpPr>
          <p:spPr>
            <a:xfrm>
              <a:off x="3888104" y="2727737"/>
              <a:ext cx="57573" cy="42601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7"/>
            <p:cNvSpPr/>
            <p:nvPr/>
          </p:nvSpPr>
          <p:spPr>
            <a:xfrm>
              <a:off x="3848488" y="2796972"/>
              <a:ext cx="39628" cy="24519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7"/>
            <p:cNvSpPr/>
            <p:nvPr/>
          </p:nvSpPr>
          <p:spPr>
            <a:xfrm>
              <a:off x="3851727" y="2789842"/>
              <a:ext cx="34151" cy="14284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7"/>
            <p:cNvSpPr/>
            <p:nvPr/>
          </p:nvSpPr>
          <p:spPr>
            <a:xfrm>
              <a:off x="3869672" y="2845760"/>
              <a:ext cx="12967" cy="23803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7"/>
            <p:cNvSpPr/>
            <p:nvPr/>
          </p:nvSpPr>
          <p:spPr>
            <a:xfrm>
              <a:off x="3863444" y="2836958"/>
              <a:ext cx="12467" cy="15000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7"/>
            <p:cNvSpPr/>
            <p:nvPr/>
          </p:nvSpPr>
          <p:spPr>
            <a:xfrm>
              <a:off x="3844761" y="2824346"/>
              <a:ext cx="25923" cy="2166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7"/>
            <p:cNvSpPr/>
            <p:nvPr/>
          </p:nvSpPr>
          <p:spPr>
            <a:xfrm>
              <a:off x="3830555" y="2811734"/>
              <a:ext cx="20195" cy="12146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7"/>
            <p:cNvSpPr/>
            <p:nvPr/>
          </p:nvSpPr>
          <p:spPr>
            <a:xfrm>
              <a:off x="3804645" y="2793401"/>
              <a:ext cx="47594" cy="21903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7"/>
            <p:cNvSpPr/>
            <p:nvPr/>
          </p:nvSpPr>
          <p:spPr>
            <a:xfrm>
              <a:off x="3831556" y="2741054"/>
              <a:ext cx="63038" cy="50699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7"/>
            <p:cNvSpPr/>
            <p:nvPr/>
          </p:nvSpPr>
          <p:spPr>
            <a:xfrm>
              <a:off x="3819089" y="2776036"/>
              <a:ext cx="50345" cy="20948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7"/>
            <p:cNvSpPr/>
            <p:nvPr/>
          </p:nvSpPr>
          <p:spPr>
            <a:xfrm>
              <a:off x="3779972" y="2741293"/>
              <a:ext cx="57323" cy="65449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7"/>
            <p:cNvSpPr/>
            <p:nvPr/>
          </p:nvSpPr>
          <p:spPr>
            <a:xfrm>
              <a:off x="3764778" y="2755577"/>
              <a:ext cx="24672" cy="21426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7"/>
            <p:cNvSpPr/>
            <p:nvPr/>
          </p:nvSpPr>
          <p:spPr>
            <a:xfrm>
              <a:off x="3762540" y="2773181"/>
              <a:ext cx="19445" cy="15956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7"/>
            <p:cNvSpPr/>
            <p:nvPr/>
          </p:nvSpPr>
          <p:spPr>
            <a:xfrm>
              <a:off x="3779484" y="2783894"/>
              <a:ext cx="4739" cy="64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7"/>
            <p:cNvSpPr/>
            <p:nvPr/>
          </p:nvSpPr>
          <p:spPr>
            <a:xfrm>
              <a:off x="3681319" y="2737017"/>
              <a:ext cx="27661" cy="34982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8" name="Google Shape;1618;p37"/>
            <p:cNvGrpSpPr/>
            <p:nvPr/>
          </p:nvGrpSpPr>
          <p:grpSpPr>
            <a:xfrm>
              <a:off x="3697513" y="2707266"/>
              <a:ext cx="59549" cy="79733"/>
              <a:chOff x="3586375" y="2281300"/>
              <a:chExt cx="125025" cy="175275"/>
            </a:xfrm>
          </p:grpSpPr>
          <p:sp>
            <p:nvSpPr>
              <p:cNvPr id="1619" name="Google Shape;1619;p37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7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21" name="Google Shape;1621;p37"/>
            <p:cNvSpPr/>
            <p:nvPr/>
          </p:nvSpPr>
          <p:spPr>
            <a:xfrm>
              <a:off x="4037841" y="3224817"/>
              <a:ext cx="52333" cy="93527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2" name="Google Shape;1622;p37"/>
            <p:cNvGrpSpPr/>
            <p:nvPr/>
          </p:nvGrpSpPr>
          <p:grpSpPr>
            <a:xfrm>
              <a:off x="4513224" y="3221724"/>
              <a:ext cx="274563" cy="280321"/>
              <a:chOff x="5298975" y="3412225"/>
              <a:chExt cx="576450" cy="616225"/>
            </a:xfrm>
          </p:grpSpPr>
          <p:sp>
            <p:nvSpPr>
              <p:cNvPr id="1623" name="Google Shape;1623;p37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A6CBC2"/>
                  </a:solidFill>
                </a:endParaRPr>
              </a:p>
            </p:txBody>
          </p:sp>
          <p:sp>
            <p:nvSpPr>
              <p:cNvPr id="1624" name="Google Shape;1624;p37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5" name="Google Shape;1625;p37"/>
            <p:cNvGrpSpPr/>
            <p:nvPr/>
          </p:nvGrpSpPr>
          <p:grpSpPr>
            <a:xfrm>
              <a:off x="4824403" y="3421846"/>
              <a:ext cx="110132" cy="130647"/>
              <a:chOff x="5952300" y="3852150"/>
              <a:chExt cx="231225" cy="287200"/>
            </a:xfrm>
          </p:grpSpPr>
          <p:sp>
            <p:nvSpPr>
              <p:cNvPr id="1626" name="Google Shape;1626;p37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7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28" name="Google Shape;1628;p37"/>
            <p:cNvSpPr/>
            <p:nvPr/>
          </p:nvSpPr>
          <p:spPr>
            <a:xfrm>
              <a:off x="3608564" y="2619698"/>
              <a:ext cx="60550" cy="35232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7"/>
            <p:cNvSpPr/>
            <p:nvPr/>
          </p:nvSpPr>
          <p:spPr>
            <a:xfrm>
              <a:off x="4188328" y="2704412"/>
              <a:ext cx="421823" cy="300791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7"/>
            <p:cNvSpPr/>
            <p:nvPr/>
          </p:nvSpPr>
          <p:spPr>
            <a:xfrm>
              <a:off x="4442708" y="2990191"/>
              <a:ext cx="762" cy="967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7"/>
            <p:cNvSpPr/>
            <p:nvPr/>
          </p:nvSpPr>
          <p:spPr>
            <a:xfrm>
              <a:off x="4434742" y="2997094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7"/>
            <p:cNvSpPr/>
            <p:nvPr/>
          </p:nvSpPr>
          <p:spPr>
            <a:xfrm>
              <a:off x="4184339" y="2879787"/>
              <a:ext cx="2512" cy="728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7"/>
            <p:cNvSpPr/>
            <p:nvPr/>
          </p:nvSpPr>
          <p:spPr>
            <a:xfrm>
              <a:off x="4038591" y="2720356"/>
              <a:ext cx="260870" cy="130886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7"/>
            <p:cNvSpPr/>
            <p:nvPr/>
          </p:nvSpPr>
          <p:spPr>
            <a:xfrm>
              <a:off x="4105619" y="2816249"/>
              <a:ext cx="110383" cy="65688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7"/>
            <p:cNvSpPr/>
            <p:nvPr/>
          </p:nvSpPr>
          <p:spPr>
            <a:xfrm>
              <a:off x="4085936" y="2839096"/>
              <a:ext cx="98666" cy="59262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36" name="Google Shape;1636;p37"/>
            <p:cNvGrpSpPr/>
            <p:nvPr/>
          </p:nvGrpSpPr>
          <p:grpSpPr>
            <a:xfrm>
              <a:off x="4295710" y="3079670"/>
              <a:ext cx="14968" cy="27135"/>
              <a:chOff x="4842300" y="3099950"/>
              <a:chExt cx="31425" cy="59650"/>
            </a:xfrm>
          </p:grpSpPr>
          <p:sp>
            <p:nvSpPr>
              <p:cNvPr id="1637" name="Google Shape;1637;p37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7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7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7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41" name="Google Shape;1641;p37"/>
            <p:cNvSpPr/>
            <p:nvPr/>
          </p:nvSpPr>
          <p:spPr>
            <a:xfrm>
              <a:off x="4210500" y="2911903"/>
              <a:ext cx="193104" cy="180152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7"/>
            <p:cNvSpPr/>
            <p:nvPr/>
          </p:nvSpPr>
          <p:spPr>
            <a:xfrm>
              <a:off x="4286244" y="2933329"/>
              <a:ext cx="56823" cy="29034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7"/>
            <p:cNvSpPr/>
            <p:nvPr/>
          </p:nvSpPr>
          <p:spPr>
            <a:xfrm>
              <a:off x="4155440" y="2884541"/>
              <a:ext cx="95439" cy="100431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7"/>
            <p:cNvSpPr/>
            <p:nvPr/>
          </p:nvSpPr>
          <p:spPr>
            <a:xfrm>
              <a:off x="4148462" y="2870746"/>
              <a:ext cx="91200" cy="72579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7"/>
            <p:cNvSpPr/>
            <p:nvPr/>
          </p:nvSpPr>
          <p:spPr>
            <a:xfrm>
              <a:off x="3884115" y="2761763"/>
              <a:ext cx="113133" cy="67348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7"/>
            <p:cNvSpPr/>
            <p:nvPr/>
          </p:nvSpPr>
          <p:spPr>
            <a:xfrm>
              <a:off x="3912027" y="2795073"/>
              <a:ext cx="23684" cy="25236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7"/>
            <p:cNvSpPr/>
            <p:nvPr/>
          </p:nvSpPr>
          <p:spPr>
            <a:xfrm>
              <a:off x="3874161" y="2799361"/>
              <a:ext cx="60800" cy="37131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7"/>
            <p:cNvSpPr/>
            <p:nvPr/>
          </p:nvSpPr>
          <p:spPr>
            <a:xfrm>
              <a:off x="3889355" y="2831954"/>
              <a:ext cx="39878" cy="24041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49" name="Google Shape;1649;p37"/>
            <p:cNvGrpSpPr/>
            <p:nvPr/>
          </p:nvGrpSpPr>
          <p:grpSpPr>
            <a:xfrm>
              <a:off x="3831056" y="2816010"/>
              <a:ext cx="37378" cy="27612"/>
              <a:chOff x="3866750" y="2520350"/>
              <a:chExt cx="78475" cy="60700"/>
            </a:xfrm>
          </p:grpSpPr>
          <p:sp>
            <p:nvSpPr>
              <p:cNvPr id="1650" name="Google Shape;1650;p37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7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7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7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54" name="Google Shape;1654;p37"/>
            <p:cNvSpPr/>
            <p:nvPr/>
          </p:nvSpPr>
          <p:spPr>
            <a:xfrm>
              <a:off x="3799155" y="2842190"/>
              <a:ext cx="6990" cy="13340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7"/>
            <p:cNvSpPr/>
            <p:nvPr/>
          </p:nvSpPr>
          <p:spPr>
            <a:xfrm>
              <a:off x="3688535" y="2836242"/>
              <a:ext cx="76506" cy="61161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7"/>
            <p:cNvSpPr/>
            <p:nvPr/>
          </p:nvSpPr>
          <p:spPr>
            <a:xfrm>
              <a:off x="4036603" y="2865264"/>
              <a:ext cx="11967" cy="9064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7"/>
            <p:cNvSpPr/>
            <p:nvPr/>
          </p:nvSpPr>
          <p:spPr>
            <a:xfrm>
              <a:off x="4033614" y="2866458"/>
              <a:ext cx="140532" cy="108039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7"/>
            <p:cNvSpPr/>
            <p:nvPr/>
          </p:nvSpPr>
          <p:spPr>
            <a:xfrm>
              <a:off x="4026636" y="2853369"/>
              <a:ext cx="24672" cy="20004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7"/>
            <p:cNvSpPr/>
            <p:nvPr/>
          </p:nvSpPr>
          <p:spPr>
            <a:xfrm>
              <a:off x="3915766" y="2848615"/>
              <a:ext cx="124088" cy="48788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7"/>
            <p:cNvSpPr/>
            <p:nvPr/>
          </p:nvSpPr>
          <p:spPr>
            <a:xfrm>
              <a:off x="3914265" y="2848854"/>
              <a:ext cx="18945" cy="15956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7"/>
            <p:cNvSpPr/>
            <p:nvPr/>
          </p:nvSpPr>
          <p:spPr>
            <a:xfrm>
              <a:off x="4004703" y="2885735"/>
              <a:ext cx="66539" cy="61161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7"/>
            <p:cNvSpPr/>
            <p:nvPr/>
          </p:nvSpPr>
          <p:spPr>
            <a:xfrm>
              <a:off x="4059025" y="2939277"/>
              <a:ext cx="11967" cy="11668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7"/>
            <p:cNvSpPr/>
            <p:nvPr/>
          </p:nvSpPr>
          <p:spPr>
            <a:xfrm>
              <a:off x="3959359" y="2899768"/>
              <a:ext cx="15468" cy="8347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7"/>
            <p:cNvSpPr/>
            <p:nvPr/>
          </p:nvSpPr>
          <p:spPr>
            <a:xfrm>
              <a:off x="3982281" y="2887395"/>
              <a:ext cx="42867" cy="36426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7"/>
            <p:cNvSpPr/>
            <p:nvPr/>
          </p:nvSpPr>
          <p:spPr>
            <a:xfrm>
              <a:off x="3973565" y="2916668"/>
              <a:ext cx="10479" cy="29045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7"/>
            <p:cNvSpPr/>
            <p:nvPr/>
          </p:nvSpPr>
          <p:spPr>
            <a:xfrm>
              <a:off x="3982781" y="2916668"/>
              <a:ext cx="2751" cy="5959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7"/>
            <p:cNvSpPr/>
            <p:nvPr/>
          </p:nvSpPr>
          <p:spPr>
            <a:xfrm>
              <a:off x="3979792" y="2923093"/>
              <a:ext cx="3751" cy="8336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7"/>
            <p:cNvSpPr/>
            <p:nvPr/>
          </p:nvSpPr>
          <p:spPr>
            <a:xfrm>
              <a:off x="3979792" y="2907627"/>
              <a:ext cx="8978" cy="10713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7"/>
            <p:cNvSpPr/>
            <p:nvPr/>
          </p:nvSpPr>
          <p:spPr>
            <a:xfrm>
              <a:off x="3980292" y="2915952"/>
              <a:ext cx="27661" cy="32616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7"/>
            <p:cNvSpPr/>
            <p:nvPr/>
          </p:nvSpPr>
          <p:spPr>
            <a:xfrm>
              <a:off x="3979792" y="2924515"/>
              <a:ext cx="142521" cy="114714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671" name="Google Shape;1671;p37"/>
            <p:cNvSpPr/>
            <p:nvPr/>
          </p:nvSpPr>
          <p:spPr>
            <a:xfrm>
              <a:off x="4089663" y="2967116"/>
              <a:ext cx="5251" cy="10952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7"/>
            <p:cNvSpPr/>
            <p:nvPr/>
          </p:nvSpPr>
          <p:spPr>
            <a:xfrm>
              <a:off x="4095152" y="2967833"/>
              <a:ext cx="32900" cy="24758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7"/>
            <p:cNvSpPr/>
            <p:nvPr/>
          </p:nvSpPr>
          <p:spPr>
            <a:xfrm>
              <a:off x="4101380" y="2973303"/>
              <a:ext cx="51583" cy="60684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7"/>
            <p:cNvSpPr/>
            <p:nvPr/>
          </p:nvSpPr>
          <p:spPr>
            <a:xfrm>
              <a:off x="4124802" y="2964728"/>
              <a:ext cx="2751" cy="5971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7"/>
            <p:cNvSpPr/>
            <p:nvPr/>
          </p:nvSpPr>
          <p:spPr>
            <a:xfrm>
              <a:off x="4037591" y="3015893"/>
              <a:ext cx="73267" cy="45456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7"/>
            <p:cNvSpPr/>
            <p:nvPr/>
          </p:nvSpPr>
          <p:spPr>
            <a:xfrm>
              <a:off x="3911526" y="2929280"/>
              <a:ext cx="85972" cy="69020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7"/>
            <p:cNvSpPr/>
            <p:nvPr/>
          </p:nvSpPr>
          <p:spPr>
            <a:xfrm>
              <a:off x="3896332" y="2997572"/>
              <a:ext cx="113621" cy="124461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7"/>
            <p:cNvSpPr/>
            <p:nvPr/>
          </p:nvSpPr>
          <p:spPr>
            <a:xfrm>
              <a:off x="3973815" y="3045871"/>
              <a:ext cx="104655" cy="75923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7"/>
            <p:cNvSpPr/>
            <p:nvPr/>
          </p:nvSpPr>
          <p:spPr>
            <a:xfrm>
              <a:off x="3996236" y="3024695"/>
              <a:ext cx="46106" cy="39042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7"/>
            <p:cNvSpPr/>
            <p:nvPr/>
          </p:nvSpPr>
          <p:spPr>
            <a:xfrm>
              <a:off x="4033614" y="3061110"/>
              <a:ext cx="10467" cy="11907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7"/>
            <p:cNvSpPr/>
            <p:nvPr/>
          </p:nvSpPr>
          <p:spPr>
            <a:xfrm>
              <a:off x="4029125" y="3065864"/>
              <a:ext cx="70516" cy="89240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7"/>
            <p:cNvSpPr/>
            <p:nvPr/>
          </p:nvSpPr>
          <p:spPr>
            <a:xfrm>
              <a:off x="3978054" y="3108693"/>
              <a:ext cx="57811" cy="66882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683" name="Google Shape;1683;p37"/>
            <p:cNvSpPr/>
            <p:nvPr/>
          </p:nvSpPr>
          <p:spPr>
            <a:xfrm>
              <a:off x="3963598" y="3151999"/>
              <a:ext cx="5239" cy="11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7"/>
            <p:cNvSpPr/>
            <p:nvPr/>
          </p:nvSpPr>
          <p:spPr>
            <a:xfrm>
              <a:off x="3949392" y="3117029"/>
              <a:ext cx="39878" cy="37609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7"/>
            <p:cNvSpPr/>
            <p:nvPr/>
          </p:nvSpPr>
          <p:spPr>
            <a:xfrm>
              <a:off x="3845999" y="3071334"/>
              <a:ext cx="89711" cy="57841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7"/>
            <p:cNvSpPr/>
            <p:nvPr/>
          </p:nvSpPr>
          <p:spPr>
            <a:xfrm>
              <a:off x="3809372" y="2919523"/>
              <a:ext cx="106405" cy="94483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7"/>
            <p:cNvSpPr/>
            <p:nvPr/>
          </p:nvSpPr>
          <p:spPr>
            <a:xfrm>
              <a:off x="3795917" y="2888589"/>
              <a:ext cx="27173" cy="50699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7"/>
            <p:cNvSpPr/>
            <p:nvPr/>
          </p:nvSpPr>
          <p:spPr>
            <a:xfrm>
              <a:off x="3689035" y="2890250"/>
              <a:ext cx="138044" cy="127554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7"/>
            <p:cNvSpPr/>
            <p:nvPr/>
          </p:nvSpPr>
          <p:spPr>
            <a:xfrm>
              <a:off x="3661636" y="2898825"/>
              <a:ext cx="79733" cy="60206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7"/>
            <p:cNvSpPr/>
            <p:nvPr/>
          </p:nvSpPr>
          <p:spPr>
            <a:xfrm>
              <a:off x="3632974" y="2958780"/>
              <a:ext cx="56573" cy="43318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7"/>
            <p:cNvSpPr/>
            <p:nvPr/>
          </p:nvSpPr>
          <p:spPr>
            <a:xfrm>
              <a:off x="3632736" y="2960691"/>
              <a:ext cx="81233" cy="8543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7"/>
            <p:cNvSpPr/>
            <p:nvPr/>
          </p:nvSpPr>
          <p:spPr>
            <a:xfrm>
              <a:off x="3665125" y="2976874"/>
              <a:ext cx="112121" cy="99236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7"/>
            <p:cNvSpPr/>
            <p:nvPr/>
          </p:nvSpPr>
          <p:spPr>
            <a:xfrm>
              <a:off x="3712457" y="3043733"/>
              <a:ext cx="51833" cy="35948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7"/>
            <p:cNvSpPr/>
            <p:nvPr/>
          </p:nvSpPr>
          <p:spPr>
            <a:xfrm>
              <a:off x="3628997" y="3033259"/>
              <a:ext cx="44355" cy="30956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7"/>
            <p:cNvSpPr/>
            <p:nvPr/>
          </p:nvSpPr>
          <p:spPr>
            <a:xfrm>
              <a:off x="3633975" y="3059916"/>
              <a:ext cx="21195" cy="12146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96" name="Google Shape;1696;p37"/>
            <p:cNvGrpSpPr/>
            <p:nvPr/>
          </p:nvGrpSpPr>
          <p:grpSpPr>
            <a:xfrm>
              <a:off x="3632736" y="3051591"/>
              <a:ext cx="63288" cy="45217"/>
              <a:chOff x="3450375" y="3038225"/>
              <a:chExt cx="132875" cy="99400"/>
            </a:xfrm>
          </p:grpSpPr>
          <p:sp>
            <p:nvSpPr>
              <p:cNvPr id="1697" name="Google Shape;1697;p37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7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99" name="Google Shape;1699;p37"/>
            <p:cNvSpPr/>
            <p:nvPr/>
          </p:nvSpPr>
          <p:spPr>
            <a:xfrm>
              <a:off x="3657897" y="3077759"/>
              <a:ext cx="19195" cy="21903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7"/>
            <p:cNvSpPr/>
            <p:nvPr/>
          </p:nvSpPr>
          <p:spPr>
            <a:xfrm>
              <a:off x="3670352" y="3087756"/>
              <a:ext cx="27911" cy="28568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7"/>
            <p:cNvSpPr/>
            <p:nvPr/>
          </p:nvSpPr>
          <p:spPr>
            <a:xfrm>
              <a:off x="3689785" y="3073722"/>
              <a:ext cx="42617" cy="42840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7"/>
            <p:cNvSpPr/>
            <p:nvPr/>
          </p:nvSpPr>
          <p:spPr>
            <a:xfrm>
              <a:off x="3726412" y="3070151"/>
              <a:ext cx="29161" cy="43557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7"/>
            <p:cNvSpPr/>
            <p:nvPr/>
          </p:nvSpPr>
          <p:spPr>
            <a:xfrm>
              <a:off x="3746846" y="3070151"/>
              <a:ext cx="13956" cy="35459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7"/>
            <p:cNvSpPr/>
            <p:nvPr/>
          </p:nvSpPr>
          <p:spPr>
            <a:xfrm>
              <a:off x="3754312" y="3061110"/>
              <a:ext cx="21445" cy="42840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7"/>
            <p:cNvSpPr/>
            <p:nvPr/>
          </p:nvSpPr>
          <p:spPr>
            <a:xfrm>
              <a:off x="3838283" y="2987337"/>
              <a:ext cx="71755" cy="108994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7"/>
            <p:cNvSpPr/>
            <p:nvPr/>
          </p:nvSpPr>
          <p:spPr>
            <a:xfrm>
              <a:off x="3829555" y="3057778"/>
              <a:ext cx="2251" cy="1194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7"/>
            <p:cNvSpPr/>
            <p:nvPr/>
          </p:nvSpPr>
          <p:spPr>
            <a:xfrm>
              <a:off x="3749584" y="2988770"/>
              <a:ext cx="104905" cy="77822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1708" name="Google Shape;1708;p37"/>
            <p:cNvSpPr/>
            <p:nvPr/>
          </p:nvSpPr>
          <p:spPr>
            <a:xfrm>
              <a:off x="3767267" y="3053013"/>
              <a:ext cx="78744" cy="64493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7"/>
            <p:cNvSpPr/>
            <p:nvPr/>
          </p:nvSpPr>
          <p:spPr>
            <a:xfrm>
              <a:off x="3805645" y="3058722"/>
              <a:ext cx="52322" cy="74968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7"/>
            <p:cNvSpPr/>
            <p:nvPr/>
          </p:nvSpPr>
          <p:spPr>
            <a:xfrm>
              <a:off x="3805883" y="3130585"/>
              <a:ext cx="39378" cy="40702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7"/>
            <p:cNvSpPr/>
            <p:nvPr/>
          </p:nvSpPr>
          <p:spPr>
            <a:xfrm>
              <a:off x="3809622" y="3131301"/>
              <a:ext cx="13967" cy="8575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7"/>
            <p:cNvSpPr/>
            <p:nvPr/>
          </p:nvSpPr>
          <p:spPr>
            <a:xfrm>
              <a:off x="3822327" y="3120122"/>
              <a:ext cx="52834" cy="59023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7"/>
            <p:cNvSpPr/>
            <p:nvPr/>
          </p:nvSpPr>
          <p:spPr>
            <a:xfrm>
              <a:off x="3828067" y="3174369"/>
              <a:ext cx="7478" cy="9769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7"/>
            <p:cNvSpPr/>
            <p:nvPr/>
          </p:nvSpPr>
          <p:spPr>
            <a:xfrm>
              <a:off x="3947654" y="3151533"/>
              <a:ext cx="76994" cy="74956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7"/>
            <p:cNvSpPr/>
            <p:nvPr/>
          </p:nvSpPr>
          <p:spPr>
            <a:xfrm>
              <a:off x="3945415" y="3152954"/>
              <a:ext cx="13956" cy="10963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7"/>
            <p:cNvSpPr/>
            <p:nvPr/>
          </p:nvSpPr>
          <p:spPr>
            <a:xfrm>
              <a:off x="3945415" y="3159380"/>
              <a:ext cx="13706" cy="15956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7"/>
            <p:cNvSpPr/>
            <p:nvPr/>
          </p:nvSpPr>
          <p:spPr>
            <a:xfrm>
              <a:off x="3829055" y="3110126"/>
              <a:ext cx="131316" cy="124222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1718" name="Google Shape;1718;p37"/>
            <p:cNvSpPr/>
            <p:nvPr/>
          </p:nvSpPr>
          <p:spPr>
            <a:xfrm>
              <a:off x="3970326" y="3207451"/>
              <a:ext cx="21934" cy="52837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7"/>
            <p:cNvSpPr/>
            <p:nvPr/>
          </p:nvSpPr>
          <p:spPr>
            <a:xfrm>
              <a:off x="3895082" y="3199593"/>
              <a:ext cx="81233" cy="66165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7"/>
            <p:cNvSpPr/>
            <p:nvPr/>
          </p:nvSpPr>
          <p:spPr>
            <a:xfrm>
              <a:off x="3824328" y="3184365"/>
              <a:ext cx="86210" cy="81393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7"/>
            <p:cNvSpPr/>
            <p:nvPr/>
          </p:nvSpPr>
          <p:spPr>
            <a:xfrm>
              <a:off x="3916754" y="3249086"/>
              <a:ext cx="53834" cy="46889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7"/>
            <p:cNvSpPr/>
            <p:nvPr/>
          </p:nvSpPr>
          <p:spPr>
            <a:xfrm>
              <a:off x="3879638" y="3263609"/>
              <a:ext cx="64539" cy="61639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7"/>
            <p:cNvSpPr/>
            <p:nvPr/>
          </p:nvSpPr>
          <p:spPr>
            <a:xfrm>
              <a:off x="3824578" y="3257889"/>
              <a:ext cx="92188" cy="82826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724" name="Google Shape;1724;p37"/>
            <p:cNvSpPr/>
            <p:nvPr/>
          </p:nvSpPr>
          <p:spPr>
            <a:xfrm>
              <a:off x="3953131" y="3215060"/>
              <a:ext cx="71767" cy="110427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7"/>
            <p:cNvSpPr/>
            <p:nvPr/>
          </p:nvSpPr>
          <p:spPr>
            <a:xfrm>
              <a:off x="3951893" y="3317378"/>
              <a:ext cx="9978" cy="10724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7"/>
            <p:cNvSpPr/>
            <p:nvPr/>
          </p:nvSpPr>
          <p:spPr>
            <a:xfrm>
              <a:off x="3925232" y="3338554"/>
              <a:ext cx="15956" cy="1429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7"/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7"/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7"/>
            <p:cNvSpPr/>
            <p:nvPr/>
          </p:nvSpPr>
          <p:spPr>
            <a:xfrm>
              <a:off x="4014919" y="2846238"/>
              <a:ext cx="33651" cy="9053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7"/>
            <p:cNvSpPr/>
            <p:nvPr/>
          </p:nvSpPr>
          <p:spPr>
            <a:xfrm>
              <a:off x="4036853" y="2853608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chemeClr val="lt2"/>
            </a:solidFill>
            <a:ln w="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7"/>
            <p:cNvSpPr/>
            <p:nvPr/>
          </p:nvSpPr>
          <p:spPr>
            <a:xfrm>
              <a:off x="4346543" y="2948318"/>
              <a:ext cx="21183" cy="11907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7"/>
            <p:cNvSpPr/>
            <p:nvPr/>
          </p:nvSpPr>
          <p:spPr>
            <a:xfrm>
              <a:off x="3878888" y="2847660"/>
              <a:ext cx="16706" cy="13579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7"/>
            <p:cNvSpPr/>
            <p:nvPr/>
          </p:nvSpPr>
          <p:spPr>
            <a:xfrm>
              <a:off x="3865182" y="2817204"/>
              <a:ext cx="27923" cy="34993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4" name="Google Shape;1734;p37"/>
          <p:cNvSpPr/>
          <p:nvPr/>
        </p:nvSpPr>
        <p:spPr>
          <a:xfrm>
            <a:off x="4417306" y="2623387"/>
            <a:ext cx="256500" cy="256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5" name="Google Shape;1735;p37"/>
          <p:cNvSpPr/>
          <p:nvPr/>
        </p:nvSpPr>
        <p:spPr>
          <a:xfrm>
            <a:off x="6036981" y="2291112"/>
            <a:ext cx="256500" cy="256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36" name="Google Shape;1736;p37"/>
          <p:cNvGrpSpPr/>
          <p:nvPr/>
        </p:nvGrpSpPr>
        <p:grpSpPr>
          <a:xfrm>
            <a:off x="714961" y="1617875"/>
            <a:ext cx="2071264" cy="987042"/>
            <a:chOff x="714961" y="1389084"/>
            <a:chExt cx="2143500" cy="987042"/>
          </a:xfrm>
        </p:grpSpPr>
        <p:sp>
          <p:nvSpPr>
            <p:cNvPr id="1737" name="Google Shape;1737;p37"/>
            <p:cNvSpPr txBox="1"/>
            <p:nvPr/>
          </p:nvSpPr>
          <p:spPr>
            <a:xfrm flipH="1">
              <a:off x="714961" y="1389084"/>
              <a:ext cx="2143500" cy="43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Player 1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738" name="Google Shape;1738;p37"/>
            <p:cNvSpPr txBox="1"/>
            <p:nvPr/>
          </p:nvSpPr>
          <p:spPr>
            <a:xfrm flipH="1">
              <a:off x="714961" y="1795026"/>
              <a:ext cx="21435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739" name="Google Shape;1739;p37"/>
          <p:cNvGrpSpPr/>
          <p:nvPr/>
        </p:nvGrpSpPr>
        <p:grpSpPr>
          <a:xfrm>
            <a:off x="714950" y="3140263"/>
            <a:ext cx="2071275" cy="987038"/>
            <a:chOff x="714950" y="3405609"/>
            <a:chExt cx="2143511" cy="987038"/>
          </a:xfrm>
        </p:grpSpPr>
        <p:sp>
          <p:nvSpPr>
            <p:cNvPr id="1740" name="Google Shape;1740;p37"/>
            <p:cNvSpPr txBox="1"/>
            <p:nvPr/>
          </p:nvSpPr>
          <p:spPr>
            <a:xfrm flipH="1">
              <a:off x="714961" y="3405609"/>
              <a:ext cx="2143500" cy="43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Player 2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741" name="Google Shape;1741;p37"/>
            <p:cNvSpPr txBox="1"/>
            <p:nvPr/>
          </p:nvSpPr>
          <p:spPr>
            <a:xfrm flipH="1">
              <a:off x="714950" y="3811546"/>
              <a:ext cx="21435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the biggest planet of them all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1742" name="Google Shape;1742;p37"/>
          <p:cNvSpPr/>
          <p:nvPr/>
        </p:nvSpPr>
        <p:spPr>
          <a:xfrm>
            <a:off x="2858450" y="1751585"/>
            <a:ext cx="871800" cy="871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37"/>
          <p:cNvSpPr/>
          <p:nvPr/>
        </p:nvSpPr>
        <p:spPr>
          <a:xfrm>
            <a:off x="2858450" y="3292435"/>
            <a:ext cx="871800" cy="871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44" name="Google Shape;1744;p37"/>
          <p:cNvCxnSpPr>
            <a:stCxn id="1734" idx="0"/>
            <a:endCxn id="1742" idx="6"/>
          </p:cNvCxnSpPr>
          <p:nvPr/>
        </p:nvCxnSpPr>
        <p:spPr>
          <a:xfrm rot="5400000" flipH="1">
            <a:off x="3919906" y="1997737"/>
            <a:ext cx="435900" cy="8154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5" name="Google Shape;1745;p37"/>
          <p:cNvCxnSpPr>
            <a:stCxn id="1743" idx="6"/>
            <a:endCxn id="1735" idx="4"/>
          </p:cNvCxnSpPr>
          <p:nvPr/>
        </p:nvCxnSpPr>
        <p:spPr>
          <a:xfrm rot="10800000" flipH="1">
            <a:off x="3730250" y="2547535"/>
            <a:ext cx="2435100" cy="11808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46" name="Google Shape;1746;p37"/>
          <p:cNvGrpSpPr/>
          <p:nvPr/>
        </p:nvGrpSpPr>
        <p:grpSpPr>
          <a:xfrm>
            <a:off x="3054476" y="3521344"/>
            <a:ext cx="479729" cy="413951"/>
            <a:chOff x="5610273" y="2081596"/>
            <a:chExt cx="633892" cy="547048"/>
          </a:xfrm>
        </p:grpSpPr>
        <p:sp>
          <p:nvSpPr>
            <p:cNvPr id="1747" name="Google Shape;1747;p37"/>
            <p:cNvSpPr/>
            <p:nvPr/>
          </p:nvSpPr>
          <p:spPr>
            <a:xfrm>
              <a:off x="5662255" y="2342331"/>
              <a:ext cx="180699" cy="180287"/>
            </a:xfrm>
            <a:custGeom>
              <a:avLst/>
              <a:gdLst/>
              <a:ahLst/>
              <a:cxnLst/>
              <a:rect l="l" t="t" r="r" b="b"/>
              <a:pathLst>
                <a:path w="438" h="437" extrusionOk="0">
                  <a:moveTo>
                    <a:pt x="222" y="70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29" y="0"/>
                    <a:pt x="25" y="2"/>
                    <a:pt x="24" y="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" y="67"/>
                    <a:pt x="0" y="121"/>
                    <a:pt x="12" y="172"/>
                  </a:cubicBezTo>
                  <a:cubicBezTo>
                    <a:pt x="368" y="437"/>
                    <a:pt x="368" y="437"/>
                    <a:pt x="368" y="437"/>
                  </a:cubicBezTo>
                  <a:cubicBezTo>
                    <a:pt x="379" y="436"/>
                    <a:pt x="379" y="436"/>
                    <a:pt x="379" y="436"/>
                  </a:cubicBezTo>
                  <a:cubicBezTo>
                    <a:pt x="379" y="436"/>
                    <a:pt x="379" y="436"/>
                    <a:pt x="379" y="436"/>
                  </a:cubicBezTo>
                  <a:cubicBezTo>
                    <a:pt x="381" y="437"/>
                    <a:pt x="381" y="437"/>
                    <a:pt x="381" y="437"/>
                  </a:cubicBezTo>
                  <a:cubicBezTo>
                    <a:pt x="387" y="422"/>
                    <a:pt x="387" y="422"/>
                    <a:pt x="387" y="422"/>
                  </a:cubicBezTo>
                  <a:cubicBezTo>
                    <a:pt x="438" y="279"/>
                    <a:pt x="365" y="122"/>
                    <a:pt x="222" y="70"/>
                  </a:cubicBezTo>
                  <a:close/>
                  <a:moveTo>
                    <a:pt x="222" y="70"/>
                  </a:moveTo>
                  <a:cubicBezTo>
                    <a:pt x="222" y="70"/>
                    <a:pt x="222" y="70"/>
                    <a:pt x="222" y="7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7"/>
            <p:cNvSpPr/>
            <p:nvPr/>
          </p:nvSpPr>
          <p:spPr>
            <a:xfrm>
              <a:off x="5619350" y="2413290"/>
              <a:ext cx="199264" cy="119641"/>
            </a:xfrm>
            <a:custGeom>
              <a:avLst/>
              <a:gdLst/>
              <a:ahLst/>
              <a:cxnLst/>
              <a:rect l="l" t="t" r="r" b="b"/>
              <a:pathLst>
                <a:path w="483" h="290" extrusionOk="0">
                  <a:moveTo>
                    <a:pt x="209" y="0"/>
                  </a:moveTo>
                  <a:cubicBezTo>
                    <a:pt x="357" y="0"/>
                    <a:pt x="478" y="117"/>
                    <a:pt x="483" y="264"/>
                  </a:cubicBezTo>
                  <a:cubicBezTo>
                    <a:pt x="483" y="268"/>
                    <a:pt x="483" y="271"/>
                    <a:pt x="483" y="274"/>
                  </a:cubicBezTo>
                  <a:cubicBezTo>
                    <a:pt x="483" y="290"/>
                    <a:pt x="483" y="290"/>
                    <a:pt x="483" y="290"/>
                  </a:cubicBezTo>
                  <a:cubicBezTo>
                    <a:pt x="282" y="290"/>
                    <a:pt x="282" y="290"/>
                    <a:pt x="282" y="290"/>
                  </a:cubicBezTo>
                  <a:cubicBezTo>
                    <a:pt x="126" y="290"/>
                    <a:pt x="0" y="165"/>
                    <a:pt x="0" y="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lnTo>
                    <a:pt x="209" y="0"/>
                  </a:lnTo>
                  <a:close/>
                  <a:moveTo>
                    <a:pt x="209" y="0"/>
                  </a:moveTo>
                  <a:cubicBezTo>
                    <a:pt x="209" y="0"/>
                    <a:pt x="209" y="0"/>
                    <a:pt x="209" y="0"/>
                  </a:cubicBezTo>
                </a:path>
              </a:pathLst>
            </a:cu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7"/>
            <p:cNvSpPr/>
            <p:nvPr/>
          </p:nvSpPr>
          <p:spPr>
            <a:xfrm>
              <a:off x="5761268" y="2531694"/>
              <a:ext cx="474233" cy="87874"/>
            </a:xfrm>
            <a:custGeom>
              <a:avLst/>
              <a:gdLst/>
              <a:ahLst/>
              <a:cxnLst/>
              <a:rect l="l" t="t" r="r" b="b"/>
              <a:pathLst>
                <a:path w="1149" h="213" extrusionOk="0">
                  <a:moveTo>
                    <a:pt x="1041" y="0"/>
                  </a:moveTo>
                  <a:cubicBezTo>
                    <a:pt x="1099" y="0"/>
                    <a:pt x="1146" y="47"/>
                    <a:pt x="1147" y="104"/>
                  </a:cubicBezTo>
                  <a:cubicBezTo>
                    <a:pt x="1149" y="164"/>
                    <a:pt x="1099" y="213"/>
                    <a:pt x="1039" y="213"/>
                  </a:cubicBezTo>
                  <a:cubicBezTo>
                    <a:pt x="745" y="213"/>
                    <a:pt x="745" y="213"/>
                    <a:pt x="745" y="213"/>
                  </a:cubicBezTo>
                  <a:cubicBezTo>
                    <a:pt x="743" y="213"/>
                    <a:pt x="741" y="212"/>
                    <a:pt x="741" y="210"/>
                  </a:cubicBezTo>
                  <a:cubicBezTo>
                    <a:pt x="715" y="157"/>
                    <a:pt x="715" y="157"/>
                    <a:pt x="715" y="157"/>
                  </a:cubicBezTo>
                  <a:cubicBezTo>
                    <a:pt x="713" y="154"/>
                    <a:pt x="708" y="154"/>
                    <a:pt x="707" y="157"/>
                  </a:cubicBezTo>
                  <a:cubicBezTo>
                    <a:pt x="673" y="211"/>
                    <a:pt x="673" y="211"/>
                    <a:pt x="673" y="211"/>
                  </a:cubicBezTo>
                  <a:cubicBezTo>
                    <a:pt x="673" y="212"/>
                    <a:pt x="671" y="213"/>
                    <a:pt x="669" y="213"/>
                  </a:cubicBezTo>
                  <a:cubicBezTo>
                    <a:pt x="264" y="213"/>
                    <a:pt x="264" y="213"/>
                    <a:pt x="264" y="213"/>
                  </a:cubicBezTo>
                  <a:cubicBezTo>
                    <a:pt x="263" y="213"/>
                    <a:pt x="261" y="212"/>
                    <a:pt x="260" y="210"/>
                  </a:cubicBezTo>
                  <a:cubicBezTo>
                    <a:pt x="251" y="189"/>
                    <a:pt x="251" y="189"/>
                    <a:pt x="251" y="189"/>
                  </a:cubicBezTo>
                  <a:cubicBezTo>
                    <a:pt x="249" y="185"/>
                    <a:pt x="244" y="185"/>
                    <a:pt x="242" y="188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29" y="212"/>
                    <a:pt x="228" y="213"/>
                    <a:pt x="226" y="213"/>
                  </a:cubicBezTo>
                  <a:cubicBezTo>
                    <a:pt x="110" y="213"/>
                    <a:pt x="110" y="213"/>
                    <a:pt x="110" y="213"/>
                  </a:cubicBezTo>
                  <a:cubicBezTo>
                    <a:pt x="50" y="213"/>
                    <a:pt x="0" y="164"/>
                    <a:pt x="1" y="104"/>
                  </a:cubicBezTo>
                  <a:cubicBezTo>
                    <a:pt x="2" y="47"/>
                    <a:pt x="50" y="0"/>
                    <a:pt x="108" y="0"/>
                  </a:cubicBezTo>
                  <a:lnTo>
                    <a:pt x="1041" y="0"/>
                  </a:lnTo>
                  <a:close/>
                  <a:moveTo>
                    <a:pt x="1041" y="0"/>
                  </a:moveTo>
                  <a:cubicBezTo>
                    <a:pt x="1041" y="0"/>
                    <a:pt x="1041" y="0"/>
                    <a:pt x="1041" y="0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7"/>
            <p:cNvSpPr/>
            <p:nvPr/>
          </p:nvSpPr>
          <p:spPr>
            <a:xfrm>
              <a:off x="5826040" y="2089847"/>
              <a:ext cx="343452" cy="474851"/>
            </a:xfrm>
            <a:custGeom>
              <a:avLst/>
              <a:gdLst/>
              <a:ahLst/>
              <a:cxnLst/>
              <a:rect l="l" t="t" r="r" b="b"/>
              <a:pathLst>
                <a:path w="832" h="1151" extrusionOk="0">
                  <a:moveTo>
                    <a:pt x="825" y="1110"/>
                  </a:moveTo>
                  <a:cubicBezTo>
                    <a:pt x="832" y="1130"/>
                    <a:pt x="817" y="1151"/>
                    <a:pt x="796" y="1151"/>
                  </a:cubicBezTo>
                  <a:cubicBezTo>
                    <a:pt x="36" y="1151"/>
                    <a:pt x="36" y="1151"/>
                    <a:pt x="36" y="1151"/>
                  </a:cubicBezTo>
                  <a:cubicBezTo>
                    <a:pt x="14" y="1151"/>
                    <a:pt x="0" y="1130"/>
                    <a:pt x="7" y="1110"/>
                  </a:cubicBezTo>
                  <a:cubicBezTo>
                    <a:pt x="144" y="731"/>
                    <a:pt x="144" y="731"/>
                    <a:pt x="144" y="731"/>
                  </a:cubicBezTo>
                  <a:cubicBezTo>
                    <a:pt x="145" y="728"/>
                    <a:pt x="148" y="726"/>
                    <a:pt x="151" y="725"/>
                  </a:cubicBezTo>
                  <a:cubicBezTo>
                    <a:pt x="261" y="703"/>
                    <a:pt x="261" y="703"/>
                    <a:pt x="261" y="703"/>
                  </a:cubicBezTo>
                  <a:cubicBezTo>
                    <a:pt x="267" y="702"/>
                    <a:pt x="268" y="693"/>
                    <a:pt x="262" y="691"/>
                  </a:cubicBezTo>
                  <a:cubicBezTo>
                    <a:pt x="179" y="664"/>
                    <a:pt x="179" y="664"/>
                    <a:pt x="179" y="664"/>
                  </a:cubicBezTo>
                  <a:cubicBezTo>
                    <a:pt x="174" y="662"/>
                    <a:pt x="171" y="656"/>
                    <a:pt x="173" y="651"/>
                  </a:cubicBezTo>
                  <a:cubicBezTo>
                    <a:pt x="279" y="357"/>
                    <a:pt x="279" y="357"/>
                    <a:pt x="279" y="357"/>
                  </a:cubicBezTo>
                  <a:cubicBezTo>
                    <a:pt x="323" y="220"/>
                    <a:pt x="323" y="220"/>
                    <a:pt x="323" y="220"/>
                  </a:cubicBezTo>
                  <a:cubicBezTo>
                    <a:pt x="327" y="206"/>
                    <a:pt x="338" y="195"/>
                    <a:pt x="352" y="189"/>
                  </a:cubicBezTo>
                  <a:cubicBezTo>
                    <a:pt x="752" y="8"/>
                    <a:pt x="752" y="8"/>
                    <a:pt x="752" y="8"/>
                  </a:cubicBezTo>
                  <a:cubicBezTo>
                    <a:pt x="769" y="0"/>
                    <a:pt x="786" y="20"/>
                    <a:pt x="775" y="35"/>
                  </a:cubicBezTo>
                  <a:cubicBezTo>
                    <a:pt x="553" y="357"/>
                    <a:pt x="553" y="357"/>
                    <a:pt x="553" y="357"/>
                  </a:cubicBezTo>
                  <a:lnTo>
                    <a:pt x="825" y="1110"/>
                  </a:lnTo>
                  <a:close/>
                  <a:moveTo>
                    <a:pt x="825" y="1110"/>
                  </a:moveTo>
                  <a:cubicBezTo>
                    <a:pt x="825" y="1110"/>
                    <a:pt x="825" y="1110"/>
                    <a:pt x="825" y="111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7"/>
            <p:cNvSpPr/>
            <p:nvPr/>
          </p:nvSpPr>
          <p:spPr>
            <a:xfrm>
              <a:off x="5840066" y="2479299"/>
              <a:ext cx="315398" cy="37955"/>
            </a:xfrm>
            <a:custGeom>
              <a:avLst/>
              <a:gdLst/>
              <a:ahLst/>
              <a:cxnLst/>
              <a:rect l="l" t="t" r="r" b="b"/>
              <a:pathLst>
                <a:path w="764" h="92" extrusionOk="0">
                  <a:moveTo>
                    <a:pt x="731" y="0"/>
                  </a:moveTo>
                  <a:cubicBezTo>
                    <a:pt x="764" y="91"/>
                    <a:pt x="764" y="91"/>
                    <a:pt x="764" y="91"/>
                  </a:cubicBezTo>
                  <a:cubicBezTo>
                    <a:pt x="550" y="91"/>
                    <a:pt x="550" y="91"/>
                    <a:pt x="550" y="91"/>
                  </a:cubicBezTo>
                  <a:cubicBezTo>
                    <a:pt x="550" y="92"/>
                    <a:pt x="368" y="91"/>
                    <a:pt x="368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731" y="0"/>
                  </a:lnTo>
                  <a:close/>
                  <a:moveTo>
                    <a:pt x="731" y="0"/>
                  </a:moveTo>
                  <a:cubicBezTo>
                    <a:pt x="731" y="0"/>
                    <a:pt x="731" y="0"/>
                    <a:pt x="731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7"/>
            <p:cNvSpPr/>
            <p:nvPr/>
          </p:nvSpPr>
          <p:spPr>
            <a:xfrm>
              <a:off x="5840066" y="2479299"/>
              <a:ext cx="54870" cy="37543"/>
            </a:xfrm>
            <a:custGeom>
              <a:avLst/>
              <a:gdLst/>
              <a:ahLst/>
              <a:cxnLst/>
              <a:rect l="l" t="t" r="r" b="b"/>
              <a:pathLst>
                <a:path w="266" h="182" extrusionOk="0">
                  <a:moveTo>
                    <a:pt x="66" y="0"/>
                  </a:moveTo>
                  <a:lnTo>
                    <a:pt x="0" y="182"/>
                  </a:lnTo>
                  <a:lnTo>
                    <a:pt x="200" y="182"/>
                  </a:lnTo>
                  <a:lnTo>
                    <a:pt x="266" y="0"/>
                  </a:lnTo>
                  <a:lnTo>
                    <a:pt x="66" y="0"/>
                  </a:lnTo>
                  <a:moveTo>
                    <a:pt x="66" y="0"/>
                  </a:moveTo>
                  <a:lnTo>
                    <a:pt x="6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37"/>
            <p:cNvSpPr/>
            <p:nvPr/>
          </p:nvSpPr>
          <p:spPr>
            <a:xfrm>
              <a:off x="5992093" y="2459909"/>
              <a:ext cx="75085" cy="75498"/>
            </a:xfrm>
            <a:custGeom>
              <a:avLst/>
              <a:gdLst/>
              <a:ahLst/>
              <a:cxnLst/>
              <a:rect l="l" t="t" r="r" b="b"/>
              <a:pathLst>
                <a:path w="182" h="183" extrusionOk="0">
                  <a:moveTo>
                    <a:pt x="140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19" y="0"/>
                    <a:pt x="0" y="19"/>
                    <a:pt x="0" y="42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64"/>
                    <a:pt x="19" y="183"/>
                    <a:pt x="42" y="183"/>
                  </a:cubicBezTo>
                  <a:cubicBezTo>
                    <a:pt x="140" y="183"/>
                    <a:pt x="140" y="183"/>
                    <a:pt x="140" y="183"/>
                  </a:cubicBezTo>
                  <a:cubicBezTo>
                    <a:pt x="164" y="183"/>
                    <a:pt x="182" y="164"/>
                    <a:pt x="182" y="140"/>
                  </a:cubicBezTo>
                  <a:cubicBezTo>
                    <a:pt x="182" y="42"/>
                    <a:pt x="182" y="42"/>
                    <a:pt x="182" y="42"/>
                  </a:cubicBezTo>
                  <a:cubicBezTo>
                    <a:pt x="182" y="19"/>
                    <a:pt x="164" y="0"/>
                    <a:pt x="140" y="0"/>
                  </a:cubicBezTo>
                  <a:close/>
                  <a:moveTo>
                    <a:pt x="119" y="119"/>
                  </a:moveTo>
                  <a:cubicBezTo>
                    <a:pt x="64" y="119"/>
                    <a:pt x="64" y="119"/>
                    <a:pt x="64" y="119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119" y="64"/>
                    <a:pt x="119" y="64"/>
                    <a:pt x="119" y="64"/>
                  </a:cubicBezTo>
                  <a:lnTo>
                    <a:pt x="119" y="119"/>
                  </a:lnTo>
                  <a:close/>
                  <a:moveTo>
                    <a:pt x="119" y="119"/>
                  </a:moveTo>
                  <a:cubicBezTo>
                    <a:pt x="119" y="119"/>
                    <a:pt x="119" y="119"/>
                    <a:pt x="119" y="11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37"/>
            <p:cNvSpPr/>
            <p:nvPr/>
          </p:nvSpPr>
          <p:spPr>
            <a:xfrm>
              <a:off x="6009008" y="2329129"/>
              <a:ext cx="32179" cy="32179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78" y="39"/>
                  </a:moveTo>
                  <a:cubicBezTo>
                    <a:pt x="78" y="61"/>
                    <a:pt x="61" y="78"/>
                    <a:pt x="39" y="78"/>
                  </a:cubicBezTo>
                  <a:cubicBezTo>
                    <a:pt x="18" y="78"/>
                    <a:pt x="0" y="61"/>
                    <a:pt x="0" y="39"/>
                  </a:cubicBezTo>
                  <a:cubicBezTo>
                    <a:pt x="0" y="18"/>
                    <a:pt x="18" y="0"/>
                    <a:pt x="39" y="0"/>
                  </a:cubicBezTo>
                  <a:cubicBezTo>
                    <a:pt x="61" y="0"/>
                    <a:pt x="78" y="18"/>
                    <a:pt x="78" y="39"/>
                  </a:cubicBezTo>
                  <a:close/>
                  <a:moveTo>
                    <a:pt x="78" y="39"/>
                  </a:moveTo>
                  <a:cubicBezTo>
                    <a:pt x="78" y="39"/>
                    <a:pt x="78" y="39"/>
                    <a:pt x="78" y="39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37"/>
            <p:cNvSpPr/>
            <p:nvPr/>
          </p:nvSpPr>
          <p:spPr>
            <a:xfrm>
              <a:off x="6001582" y="2361308"/>
              <a:ext cx="47031" cy="47031"/>
            </a:xfrm>
            <a:custGeom>
              <a:avLst/>
              <a:gdLst/>
              <a:ahLst/>
              <a:cxnLst/>
              <a:rect l="l" t="t" r="r" b="b"/>
              <a:pathLst>
                <a:path w="114" h="114" extrusionOk="0">
                  <a:moveTo>
                    <a:pt x="114" y="57"/>
                  </a:moveTo>
                  <a:cubicBezTo>
                    <a:pt x="114" y="88"/>
                    <a:pt x="89" y="114"/>
                    <a:pt x="57" y="114"/>
                  </a:cubicBezTo>
                  <a:cubicBezTo>
                    <a:pt x="26" y="114"/>
                    <a:pt x="0" y="88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9" y="0"/>
                    <a:pt x="114" y="25"/>
                    <a:pt x="114" y="57"/>
                  </a:cubicBezTo>
                  <a:close/>
                  <a:moveTo>
                    <a:pt x="114" y="57"/>
                  </a:moveTo>
                  <a:cubicBezTo>
                    <a:pt x="114" y="57"/>
                    <a:pt x="114" y="57"/>
                    <a:pt x="114" y="57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37"/>
            <p:cNvSpPr/>
            <p:nvPr/>
          </p:nvSpPr>
          <p:spPr>
            <a:xfrm>
              <a:off x="5610273" y="2081596"/>
              <a:ext cx="633892" cy="547048"/>
            </a:xfrm>
            <a:custGeom>
              <a:avLst/>
              <a:gdLst/>
              <a:ahLst/>
              <a:cxnLst/>
              <a:rect l="l" t="t" r="r" b="b"/>
              <a:pathLst>
                <a:path w="1536" h="1326" extrusionOk="0">
                  <a:moveTo>
                    <a:pt x="1407" y="1069"/>
                  </a:moveTo>
                  <a:cubicBezTo>
                    <a:pt x="1350" y="1069"/>
                    <a:pt x="1350" y="1069"/>
                    <a:pt x="1350" y="1069"/>
                  </a:cubicBezTo>
                  <a:cubicBezTo>
                    <a:pt x="1101" y="381"/>
                    <a:pt x="1101" y="381"/>
                    <a:pt x="1101" y="381"/>
                  </a:cubicBezTo>
                  <a:cubicBezTo>
                    <a:pt x="1317" y="68"/>
                    <a:pt x="1317" y="68"/>
                    <a:pt x="1317" y="68"/>
                  </a:cubicBezTo>
                  <a:cubicBezTo>
                    <a:pt x="1327" y="53"/>
                    <a:pt x="1326" y="33"/>
                    <a:pt x="1314" y="18"/>
                  </a:cubicBezTo>
                  <a:cubicBezTo>
                    <a:pt x="1302" y="4"/>
                    <a:pt x="1283" y="0"/>
                    <a:pt x="1266" y="7"/>
                  </a:cubicBezTo>
                  <a:cubicBezTo>
                    <a:pt x="866" y="188"/>
                    <a:pt x="866" y="188"/>
                    <a:pt x="866" y="188"/>
                  </a:cubicBezTo>
                  <a:cubicBezTo>
                    <a:pt x="846" y="197"/>
                    <a:pt x="831" y="213"/>
                    <a:pt x="825" y="233"/>
                  </a:cubicBezTo>
                  <a:cubicBezTo>
                    <a:pt x="781" y="370"/>
                    <a:pt x="781" y="370"/>
                    <a:pt x="781" y="370"/>
                  </a:cubicBezTo>
                  <a:cubicBezTo>
                    <a:pt x="671" y="673"/>
                    <a:pt x="671" y="673"/>
                    <a:pt x="671" y="673"/>
                  </a:cubicBezTo>
                  <a:cubicBezTo>
                    <a:pt x="669" y="678"/>
                    <a:pt x="670" y="685"/>
                    <a:pt x="672" y="690"/>
                  </a:cubicBezTo>
                  <a:cubicBezTo>
                    <a:pt x="675" y="696"/>
                    <a:pt x="680" y="700"/>
                    <a:pt x="685" y="702"/>
                  </a:cubicBezTo>
                  <a:cubicBezTo>
                    <a:pt x="719" y="713"/>
                    <a:pt x="719" y="713"/>
                    <a:pt x="719" y="713"/>
                  </a:cubicBezTo>
                  <a:cubicBezTo>
                    <a:pt x="664" y="724"/>
                    <a:pt x="664" y="724"/>
                    <a:pt x="664" y="724"/>
                  </a:cubicBezTo>
                  <a:cubicBezTo>
                    <a:pt x="657" y="725"/>
                    <a:pt x="650" y="731"/>
                    <a:pt x="648" y="738"/>
                  </a:cubicBezTo>
                  <a:cubicBezTo>
                    <a:pt x="541" y="1033"/>
                    <a:pt x="541" y="1033"/>
                    <a:pt x="541" y="1033"/>
                  </a:cubicBezTo>
                  <a:cubicBezTo>
                    <a:pt x="582" y="885"/>
                    <a:pt x="502" y="728"/>
                    <a:pt x="356" y="675"/>
                  </a:cubicBezTo>
                  <a:cubicBezTo>
                    <a:pt x="160" y="604"/>
                    <a:pt x="160" y="604"/>
                    <a:pt x="160" y="604"/>
                  </a:cubicBezTo>
                  <a:cubicBezTo>
                    <a:pt x="148" y="600"/>
                    <a:pt x="135" y="606"/>
                    <a:pt x="131" y="618"/>
                  </a:cubicBezTo>
                  <a:cubicBezTo>
                    <a:pt x="126" y="633"/>
                    <a:pt x="126" y="633"/>
                    <a:pt x="126" y="633"/>
                  </a:cubicBezTo>
                  <a:cubicBezTo>
                    <a:pt x="109" y="679"/>
                    <a:pt x="104" y="728"/>
                    <a:pt x="111" y="775"/>
                  </a:cubicBezTo>
                  <a:cubicBezTo>
                    <a:pt x="22" y="775"/>
                    <a:pt x="22" y="775"/>
                    <a:pt x="22" y="775"/>
                  </a:cubicBezTo>
                  <a:cubicBezTo>
                    <a:pt x="10" y="775"/>
                    <a:pt x="0" y="786"/>
                    <a:pt x="0" y="798"/>
                  </a:cubicBezTo>
                  <a:cubicBezTo>
                    <a:pt x="0" y="814"/>
                    <a:pt x="0" y="814"/>
                    <a:pt x="0" y="814"/>
                  </a:cubicBezTo>
                  <a:cubicBezTo>
                    <a:pt x="0" y="978"/>
                    <a:pt x="133" y="1111"/>
                    <a:pt x="297" y="1111"/>
                  </a:cubicBezTo>
                  <a:cubicBezTo>
                    <a:pt x="378" y="1111"/>
                    <a:pt x="378" y="1111"/>
                    <a:pt x="378" y="1111"/>
                  </a:cubicBezTo>
                  <a:cubicBezTo>
                    <a:pt x="357" y="1134"/>
                    <a:pt x="345" y="1164"/>
                    <a:pt x="345" y="1198"/>
                  </a:cubicBezTo>
                  <a:cubicBezTo>
                    <a:pt x="345" y="1269"/>
                    <a:pt x="403" y="1326"/>
                    <a:pt x="474" y="1326"/>
                  </a:cubicBezTo>
                  <a:cubicBezTo>
                    <a:pt x="595" y="1326"/>
                    <a:pt x="595" y="1326"/>
                    <a:pt x="595" y="1326"/>
                  </a:cubicBezTo>
                  <a:cubicBezTo>
                    <a:pt x="601" y="1326"/>
                    <a:pt x="607" y="1324"/>
                    <a:pt x="611" y="1319"/>
                  </a:cubicBezTo>
                  <a:cubicBezTo>
                    <a:pt x="615" y="1324"/>
                    <a:pt x="621" y="1326"/>
                    <a:pt x="627" y="1326"/>
                  </a:cubicBezTo>
                  <a:cubicBezTo>
                    <a:pt x="1038" y="1326"/>
                    <a:pt x="1038" y="1326"/>
                    <a:pt x="1038" y="1326"/>
                  </a:cubicBezTo>
                  <a:cubicBezTo>
                    <a:pt x="1046" y="1326"/>
                    <a:pt x="1053" y="1322"/>
                    <a:pt x="1057" y="1316"/>
                  </a:cubicBezTo>
                  <a:cubicBezTo>
                    <a:pt x="1075" y="1287"/>
                    <a:pt x="1075" y="1287"/>
                    <a:pt x="1075" y="1287"/>
                  </a:cubicBezTo>
                  <a:cubicBezTo>
                    <a:pt x="1088" y="1314"/>
                    <a:pt x="1088" y="1314"/>
                    <a:pt x="1088" y="1314"/>
                  </a:cubicBezTo>
                  <a:cubicBezTo>
                    <a:pt x="1091" y="1321"/>
                    <a:pt x="1099" y="1326"/>
                    <a:pt x="1108" y="1326"/>
                  </a:cubicBezTo>
                  <a:cubicBezTo>
                    <a:pt x="1407" y="1326"/>
                    <a:pt x="1407" y="1326"/>
                    <a:pt x="1407" y="1326"/>
                  </a:cubicBezTo>
                  <a:cubicBezTo>
                    <a:pt x="1478" y="1326"/>
                    <a:pt x="1536" y="1269"/>
                    <a:pt x="1536" y="1198"/>
                  </a:cubicBezTo>
                  <a:cubicBezTo>
                    <a:pt x="1536" y="1127"/>
                    <a:pt x="1478" y="1069"/>
                    <a:pt x="1407" y="1069"/>
                  </a:cubicBezTo>
                  <a:close/>
                  <a:moveTo>
                    <a:pt x="551" y="1138"/>
                  </a:moveTo>
                  <a:cubicBezTo>
                    <a:pt x="573" y="1078"/>
                    <a:pt x="573" y="1078"/>
                    <a:pt x="573" y="1078"/>
                  </a:cubicBezTo>
                  <a:cubicBezTo>
                    <a:pt x="729" y="1078"/>
                    <a:pt x="729" y="1078"/>
                    <a:pt x="729" y="1078"/>
                  </a:cubicBezTo>
                  <a:cubicBezTo>
                    <a:pt x="741" y="1078"/>
                    <a:pt x="751" y="1068"/>
                    <a:pt x="751" y="1055"/>
                  </a:cubicBezTo>
                  <a:cubicBezTo>
                    <a:pt x="751" y="1043"/>
                    <a:pt x="741" y="1033"/>
                    <a:pt x="729" y="1033"/>
                  </a:cubicBezTo>
                  <a:cubicBezTo>
                    <a:pt x="589" y="1033"/>
                    <a:pt x="589" y="1033"/>
                    <a:pt x="589" y="1033"/>
                  </a:cubicBezTo>
                  <a:cubicBezTo>
                    <a:pt x="606" y="987"/>
                    <a:pt x="606" y="987"/>
                    <a:pt x="606" y="987"/>
                  </a:cubicBezTo>
                  <a:cubicBezTo>
                    <a:pt x="903" y="987"/>
                    <a:pt x="903" y="987"/>
                    <a:pt x="903" y="987"/>
                  </a:cubicBezTo>
                  <a:cubicBezTo>
                    <a:pt x="903" y="1033"/>
                    <a:pt x="903" y="1033"/>
                    <a:pt x="903" y="1033"/>
                  </a:cubicBezTo>
                  <a:cubicBezTo>
                    <a:pt x="819" y="1033"/>
                    <a:pt x="819" y="1033"/>
                    <a:pt x="819" y="1033"/>
                  </a:cubicBezTo>
                  <a:cubicBezTo>
                    <a:pt x="806" y="1033"/>
                    <a:pt x="796" y="1043"/>
                    <a:pt x="796" y="1055"/>
                  </a:cubicBezTo>
                  <a:cubicBezTo>
                    <a:pt x="796" y="1068"/>
                    <a:pt x="806" y="1078"/>
                    <a:pt x="819" y="1078"/>
                  </a:cubicBezTo>
                  <a:cubicBezTo>
                    <a:pt x="906" y="1078"/>
                    <a:pt x="906" y="1078"/>
                    <a:pt x="906" y="1078"/>
                  </a:cubicBezTo>
                  <a:cubicBezTo>
                    <a:pt x="915" y="1103"/>
                    <a:pt x="939" y="1122"/>
                    <a:pt x="967" y="1122"/>
                  </a:cubicBezTo>
                  <a:cubicBezTo>
                    <a:pt x="1065" y="1122"/>
                    <a:pt x="1065" y="1122"/>
                    <a:pt x="1065" y="1122"/>
                  </a:cubicBezTo>
                  <a:cubicBezTo>
                    <a:pt x="1094" y="1122"/>
                    <a:pt x="1118" y="1103"/>
                    <a:pt x="1127" y="1078"/>
                  </a:cubicBezTo>
                  <a:cubicBezTo>
                    <a:pt x="1305" y="1078"/>
                    <a:pt x="1305" y="1078"/>
                    <a:pt x="1305" y="1078"/>
                  </a:cubicBezTo>
                  <a:cubicBezTo>
                    <a:pt x="1327" y="1138"/>
                    <a:pt x="1327" y="1138"/>
                    <a:pt x="1327" y="1138"/>
                  </a:cubicBezTo>
                  <a:cubicBezTo>
                    <a:pt x="1328" y="1141"/>
                    <a:pt x="1327" y="1144"/>
                    <a:pt x="1326" y="1145"/>
                  </a:cubicBezTo>
                  <a:cubicBezTo>
                    <a:pt x="1325" y="1147"/>
                    <a:pt x="1323" y="1149"/>
                    <a:pt x="1319" y="1149"/>
                  </a:cubicBezTo>
                  <a:cubicBezTo>
                    <a:pt x="559" y="1149"/>
                    <a:pt x="559" y="1149"/>
                    <a:pt x="559" y="1149"/>
                  </a:cubicBezTo>
                  <a:cubicBezTo>
                    <a:pt x="555" y="1149"/>
                    <a:pt x="553" y="1147"/>
                    <a:pt x="552" y="1145"/>
                  </a:cubicBezTo>
                  <a:cubicBezTo>
                    <a:pt x="551" y="1144"/>
                    <a:pt x="550" y="1141"/>
                    <a:pt x="551" y="1138"/>
                  </a:cubicBezTo>
                  <a:close/>
                  <a:moveTo>
                    <a:pt x="1272" y="987"/>
                  </a:moveTo>
                  <a:cubicBezTo>
                    <a:pt x="1289" y="1033"/>
                    <a:pt x="1289" y="1033"/>
                    <a:pt x="1289" y="1033"/>
                  </a:cubicBezTo>
                  <a:cubicBezTo>
                    <a:pt x="1130" y="1033"/>
                    <a:pt x="1130" y="1033"/>
                    <a:pt x="1130" y="1033"/>
                  </a:cubicBezTo>
                  <a:cubicBezTo>
                    <a:pt x="1130" y="987"/>
                    <a:pt x="1130" y="987"/>
                    <a:pt x="1130" y="987"/>
                  </a:cubicBezTo>
                  <a:lnTo>
                    <a:pt x="1272" y="987"/>
                  </a:lnTo>
                  <a:close/>
                  <a:moveTo>
                    <a:pt x="1085" y="1057"/>
                  </a:moveTo>
                  <a:cubicBezTo>
                    <a:pt x="1085" y="1068"/>
                    <a:pt x="1076" y="1077"/>
                    <a:pt x="1065" y="1077"/>
                  </a:cubicBezTo>
                  <a:cubicBezTo>
                    <a:pt x="967" y="1077"/>
                    <a:pt x="967" y="1077"/>
                    <a:pt x="967" y="1077"/>
                  </a:cubicBezTo>
                  <a:cubicBezTo>
                    <a:pt x="956" y="1077"/>
                    <a:pt x="948" y="1068"/>
                    <a:pt x="948" y="1057"/>
                  </a:cubicBezTo>
                  <a:cubicBezTo>
                    <a:pt x="948" y="959"/>
                    <a:pt x="948" y="959"/>
                    <a:pt x="948" y="959"/>
                  </a:cubicBezTo>
                  <a:cubicBezTo>
                    <a:pt x="948" y="949"/>
                    <a:pt x="956" y="940"/>
                    <a:pt x="967" y="940"/>
                  </a:cubicBezTo>
                  <a:cubicBezTo>
                    <a:pt x="1065" y="940"/>
                    <a:pt x="1065" y="940"/>
                    <a:pt x="1065" y="940"/>
                  </a:cubicBezTo>
                  <a:cubicBezTo>
                    <a:pt x="1076" y="940"/>
                    <a:pt x="1085" y="949"/>
                    <a:pt x="1085" y="959"/>
                  </a:cubicBezTo>
                  <a:lnTo>
                    <a:pt x="1085" y="1057"/>
                  </a:lnTo>
                  <a:close/>
                  <a:moveTo>
                    <a:pt x="686" y="765"/>
                  </a:moveTo>
                  <a:cubicBezTo>
                    <a:pt x="788" y="745"/>
                    <a:pt x="788" y="745"/>
                    <a:pt x="788" y="745"/>
                  </a:cubicBezTo>
                  <a:cubicBezTo>
                    <a:pt x="801" y="742"/>
                    <a:pt x="810" y="732"/>
                    <a:pt x="811" y="719"/>
                  </a:cubicBezTo>
                  <a:cubicBezTo>
                    <a:pt x="812" y="706"/>
                    <a:pt x="804" y="694"/>
                    <a:pt x="792" y="690"/>
                  </a:cubicBezTo>
                  <a:cubicBezTo>
                    <a:pt x="721" y="666"/>
                    <a:pt x="721" y="666"/>
                    <a:pt x="721" y="666"/>
                  </a:cubicBezTo>
                  <a:cubicBezTo>
                    <a:pt x="823" y="385"/>
                    <a:pt x="823" y="385"/>
                    <a:pt x="823" y="385"/>
                  </a:cubicBezTo>
                  <a:cubicBezTo>
                    <a:pt x="823" y="385"/>
                    <a:pt x="823" y="384"/>
                    <a:pt x="823" y="384"/>
                  </a:cubicBezTo>
                  <a:cubicBezTo>
                    <a:pt x="867" y="247"/>
                    <a:pt x="867" y="247"/>
                    <a:pt x="867" y="247"/>
                  </a:cubicBezTo>
                  <a:cubicBezTo>
                    <a:pt x="870" y="239"/>
                    <a:pt x="876" y="233"/>
                    <a:pt x="884" y="229"/>
                  </a:cubicBezTo>
                  <a:cubicBezTo>
                    <a:pt x="1272" y="54"/>
                    <a:pt x="1272" y="54"/>
                    <a:pt x="1272" y="54"/>
                  </a:cubicBezTo>
                  <a:cubicBezTo>
                    <a:pt x="1065" y="353"/>
                    <a:pt x="1065" y="353"/>
                    <a:pt x="1065" y="353"/>
                  </a:cubicBezTo>
                  <a:cubicBezTo>
                    <a:pt x="969" y="353"/>
                    <a:pt x="969" y="353"/>
                    <a:pt x="969" y="353"/>
                  </a:cubicBezTo>
                  <a:cubicBezTo>
                    <a:pt x="957" y="353"/>
                    <a:pt x="947" y="364"/>
                    <a:pt x="947" y="376"/>
                  </a:cubicBezTo>
                  <a:cubicBezTo>
                    <a:pt x="947" y="388"/>
                    <a:pt x="957" y="398"/>
                    <a:pt x="969" y="398"/>
                  </a:cubicBezTo>
                  <a:cubicBezTo>
                    <a:pt x="983" y="398"/>
                    <a:pt x="983" y="398"/>
                    <a:pt x="983" y="398"/>
                  </a:cubicBezTo>
                  <a:cubicBezTo>
                    <a:pt x="983" y="582"/>
                    <a:pt x="983" y="582"/>
                    <a:pt x="983" y="582"/>
                  </a:cubicBezTo>
                  <a:cubicBezTo>
                    <a:pt x="960" y="591"/>
                    <a:pt x="944" y="613"/>
                    <a:pt x="944" y="639"/>
                  </a:cubicBezTo>
                  <a:cubicBezTo>
                    <a:pt x="944" y="652"/>
                    <a:pt x="948" y="664"/>
                    <a:pt x="955" y="674"/>
                  </a:cubicBezTo>
                  <a:cubicBezTo>
                    <a:pt x="954" y="674"/>
                    <a:pt x="954" y="675"/>
                    <a:pt x="953" y="675"/>
                  </a:cubicBezTo>
                  <a:cubicBezTo>
                    <a:pt x="916" y="658"/>
                    <a:pt x="916" y="658"/>
                    <a:pt x="916" y="658"/>
                  </a:cubicBezTo>
                  <a:cubicBezTo>
                    <a:pt x="908" y="654"/>
                    <a:pt x="899" y="655"/>
                    <a:pt x="892" y="661"/>
                  </a:cubicBezTo>
                  <a:cubicBezTo>
                    <a:pt x="871" y="679"/>
                    <a:pt x="871" y="679"/>
                    <a:pt x="871" y="679"/>
                  </a:cubicBezTo>
                  <a:cubicBezTo>
                    <a:pt x="861" y="687"/>
                    <a:pt x="860" y="701"/>
                    <a:pt x="868" y="711"/>
                  </a:cubicBezTo>
                  <a:cubicBezTo>
                    <a:pt x="877" y="720"/>
                    <a:pt x="891" y="721"/>
                    <a:pt x="900" y="713"/>
                  </a:cubicBezTo>
                  <a:cubicBezTo>
                    <a:pt x="910" y="704"/>
                    <a:pt x="910" y="704"/>
                    <a:pt x="910" y="704"/>
                  </a:cubicBezTo>
                  <a:cubicBezTo>
                    <a:pt x="929" y="713"/>
                    <a:pt x="929" y="713"/>
                    <a:pt x="929" y="713"/>
                  </a:cubicBezTo>
                  <a:cubicBezTo>
                    <a:pt x="927" y="720"/>
                    <a:pt x="926" y="727"/>
                    <a:pt x="926" y="735"/>
                  </a:cubicBezTo>
                  <a:cubicBezTo>
                    <a:pt x="926" y="740"/>
                    <a:pt x="926" y="745"/>
                    <a:pt x="927" y="750"/>
                  </a:cubicBezTo>
                  <a:cubicBezTo>
                    <a:pt x="900" y="758"/>
                    <a:pt x="900" y="758"/>
                    <a:pt x="900" y="758"/>
                  </a:cubicBezTo>
                  <a:cubicBezTo>
                    <a:pt x="892" y="761"/>
                    <a:pt x="886" y="768"/>
                    <a:pt x="884" y="776"/>
                  </a:cubicBezTo>
                  <a:cubicBezTo>
                    <a:pt x="881" y="794"/>
                    <a:pt x="881" y="794"/>
                    <a:pt x="881" y="794"/>
                  </a:cubicBezTo>
                  <a:cubicBezTo>
                    <a:pt x="879" y="806"/>
                    <a:pt x="888" y="818"/>
                    <a:pt x="900" y="820"/>
                  </a:cubicBezTo>
                  <a:cubicBezTo>
                    <a:pt x="901" y="820"/>
                    <a:pt x="902" y="820"/>
                    <a:pt x="904" y="820"/>
                  </a:cubicBezTo>
                  <a:cubicBezTo>
                    <a:pt x="914" y="820"/>
                    <a:pt x="924" y="813"/>
                    <a:pt x="926" y="802"/>
                  </a:cubicBezTo>
                  <a:cubicBezTo>
                    <a:pt x="926" y="797"/>
                    <a:pt x="926" y="797"/>
                    <a:pt x="926" y="797"/>
                  </a:cubicBezTo>
                  <a:cubicBezTo>
                    <a:pt x="949" y="790"/>
                    <a:pt x="949" y="790"/>
                    <a:pt x="949" y="790"/>
                  </a:cubicBezTo>
                  <a:cubicBezTo>
                    <a:pt x="963" y="805"/>
                    <a:pt x="983" y="814"/>
                    <a:pt x="1005" y="814"/>
                  </a:cubicBezTo>
                  <a:cubicBezTo>
                    <a:pt x="1028" y="814"/>
                    <a:pt x="1048" y="805"/>
                    <a:pt x="1062" y="790"/>
                  </a:cubicBezTo>
                  <a:cubicBezTo>
                    <a:pt x="1084" y="797"/>
                    <a:pt x="1084" y="797"/>
                    <a:pt x="1084" y="797"/>
                  </a:cubicBezTo>
                  <a:cubicBezTo>
                    <a:pt x="1085" y="802"/>
                    <a:pt x="1085" y="802"/>
                    <a:pt x="1085" y="802"/>
                  </a:cubicBezTo>
                  <a:cubicBezTo>
                    <a:pt x="1087" y="813"/>
                    <a:pt x="1096" y="820"/>
                    <a:pt x="1107" y="820"/>
                  </a:cubicBezTo>
                  <a:cubicBezTo>
                    <a:pt x="1109" y="820"/>
                    <a:pt x="1110" y="820"/>
                    <a:pt x="1111" y="820"/>
                  </a:cubicBezTo>
                  <a:cubicBezTo>
                    <a:pt x="1123" y="818"/>
                    <a:pt x="1132" y="806"/>
                    <a:pt x="1129" y="794"/>
                  </a:cubicBezTo>
                  <a:cubicBezTo>
                    <a:pt x="1126" y="776"/>
                    <a:pt x="1126" y="776"/>
                    <a:pt x="1126" y="776"/>
                  </a:cubicBezTo>
                  <a:cubicBezTo>
                    <a:pt x="1125" y="768"/>
                    <a:pt x="1119" y="761"/>
                    <a:pt x="1111" y="758"/>
                  </a:cubicBezTo>
                  <a:cubicBezTo>
                    <a:pt x="1083" y="750"/>
                    <a:pt x="1083" y="750"/>
                    <a:pt x="1083" y="750"/>
                  </a:cubicBezTo>
                  <a:cubicBezTo>
                    <a:pt x="1084" y="745"/>
                    <a:pt x="1085" y="740"/>
                    <a:pt x="1085" y="735"/>
                  </a:cubicBezTo>
                  <a:cubicBezTo>
                    <a:pt x="1085" y="727"/>
                    <a:pt x="1084" y="720"/>
                    <a:pt x="1082" y="713"/>
                  </a:cubicBezTo>
                  <a:cubicBezTo>
                    <a:pt x="1101" y="704"/>
                    <a:pt x="1101" y="704"/>
                    <a:pt x="1101" y="704"/>
                  </a:cubicBezTo>
                  <a:cubicBezTo>
                    <a:pt x="1111" y="713"/>
                    <a:pt x="1111" y="713"/>
                    <a:pt x="1111" y="713"/>
                  </a:cubicBezTo>
                  <a:cubicBezTo>
                    <a:pt x="1120" y="721"/>
                    <a:pt x="1134" y="720"/>
                    <a:pt x="1142" y="711"/>
                  </a:cubicBezTo>
                  <a:cubicBezTo>
                    <a:pt x="1150" y="701"/>
                    <a:pt x="1149" y="687"/>
                    <a:pt x="1140" y="679"/>
                  </a:cubicBezTo>
                  <a:cubicBezTo>
                    <a:pt x="1119" y="661"/>
                    <a:pt x="1119" y="661"/>
                    <a:pt x="1119" y="661"/>
                  </a:cubicBezTo>
                  <a:cubicBezTo>
                    <a:pt x="1112" y="655"/>
                    <a:pt x="1103" y="654"/>
                    <a:pt x="1095" y="658"/>
                  </a:cubicBezTo>
                  <a:cubicBezTo>
                    <a:pt x="1057" y="675"/>
                    <a:pt x="1057" y="675"/>
                    <a:pt x="1057" y="675"/>
                  </a:cubicBezTo>
                  <a:cubicBezTo>
                    <a:pt x="1057" y="675"/>
                    <a:pt x="1057" y="674"/>
                    <a:pt x="1056" y="674"/>
                  </a:cubicBezTo>
                  <a:cubicBezTo>
                    <a:pt x="1063" y="664"/>
                    <a:pt x="1067" y="652"/>
                    <a:pt x="1067" y="639"/>
                  </a:cubicBezTo>
                  <a:cubicBezTo>
                    <a:pt x="1067" y="613"/>
                    <a:pt x="1051" y="591"/>
                    <a:pt x="1028" y="582"/>
                  </a:cubicBezTo>
                  <a:cubicBezTo>
                    <a:pt x="1028" y="398"/>
                    <a:pt x="1028" y="398"/>
                    <a:pt x="1028" y="398"/>
                  </a:cubicBezTo>
                  <a:cubicBezTo>
                    <a:pt x="1060" y="398"/>
                    <a:pt x="1060" y="398"/>
                    <a:pt x="1060" y="398"/>
                  </a:cubicBezTo>
                  <a:cubicBezTo>
                    <a:pt x="1256" y="942"/>
                    <a:pt x="1256" y="942"/>
                    <a:pt x="1256" y="942"/>
                  </a:cubicBezTo>
                  <a:cubicBezTo>
                    <a:pt x="1127" y="942"/>
                    <a:pt x="1127" y="942"/>
                    <a:pt x="1127" y="942"/>
                  </a:cubicBezTo>
                  <a:cubicBezTo>
                    <a:pt x="1120" y="915"/>
                    <a:pt x="1095" y="895"/>
                    <a:pt x="1065" y="895"/>
                  </a:cubicBezTo>
                  <a:cubicBezTo>
                    <a:pt x="967" y="895"/>
                    <a:pt x="967" y="895"/>
                    <a:pt x="967" y="895"/>
                  </a:cubicBezTo>
                  <a:cubicBezTo>
                    <a:pt x="938" y="895"/>
                    <a:pt x="913" y="915"/>
                    <a:pt x="905" y="942"/>
                  </a:cubicBezTo>
                  <a:cubicBezTo>
                    <a:pt x="622" y="942"/>
                    <a:pt x="622" y="942"/>
                    <a:pt x="622" y="942"/>
                  </a:cubicBezTo>
                  <a:lnTo>
                    <a:pt x="686" y="765"/>
                  </a:lnTo>
                  <a:close/>
                  <a:moveTo>
                    <a:pt x="971" y="735"/>
                  </a:moveTo>
                  <a:cubicBezTo>
                    <a:pt x="971" y="716"/>
                    <a:pt x="986" y="700"/>
                    <a:pt x="1005" y="700"/>
                  </a:cubicBezTo>
                  <a:cubicBezTo>
                    <a:pt x="1024" y="700"/>
                    <a:pt x="1040" y="716"/>
                    <a:pt x="1040" y="735"/>
                  </a:cubicBezTo>
                  <a:cubicBezTo>
                    <a:pt x="1040" y="754"/>
                    <a:pt x="1024" y="769"/>
                    <a:pt x="1005" y="769"/>
                  </a:cubicBezTo>
                  <a:cubicBezTo>
                    <a:pt x="986" y="769"/>
                    <a:pt x="971" y="754"/>
                    <a:pt x="971" y="735"/>
                  </a:cubicBezTo>
                  <a:close/>
                  <a:moveTo>
                    <a:pt x="989" y="639"/>
                  </a:moveTo>
                  <a:cubicBezTo>
                    <a:pt x="989" y="630"/>
                    <a:pt x="996" y="623"/>
                    <a:pt x="1005" y="623"/>
                  </a:cubicBezTo>
                  <a:cubicBezTo>
                    <a:pt x="1014" y="623"/>
                    <a:pt x="1022" y="630"/>
                    <a:pt x="1022" y="639"/>
                  </a:cubicBezTo>
                  <a:cubicBezTo>
                    <a:pt x="1022" y="648"/>
                    <a:pt x="1014" y="656"/>
                    <a:pt x="1005" y="656"/>
                  </a:cubicBezTo>
                  <a:cubicBezTo>
                    <a:pt x="996" y="656"/>
                    <a:pt x="989" y="648"/>
                    <a:pt x="989" y="639"/>
                  </a:cubicBezTo>
                  <a:close/>
                  <a:moveTo>
                    <a:pt x="45" y="820"/>
                  </a:moveTo>
                  <a:cubicBezTo>
                    <a:pt x="231" y="820"/>
                    <a:pt x="231" y="820"/>
                    <a:pt x="231" y="820"/>
                  </a:cubicBezTo>
                  <a:cubicBezTo>
                    <a:pt x="252" y="820"/>
                    <a:pt x="274" y="823"/>
                    <a:pt x="295" y="829"/>
                  </a:cubicBezTo>
                  <a:cubicBezTo>
                    <a:pt x="307" y="832"/>
                    <a:pt x="319" y="824"/>
                    <a:pt x="322" y="812"/>
                  </a:cubicBezTo>
                  <a:cubicBezTo>
                    <a:pt x="325" y="800"/>
                    <a:pt x="318" y="788"/>
                    <a:pt x="306" y="785"/>
                  </a:cubicBezTo>
                  <a:cubicBezTo>
                    <a:pt x="282" y="779"/>
                    <a:pt x="256" y="775"/>
                    <a:pt x="231" y="775"/>
                  </a:cubicBezTo>
                  <a:cubicBezTo>
                    <a:pt x="156" y="775"/>
                    <a:pt x="156" y="775"/>
                    <a:pt x="156" y="775"/>
                  </a:cubicBezTo>
                  <a:cubicBezTo>
                    <a:pt x="149" y="735"/>
                    <a:pt x="153" y="693"/>
                    <a:pt x="166" y="654"/>
                  </a:cubicBezTo>
                  <a:cubicBezTo>
                    <a:pt x="341" y="718"/>
                    <a:pt x="341" y="718"/>
                    <a:pt x="341" y="718"/>
                  </a:cubicBezTo>
                  <a:cubicBezTo>
                    <a:pt x="445" y="756"/>
                    <a:pt x="510" y="856"/>
                    <a:pt x="507" y="962"/>
                  </a:cubicBezTo>
                  <a:cubicBezTo>
                    <a:pt x="485" y="908"/>
                    <a:pt x="447" y="860"/>
                    <a:pt x="397" y="827"/>
                  </a:cubicBezTo>
                  <a:cubicBezTo>
                    <a:pt x="387" y="820"/>
                    <a:pt x="373" y="822"/>
                    <a:pt x="366" y="833"/>
                  </a:cubicBezTo>
                  <a:cubicBezTo>
                    <a:pt x="359" y="843"/>
                    <a:pt x="362" y="857"/>
                    <a:pt x="372" y="864"/>
                  </a:cubicBezTo>
                  <a:cubicBezTo>
                    <a:pt x="435" y="906"/>
                    <a:pt x="475" y="974"/>
                    <a:pt x="482" y="1048"/>
                  </a:cubicBezTo>
                  <a:cubicBezTo>
                    <a:pt x="337" y="961"/>
                    <a:pt x="337" y="961"/>
                    <a:pt x="337" y="961"/>
                  </a:cubicBezTo>
                  <a:cubicBezTo>
                    <a:pt x="326" y="955"/>
                    <a:pt x="312" y="959"/>
                    <a:pt x="306" y="969"/>
                  </a:cubicBezTo>
                  <a:cubicBezTo>
                    <a:pt x="299" y="980"/>
                    <a:pt x="303" y="994"/>
                    <a:pt x="313" y="1000"/>
                  </a:cubicBezTo>
                  <a:cubicBezTo>
                    <a:pt x="423" y="1066"/>
                    <a:pt x="423" y="1066"/>
                    <a:pt x="423" y="1066"/>
                  </a:cubicBezTo>
                  <a:cubicBezTo>
                    <a:pt x="297" y="1066"/>
                    <a:pt x="297" y="1066"/>
                    <a:pt x="297" y="1066"/>
                  </a:cubicBezTo>
                  <a:cubicBezTo>
                    <a:pt x="160" y="1066"/>
                    <a:pt x="48" y="956"/>
                    <a:pt x="45" y="820"/>
                  </a:cubicBezTo>
                  <a:close/>
                  <a:moveTo>
                    <a:pt x="1407" y="1281"/>
                  </a:moveTo>
                  <a:cubicBezTo>
                    <a:pt x="1122" y="1281"/>
                    <a:pt x="1122" y="1281"/>
                    <a:pt x="1122" y="1281"/>
                  </a:cubicBezTo>
                  <a:cubicBezTo>
                    <a:pt x="1097" y="1231"/>
                    <a:pt x="1097" y="1231"/>
                    <a:pt x="1097" y="1231"/>
                  </a:cubicBezTo>
                  <a:cubicBezTo>
                    <a:pt x="1094" y="1223"/>
                    <a:pt x="1086" y="1218"/>
                    <a:pt x="1078" y="1218"/>
                  </a:cubicBezTo>
                  <a:cubicBezTo>
                    <a:pt x="1070" y="1218"/>
                    <a:pt x="1062" y="1222"/>
                    <a:pt x="1058" y="1229"/>
                  </a:cubicBezTo>
                  <a:cubicBezTo>
                    <a:pt x="1025" y="1281"/>
                    <a:pt x="1025" y="1281"/>
                    <a:pt x="1025" y="1281"/>
                  </a:cubicBezTo>
                  <a:cubicBezTo>
                    <a:pt x="642" y="1281"/>
                    <a:pt x="642" y="1281"/>
                    <a:pt x="642" y="1281"/>
                  </a:cubicBezTo>
                  <a:cubicBezTo>
                    <a:pt x="634" y="1262"/>
                    <a:pt x="634" y="1262"/>
                    <a:pt x="634" y="1262"/>
                  </a:cubicBezTo>
                  <a:cubicBezTo>
                    <a:pt x="630" y="1254"/>
                    <a:pt x="623" y="1249"/>
                    <a:pt x="614" y="1248"/>
                  </a:cubicBezTo>
                  <a:cubicBezTo>
                    <a:pt x="606" y="1248"/>
                    <a:pt x="597" y="1252"/>
                    <a:pt x="593" y="1260"/>
                  </a:cubicBezTo>
                  <a:cubicBezTo>
                    <a:pt x="582" y="1281"/>
                    <a:pt x="582" y="1281"/>
                    <a:pt x="582" y="1281"/>
                  </a:cubicBezTo>
                  <a:cubicBezTo>
                    <a:pt x="474" y="1281"/>
                    <a:pt x="474" y="1281"/>
                    <a:pt x="474" y="1281"/>
                  </a:cubicBezTo>
                  <a:cubicBezTo>
                    <a:pt x="427" y="1281"/>
                    <a:pt x="390" y="1244"/>
                    <a:pt x="390" y="1198"/>
                  </a:cubicBezTo>
                  <a:cubicBezTo>
                    <a:pt x="390" y="1151"/>
                    <a:pt x="427" y="1114"/>
                    <a:pt x="474" y="1114"/>
                  </a:cubicBezTo>
                  <a:cubicBezTo>
                    <a:pt x="512" y="1114"/>
                    <a:pt x="512" y="1114"/>
                    <a:pt x="512" y="1114"/>
                  </a:cubicBezTo>
                  <a:cubicBezTo>
                    <a:pt x="509" y="1123"/>
                    <a:pt x="509" y="1123"/>
                    <a:pt x="509" y="1123"/>
                  </a:cubicBezTo>
                  <a:cubicBezTo>
                    <a:pt x="503" y="1139"/>
                    <a:pt x="505" y="1157"/>
                    <a:pt x="515" y="1171"/>
                  </a:cubicBezTo>
                  <a:cubicBezTo>
                    <a:pt x="525" y="1185"/>
                    <a:pt x="541" y="1194"/>
                    <a:pt x="559" y="1194"/>
                  </a:cubicBezTo>
                  <a:cubicBezTo>
                    <a:pt x="1319" y="1194"/>
                    <a:pt x="1319" y="1194"/>
                    <a:pt x="1319" y="1194"/>
                  </a:cubicBezTo>
                  <a:cubicBezTo>
                    <a:pt x="1337" y="1194"/>
                    <a:pt x="1353" y="1185"/>
                    <a:pt x="1363" y="1171"/>
                  </a:cubicBezTo>
                  <a:cubicBezTo>
                    <a:pt x="1373" y="1157"/>
                    <a:pt x="1375" y="1139"/>
                    <a:pt x="1369" y="1123"/>
                  </a:cubicBezTo>
                  <a:cubicBezTo>
                    <a:pt x="1366" y="1114"/>
                    <a:pt x="1366" y="1114"/>
                    <a:pt x="1366" y="1114"/>
                  </a:cubicBezTo>
                  <a:cubicBezTo>
                    <a:pt x="1407" y="1114"/>
                    <a:pt x="1407" y="1114"/>
                    <a:pt x="1407" y="1114"/>
                  </a:cubicBezTo>
                  <a:cubicBezTo>
                    <a:pt x="1453" y="1114"/>
                    <a:pt x="1491" y="1151"/>
                    <a:pt x="1491" y="1198"/>
                  </a:cubicBezTo>
                  <a:cubicBezTo>
                    <a:pt x="1491" y="1244"/>
                    <a:pt x="1453" y="1281"/>
                    <a:pt x="1407" y="1281"/>
                  </a:cubicBezTo>
                  <a:close/>
                  <a:moveTo>
                    <a:pt x="1407" y="1281"/>
                  </a:moveTo>
                  <a:cubicBezTo>
                    <a:pt x="1407" y="1281"/>
                    <a:pt x="1407" y="1281"/>
                    <a:pt x="1407" y="1281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37"/>
            <p:cNvSpPr/>
            <p:nvPr/>
          </p:nvSpPr>
          <p:spPr>
            <a:xfrm>
              <a:off x="6009008" y="2476824"/>
              <a:ext cx="41256" cy="41668"/>
            </a:xfrm>
            <a:custGeom>
              <a:avLst/>
              <a:gdLst/>
              <a:ahLst/>
              <a:cxnLst/>
              <a:rect l="l" t="t" r="r" b="b"/>
              <a:pathLst>
                <a:path w="100" h="101" extrusionOk="0">
                  <a:moveTo>
                    <a:pt x="78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91"/>
                    <a:pt x="10" y="101"/>
                    <a:pt x="23" y="101"/>
                  </a:cubicBezTo>
                  <a:cubicBezTo>
                    <a:pt x="78" y="101"/>
                    <a:pt x="78" y="101"/>
                    <a:pt x="78" y="101"/>
                  </a:cubicBezTo>
                  <a:cubicBezTo>
                    <a:pt x="90" y="101"/>
                    <a:pt x="100" y="91"/>
                    <a:pt x="100" y="78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0" y="10"/>
                    <a:pt x="90" y="0"/>
                    <a:pt x="78" y="0"/>
                  </a:cubicBezTo>
                  <a:close/>
                  <a:moveTo>
                    <a:pt x="55" y="56"/>
                  </a:moveTo>
                  <a:cubicBezTo>
                    <a:pt x="45" y="56"/>
                    <a:pt x="45" y="56"/>
                    <a:pt x="45" y="56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55" y="45"/>
                    <a:pt x="55" y="45"/>
                    <a:pt x="55" y="45"/>
                  </a:cubicBezTo>
                  <a:lnTo>
                    <a:pt x="55" y="56"/>
                  </a:lnTo>
                  <a:close/>
                  <a:moveTo>
                    <a:pt x="55" y="56"/>
                  </a:moveTo>
                  <a:cubicBezTo>
                    <a:pt x="55" y="56"/>
                    <a:pt x="55" y="56"/>
                    <a:pt x="55" y="5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8" name="Google Shape;1758;p37"/>
          <p:cNvGrpSpPr/>
          <p:nvPr/>
        </p:nvGrpSpPr>
        <p:grpSpPr>
          <a:xfrm>
            <a:off x="3033700" y="1997069"/>
            <a:ext cx="521292" cy="380795"/>
            <a:chOff x="7894199" y="1494187"/>
            <a:chExt cx="564964" cy="412696"/>
          </a:xfrm>
        </p:grpSpPr>
        <p:sp>
          <p:nvSpPr>
            <p:cNvPr id="1759" name="Google Shape;1759;p37"/>
            <p:cNvSpPr/>
            <p:nvPr/>
          </p:nvSpPr>
          <p:spPr>
            <a:xfrm>
              <a:off x="8136952" y="1502317"/>
              <a:ext cx="252729" cy="142311"/>
            </a:xfrm>
            <a:custGeom>
              <a:avLst/>
              <a:gdLst/>
              <a:ahLst/>
              <a:cxnLst/>
              <a:rect l="l" t="t" r="r" b="b"/>
              <a:pathLst>
                <a:path w="14113" h="7947" extrusionOk="0">
                  <a:moveTo>
                    <a:pt x="5053" y="0"/>
                  </a:moveTo>
                  <a:cubicBezTo>
                    <a:pt x="3431" y="0"/>
                    <a:pt x="1972" y="740"/>
                    <a:pt x="986" y="1888"/>
                  </a:cubicBezTo>
                  <a:lnTo>
                    <a:pt x="927" y="1952"/>
                  </a:lnTo>
                  <a:cubicBezTo>
                    <a:pt x="330" y="2711"/>
                    <a:pt x="0" y="3653"/>
                    <a:pt x="0" y="4619"/>
                  </a:cubicBezTo>
                  <a:lnTo>
                    <a:pt x="0" y="6058"/>
                  </a:lnTo>
                  <a:cubicBezTo>
                    <a:pt x="0" y="7103"/>
                    <a:pt x="843" y="7946"/>
                    <a:pt x="1888" y="7946"/>
                  </a:cubicBezTo>
                  <a:lnTo>
                    <a:pt x="8976" y="7946"/>
                  </a:lnTo>
                  <a:cubicBezTo>
                    <a:pt x="9696" y="7946"/>
                    <a:pt x="10312" y="7394"/>
                    <a:pt x="10332" y="6674"/>
                  </a:cubicBezTo>
                  <a:cubicBezTo>
                    <a:pt x="10352" y="5915"/>
                    <a:pt x="9755" y="5299"/>
                    <a:pt x="8996" y="5299"/>
                  </a:cubicBezTo>
                  <a:lnTo>
                    <a:pt x="11195" y="5299"/>
                  </a:lnTo>
                  <a:cubicBezTo>
                    <a:pt x="11914" y="5299"/>
                    <a:pt x="12531" y="4742"/>
                    <a:pt x="12550" y="4022"/>
                  </a:cubicBezTo>
                  <a:cubicBezTo>
                    <a:pt x="12570" y="3263"/>
                    <a:pt x="11974" y="2647"/>
                    <a:pt x="11214" y="2647"/>
                  </a:cubicBezTo>
                  <a:lnTo>
                    <a:pt x="12733" y="2647"/>
                  </a:lnTo>
                  <a:cubicBezTo>
                    <a:pt x="13452" y="2647"/>
                    <a:pt x="14069" y="2095"/>
                    <a:pt x="14088" y="1375"/>
                  </a:cubicBezTo>
                  <a:cubicBezTo>
                    <a:pt x="14113" y="616"/>
                    <a:pt x="13516" y="0"/>
                    <a:pt x="12757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7"/>
            <p:cNvSpPr/>
            <p:nvPr/>
          </p:nvSpPr>
          <p:spPr>
            <a:xfrm>
              <a:off x="7902669" y="1586177"/>
              <a:ext cx="354962" cy="312235"/>
            </a:xfrm>
            <a:custGeom>
              <a:avLst/>
              <a:gdLst/>
              <a:ahLst/>
              <a:cxnLst/>
              <a:rect l="l" t="t" r="r" b="b"/>
              <a:pathLst>
                <a:path w="19822" h="17436" extrusionOk="0">
                  <a:moveTo>
                    <a:pt x="7148" y="0"/>
                  </a:moveTo>
                  <a:cubicBezTo>
                    <a:pt x="3185" y="0"/>
                    <a:pt x="1" y="3204"/>
                    <a:pt x="1" y="7148"/>
                  </a:cubicBezTo>
                  <a:cubicBezTo>
                    <a:pt x="1" y="9918"/>
                    <a:pt x="1563" y="12323"/>
                    <a:pt x="3880" y="13511"/>
                  </a:cubicBezTo>
                  <a:lnTo>
                    <a:pt x="3880" y="15197"/>
                  </a:lnTo>
                  <a:cubicBezTo>
                    <a:pt x="3880" y="16430"/>
                    <a:pt x="4866" y="17435"/>
                    <a:pt x="6098" y="17435"/>
                  </a:cubicBezTo>
                  <a:lnTo>
                    <a:pt x="10086" y="17435"/>
                  </a:lnTo>
                  <a:cubicBezTo>
                    <a:pt x="11318" y="17435"/>
                    <a:pt x="12324" y="16430"/>
                    <a:pt x="12324" y="15197"/>
                  </a:cubicBezTo>
                  <a:lnTo>
                    <a:pt x="12324" y="14295"/>
                  </a:lnTo>
                  <a:lnTo>
                    <a:pt x="12694" y="14295"/>
                  </a:lnTo>
                  <a:cubicBezTo>
                    <a:pt x="16371" y="14295"/>
                    <a:pt x="19388" y="11520"/>
                    <a:pt x="19777" y="7946"/>
                  </a:cubicBezTo>
                  <a:lnTo>
                    <a:pt x="19822" y="7946"/>
                  </a:lnTo>
                  <a:lnTo>
                    <a:pt x="17682" y="2647"/>
                  </a:lnTo>
                  <a:cubicBezTo>
                    <a:pt x="17682" y="2647"/>
                    <a:pt x="17603" y="2297"/>
                    <a:pt x="17500" y="1868"/>
                  </a:cubicBezTo>
                  <a:cubicBezTo>
                    <a:pt x="16248" y="720"/>
                    <a:pt x="14542" y="0"/>
                    <a:pt x="12694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7"/>
            <p:cNvSpPr/>
            <p:nvPr/>
          </p:nvSpPr>
          <p:spPr>
            <a:xfrm>
              <a:off x="8198733" y="1586177"/>
              <a:ext cx="252746" cy="142311"/>
            </a:xfrm>
            <a:custGeom>
              <a:avLst/>
              <a:gdLst/>
              <a:ahLst/>
              <a:cxnLst/>
              <a:rect l="l" t="t" r="r" b="b"/>
              <a:pathLst>
                <a:path w="14114" h="7947" extrusionOk="0">
                  <a:moveTo>
                    <a:pt x="5053" y="0"/>
                  </a:moveTo>
                  <a:cubicBezTo>
                    <a:pt x="3412" y="0"/>
                    <a:pt x="1972" y="739"/>
                    <a:pt x="987" y="1888"/>
                  </a:cubicBezTo>
                  <a:lnTo>
                    <a:pt x="927" y="1952"/>
                  </a:lnTo>
                  <a:cubicBezTo>
                    <a:pt x="311" y="2711"/>
                    <a:pt x="1" y="3653"/>
                    <a:pt x="1" y="4619"/>
                  </a:cubicBezTo>
                  <a:lnTo>
                    <a:pt x="1" y="6058"/>
                  </a:lnTo>
                  <a:cubicBezTo>
                    <a:pt x="1" y="7103"/>
                    <a:pt x="844" y="7946"/>
                    <a:pt x="1889" y="7946"/>
                  </a:cubicBezTo>
                  <a:lnTo>
                    <a:pt x="8957" y="7946"/>
                  </a:lnTo>
                  <a:cubicBezTo>
                    <a:pt x="9677" y="7946"/>
                    <a:pt x="10293" y="7394"/>
                    <a:pt x="10313" y="6674"/>
                  </a:cubicBezTo>
                  <a:cubicBezTo>
                    <a:pt x="10352" y="5915"/>
                    <a:pt x="9736" y="5299"/>
                    <a:pt x="8997" y="5299"/>
                  </a:cubicBezTo>
                  <a:lnTo>
                    <a:pt x="11176" y="5299"/>
                  </a:lnTo>
                  <a:cubicBezTo>
                    <a:pt x="11895" y="5299"/>
                    <a:pt x="12511" y="4742"/>
                    <a:pt x="12531" y="4022"/>
                  </a:cubicBezTo>
                  <a:cubicBezTo>
                    <a:pt x="12571" y="3263"/>
                    <a:pt x="11954" y="2647"/>
                    <a:pt x="11215" y="2647"/>
                  </a:cubicBezTo>
                  <a:lnTo>
                    <a:pt x="12713" y="2647"/>
                  </a:lnTo>
                  <a:cubicBezTo>
                    <a:pt x="13433" y="2647"/>
                    <a:pt x="14049" y="2095"/>
                    <a:pt x="14069" y="1375"/>
                  </a:cubicBezTo>
                  <a:cubicBezTo>
                    <a:pt x="14113" y="616"/>
                    <a:pt x="13497" y="0"/>
                    <a:pt x="12758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7"/>
            <p:cNvSpPr/>
            <p:nvPr/>
          </p:nvSpPr>
          <p:spPr>
            <a:xfrm>
              <a:off x="7934634" y="1651216"/>
              <a:ext cx="81658" cy="81676"/>
            </a:xfrm>
            <a:custGeom>
              <a:avLst/>
              <a:gdLst/>
              <a:ahLst/>
              <a:cxnLst/>
              <a:rect l="l" t="t" r="r" b="b"/>
              <a:pathLst>
                <a:path w="4560" h="4561" extrusionOk="0">
                  <a:moveTo>
                    <a:pt x="2282" y="1"/>
                  </a:moveTo>
                  <a:cubicBezTo>
                    <a:pt x="1011" y="1"/>
                    <a:pt x="0" y="1031"/>
                    <a:pt x="0" y="2283"/>
                  </a:cubicBezTo>
                  <a:cubicBezTo>
                    <a:pt x="0" y="3535"/>
                    <a:pt x="1011" y="4561"/>
                    <a:pt x="2282" y="4561"/>
                  </a:cubicBezTo>
                  <a:cubicBezTo>
                    <a:pt x="3534" y="4561"/>
                    <a:pt x="4560" y="3535"/>
                    <a:pt x="4560" y="2283"/>
                  </a:cubicBezTo>
                  <a:cubicBezTo>
                    <a:pt x="4560" y="1031"/>
                    <a:pt x="3534" y="1"/>
                    <a:pt x="2282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7"/>
            <p:cNvSpPr/>
            <p:nvPr/>
          </p:nvSpPr>
          <p:spPr>
            <a:xfrm>
              <a:off x="8064821" y="1651216"/>
              <a:ext cx="81676" cy="81676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3" y="1"/>
                  </a:moveTo>
                  <a:cubicBezTo>
                    <a:pt x="1011" y="1"/>
                    <a:pt x="1" y="1031"/>
                    <a:pt x="1" y="2283"/>
                  </a:cubicBezTo>
                  <a:cubicBezTo>
                    <a:pt x="1" y="3535"/>
                    <a:pt x="1011" y="4561"/>
                    <a:pt x="2283" y="4561"/>
                  </a:cubicBezTo>
                  <a:cubicBezTo>
                    <a:pt x="3535" y="4561"/>
                    <a:pt x="4560" y="3535"/>
                    <a:pt x="4560" y="2283"/>
                  </a:cubicBezTo>
                  <a:cubicBezTo>
                    <a:pt x="4560" y="1031"/>
                    <a:pt x="3535" y="1"/>
                    <a:pt x="228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7"/>
            <p:cNvSpPr/>
            <p:nvPr/>
          </p:nvSpPr>
          <p:spPr>
            <a:xfrm>
              <a:off x="7926236" y="1643194"/>
              <a:ext cx="98187" cy="98169"/>
            </a:xfrm>
            <a:custGeom>
              <a:avLst/>
              <a:gdLst/>
              <a:ahLst/>
              <a:cxnLst/>
              <a:rect l="l" t="t" r="r" b="b"/>
              <a:pathLst>
                <a:path w="5483" h="5482" extrusionOk="0">
                  <a:moveTo>
                    <a:pt x="2751" y="922"/>
                  </a:moveTo>
                  <a:cubicBezTo>
                    <a:pt x="3737" y="922"/>
                    <a:pt x="4560" y="1726"/>
                    <a:pt x="4560" y="2731"/>
                  </a:cubicBezTo>
                  <a:cubicBezTo>
                    <a:pt x="4560" y="3737"/>
                    <a:pt x="3737" y="4560"/>
                    <a:pt x="2751" y="4560"/>
                  </a:cubicBezTo>
                  <a:cubicBezTo>
                    <a:pt x="1746" y="4560"/>
                    <a:pt x="923" y="3737"/>
                    <a:pt x="923" y="2731"/>
                  </a:cubicBezTo>
                  <a:cubicBezTo>
                    <a:pt x="923" y="1726"/>
                    <a:pt x="1746" y="922"/>
                    <a:pt x="2751" y="922"/>
                  </a:cubicBezTo>
                  <a:close/>
                  <a:moveTo>
                    <a:pt x="2751" y="0"/>
                  </a:moveTo>
                  <a:cubicBezTo>
                    <a:pt x="1233" y="0"/>
                    <a:pt x="1" y="1208"/>
                    <a:pt x="1" y="2731"/>
                  </a:cubicBezTo>
                  <a:cubicBezTo>
                    <a:pt x="1" y="4249"/>
                    <a:pt x="1233" y="5482"/>
                    <a:pt x="2751" y="5482"/>
                  </a:cubicBezTo>
                  <a:cubicBezTo>
                    <a:pt x="4250" y="5482"/>
                    <a:pt x="5482" y="4249"/>
                    <a:pt x="5482" y="2731"/>
                  </a:cubicBezTo>
                  <a:cubicBezTo>
                    <a:pt x="5482" y="1208"/>
                    <a:pt x="4250" y="0"/>
                    <a:pt x="27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7"/>
            <p:cNvSpPr/>
            <p:nvPr/>
          </p:nvSpPr>
          <p:spPr>
            <a:xfrm>
              <a:off x="8057497" y="1643194"/>
              <a:ext cx="98276" cy="98169"/>
            </a:xfrm>
            <a:custGeom>
              <a:avLst/>
              <a:gdLst/>
              <a:ahLst/>
              <a:cxnLst/>
              <a:rect l="l" t="t" r="r" b="b"/>
              <a:pathLst>
                <a:path w="5488" h="5482" extrusionOk="0">
                  <a:moveTo>
                    <a:pt x="2751" y="922"/>
                  </a:moveTo>
                  <a:cubicBezTo>
                    <a:pt x="3737" y="922"/>
                    <a:pt x="4560" y="1726"/>
                    <a:pt x="4560" y="2731"/>
                  </a:cubicBezTo>
                  <a:cubicBezTo>
                    <a:pt x="4560" y="3737"/>
                    <a:pt x="3737" y="4560"/>
                    <a:pt x="2751" y="4560"/>
                  </a:cubicBezTo>
                  <a:cubicBezTo>
                    <a:pt x="1746" y="4560"/>
                    <a:pt x="927" y="3737"/>
                    <a:pt x="927" y="2731"/>
                  </a:cubicBezTo>
                  <a:cubicBezTo>
                    <a:pt x="927" y="1726"/>
                    <a:pt x="1746" y="922"/>
                    <a:pt x="2751" y="922"/>
                  </a:cubicBezTo>
                  <a:close/>
                  <a:moveTo>
                    <a:pt x="2751" y="0"/>
                  </a:moveTo>
                  <a:cubicBezTo>
                    <a:pt x="1233" y="0"/>
                    <a:pt x="1" y="1208"/>
                    <a:pt x="1" y="2731"/>
                  </a:cubicBezTo>
                  <a:cubicBezTo>
                    <a:pt x="1" y="4249"/>
                    <a:pt x="1233" y="5482"/>
                    <a:pt x="2751" y="5482"/>
                  </a:cubicBezTo>
                  <a:cubicBezTo>
                    <a:pt x="4255" y="5482"/>
                    <a:pt x="5487" y="4249"/>
                    <a:pt x="5487" y="2731"/>
                  </a:cubicBezTo>
                  <a:cubicBezTo>
                    <a:pt x="5487" y="1208"/>
                    <a:pt x="4255" y="0"/>
                    <a:pt x="27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7"/>
            <p:cNvSpPr/>
            <p:nvPr/>
          </p:nvSpPr>
          <p:spPr>
            <a:xfrm>
              <a:off x="8010454" y="1752142"/>
              <a:ext cx="55531" cy="35564"/>
            </a:xfrm>
            <a:custGeom>
              <a:avLst/>
              <a:gdLst/>
              <a:ahLst/>
              <a:cxnLst/>
              <a:rect l="l" t="t" r="r" b="b"/>
              <a:pathLst>
                <a:path w="3101" h="1986" extrusionOk="0">
                  <a:moveTo>
                    <a:pt x="1551" y="0"/>
                  </a:moveTo>
                  <a:cubicBezTo>
                    <a:pt x="1432" y="0"/>
                    <a:pt x="1314" y="46"/>
                    <a:pt x="1233" y="137"/>
                  </a:cubicBezTo>
                  <a:lnTo>
                    <a:pt x="183" y="1187"/>
                  </a:lnTo>
                  <a:cubicBezTo>
                    <a:pt x="0" y="1370"/>
                    <a:pt x="0" y="1655"/>
                    <a:pt x="183" y="1843"/>
                  </a:cubicBezTo>
                  <a:cubicBezTo>
                    <a:pt x="267" y="1934"/>
                    <a:pt x="385" y="1980"/>
                    <a:pt x="503" y="1980"/>
                  </a:cubicBezTo>
                  <a:cubicBezTo>
                    <a:pt x="620" y="1980"/>
                    <a:pt x="737" y="1934"/>
                    <a:pt x="819" y="1843"/>
                  </a:cubicBezTo>
                  <a:lnTo>
                    <a:pt x="1558" y="1123"/>
                  </a:lnTo>
                  <a:lnTo>
                    <a:pt x="2278" y="1843"/>
                  </a:lnTo>
                  <a:cubicBezTo>
                    <a:pt x="2362" y="1927"/>
                    <a:pt x="2485" y="1986"/>
                    <a:pt x="2608" y="1986"/>
                  </a:cubicBezTo>
                  <a:cubicBezTo>
                    <a:pt x="2712" y="1986"/>
                    <a:pt x="2835" y="1927"/>
                    <a:pt x="2914" y="1843"/>
                  </a:cubicBezTo>
                  <a:cubicBezTo>
                    <a:pt x="3101" y="1655"/>
                    <a:pt x="3101" y="1370"/>
                    <a:pt x="2914" y="1187"/>
                  </a:cubicBezTo>
                  <a:lnTo>
                    <a:pt x="1869" y="137"/>
                  </a:lnTo>
                  <a:cubicBezTo>
                    <a:pt x="1787" y="46"/>
                    <a:pt x="1669" y="0"/>
                    <a:pt x="15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7"/>
            <p:cNvSpPr/>
            <p:nvPr/>
          </p:nvSpPr>
          <p:spPr>
            <a:xfrm>
              <a:off x="7894199" y="1494187"/>
              <a:ext cx="564964" cy="412696"/>
            </a:xfrm>
            <a:custGeom>
              <a:avLst/>
              <a:gdLst/>
              <a:ahLst/>
              <a:cxnLst/>
              <a:rect l="l" t="t" r="r" b="b"/>
              <a:pathLst>
                <a:path w="31549" h="23046" extrusionOk="0">
                  <a:moveTo>
                    <a:pt x="18732" y="1"/>
                  </a:moveTo>
                  <a:cubicBezTo>
                    <a:pt x="17046" y="1"/>
                    <a:pt x="15444" y="720"/>
                    <a:pt x="14335" y="2012"/>
                  </a:cubicBezTo>
                  <a:cubicBezTo>
                    <a:pt x="13679" y="2776"/>
                    <a:pt x="13226" y="3698"/>
                    <a:pt x="13043" y="4684"/>
                  </a:cubicBezTo>
                  <a:lnTo>
                    <a:pt x="7621" y="4684"/>
                  </a:lnTo>
                  <a:cubicBezTo>
                    <a:pt x="3412" y="4684"/>
                    <a:pt x="0" y="8095"/>
                    <a:pt x="0" y="12285"/>
                  </a:cubicBezTo>
                  <a:cubicBezTo>
                    <a:pt x="0" y="13823"/>
                    <a:pt x="454" y="15321"/>
                    <a:pt x="1336" y="16578"/>
                  </a:cubicBezTo>
                  <a:cubicBezTo>
                    <a:pt x="1420" y="16721"/>
                    <a:pt x="1563" y="16780"/>
                    <a:pt x="1706" y="16780"/>
                  </a:cubicBezTo>
                  <a:cubicBezTo>
                    <a:pt x="1809" y="16780"/>
                    <a:pt x="1888" y="16760"/>
                    <a:pt x="1972" y="16701"/>
                  </a:cubicBezTo>
                  <a:cubicBezTo>
                    <a:pt x="2179" y="16553"/>
                    <a:pt x="2238" y="16267"/>
                    <a:pt x="2095" y="16060"/>
                  </a:cubicBezTo>
                  <a:cubicBezTo>
                    <a:pt x="1336" y="14951"/>
                    <a:pt x="927" y="13640"/>
                    <a:pt x="927" y="12285"/>
                  </a:cubicBezTo>
                  <a:cubicBezTo>
                    <a:pt x="927" y="8607"/>
                    <a:pt x="3924" y="5610"/>
                    <a:pt x="7621" y="5610"/>
                  </a:cubicBezTo>
                  <a:lnTo>
                    <a:pt x="13167" y="5610"/>
                  </a:lnTo>
                  <a:cubicBezTo>
                    <a:pt x="13763" y="5610"/>
                    <a:pt x="14379" y="5689"/>
                    <a:pt x="14951" y="5832"/>
                  </a:cubicBezTo>
                  <a:cubicBezTo>
                    <a:pt x="14999" y="5848"/>
                    <a:pt x="15047" y="5856"/>
                    <a:pt x="15094" y="5856"/>
                  </a:cubicBezTo>
                  <a:cubicBezTo>
                    <a:pt x="15288" y="5856"/>
                    <a:pt x="15460" y="5725"/>
                    <a:pt x="15528" y="5526"/>
                  </a:cubicBezTo>
                  <a:cubicBezTo>
                    <a:pt x="15592" y="5280"/>
                    <a:pt x="15444" y="5014"/>
                    <a:pt x="15198" y="4950"/>
                  </a:cubicBezTo>
                  <a:cubicBezTo>
                    <a:pt x="14808" y="4846"/>
                    <a:pt x="14399" y="4767"/>
                    <a:pt x="13990" y="4723"/>
                  </a:cubicBezTo>
                  <a:cubicBezTo>
                    <a:pt x="14153" y="3944"/>
                    <a:pt x="14522" y="3224"/>
                    <a:pt x="15035" y="2608"/>
                  </a:cubicBezTo>
                  <a:cubicBezTo>
                    <a:pt x="15962" y="1544"/>
                    <a:pt x="17317" y="927"/>
                    <a:pt x="18732" y="927"/>
                  </a:cubicBezTo>
                  <a:lnTo>
                    <a:pt x="26437" y="927"/>
                  </a:lnTo>
                  <a:cubicBezTo>
                    <a:pt x="26905" y="927"/>
                    <a:pt x="27299" y="1297"/>
                    <a:pt x="27299" y="1790"/>
                  </a:cubicBezTo>
                  <a:cubicBezTo>
                    <a:pt x="27299" y="2258"/>
                    <a:pt x="26905" y="2653"/>
                    <a:pt x="26437" y="2653"/>
                  </a:cubicBezTo>
                  <a:lnTo>
                    <a:pt x="20497" y="2653"/>
                  </a:lnTo>
                  <a:cubicBezTo>
                    <a:pt x="20230" y="2653"/>
                    <a:pt x="20028" y="2855"/>
                    <a:pt x="20028" y="3101"/>
                  </a:cubicBezTo>
                  <a:cubicBezTo>
                    <a:pt x="20028" y="3348"/>
                    <a:pt x="20230" y="3574"/>
                    <a:pt x="20497" y="3574"/>
                  </a:cubicBezTo>
                  <a:lnTo>
                    <a:pt x="24894" y="3574"/>
                  </a:lnTo>
                  <a:cubicBezTo>
                    <a:pt x="25367" y="3574"/>
                    <a:pt x="25756" y="3944"/>
                    <a:pt x="25756" y="4437"/>
                  </a:cubicBezTo>
                  <a:cubicBezTo>
                    <a:pt x="25756" y="4521"/>
                    <a:pt x="25737" y="4600"/>
                    <a:pt x="25717" y="4684"/>
                  </a:cubicBezTo>
                  <a:lnTo>
                    <a:pt x="22059" y="4684"/>
                  </a:lnTo>
                  <a:cubicBezTo>
                    <a:pt x="20497" y="4684"/>
                    <a:pt x="19043" y="5300"/>
                    <a:pt x="17953" y="6389"/>
                  </a:cubicBezTo>
                  <a:cubicBezTo>
                    <a:pt x="17662" y="6143"/>
                    <a:pt x="17357" y="5936"/>
                    <a:pt x="17046" y="5733"/>
                  </a:cubicBezTo>
                  <a:cubicBezTo>
                    <a:pt x="16974" y="5694"/>
                    <a:pt x="16895" y="5675"/>
                    <a:pt x="16817" y="5675"/>
                  </a:cubicBezTo>
                  <a:cubicBezTo>
                    <a:pt x="16653" y="5675"/>
                    <a:pt x="16494" y="5756"/>
                    <a:pt x="16410" y="5896"/>
                  </a:cubicBezTo>
                  <a:cubicBezTo>
                    <a:pt x="16267" y="6123"/>
                    <a:pt x="16351" y="6409"/>
                    <a:pt x="16578" y="6532"/>
                  </a:cubicBezTo>
                  <a:cubicBezTo>
                    <a:pt x="16844" y="6695"/>
                    <a:pt x="17110" y="6882"/>
                    <a:pt x="17357" y="7089"/>
                  </a:cubicBezTo>
                  <a:cubicBezTo>
                    <a:pt x="16824" y="7868"/>
                    <a:pt x="16533" y="8790"/>
                    <a:pt x="16533" y="9756"/>
                  </a:cubicBezTo>
                  <a:lnTo>
                    <a:pt x="16533" y="10436"/>
                  </a:lnTo>
                  <a:cubicBezTo>
                    <a:pt x="16533" y="10683"/>
                    <a:pt x="16740" y="10909"/>
                    <a:pt x="17007" y="10909"/>
                  </a:cubicBezTo>
                  <a:cubicBezTo>
                    <a:pt x="17253" y="10909"/>
                    <a:pt x="17460" y="10683"/>
                    <a:pt x="17460" y="10436"/>
                  </a:cubicBezTo>
                  <a:lnTo>
                    <a:pt x="17460" y="9756"/>
                  </a:lnTo>
                  <a:cubicBezTo>
                    <a:pt x="17460" y="8854"/>
                    <a:pt x="17766" y="7991"/>
                    <a:pt x="18343" y="7336"/>
                  </a:cubicBezTo>
                  <a:lnTo>
                    <a:pt x="18343" y="7311"/>
                  </a:lnTo>
                  <a:cubicBezTo>
                    <a:pt x="19264" y="6226"/>
                    <a:pt x="20620" y="5610"/>
                    <a:pt x="22059" y="5610"/>
                  </a:cubicBezTo>
                  <a:lnTo>
                    <a:pt x="29764" y="5610"/>
                  </a:lnTo>
                  <a:cubicBezTo>
                    <a:pt x="30232" y="5610"/>
                    <a:pt x="30626" y="5980"/>
                    <a:pt x="30626" y="6473"/>
                  </a:cubicBezTo>
                  <a:cubicBezTo>
                    <a:pt x="30626" y="6941"/>
                    <a:pt x="30232" y="7336"/>
                    <a:pt x="29764" y="7336"/>
                  </a:cubicBezTo>
                  <a:lnTo>
                    <a:pt x="24810" y="7336"/>
                  </a:lnTo>
                  <a:cubicBezTo>
                    <a:pt x="24544" y="7336"/>
                    <a:pt x="24342" y="7538"/>
                    <a:pt x="24342" y="7784"/>
                  </a:cubicBezTo>
                  <a:cubicBezTo>
                    <a:pt x="24342" y="8031"/>
                    <a:pt x="24544" y="8257"/>
                    <a:pt x="24810" y="8257"/>
                  </a:cubicBezTo>
                  <a:lnTo>
                    <a:pt x="28221" y="8257"/>
                  </a:lnTo>
                  <a:cubicBezTo>
                    <a:pt x="28694" y="8257"/>
                    <a:pt x="29084" y="8627"/>
                    <a:pt x="29084" y="9120"/>
                  </a:cubicBezTo>
                  <a:cubicBezTo>
                    <a:pt x="29084" y="9593"/>
                    <a:pt x="28694" y="9983"/>
                    <a:pt x="28221" y="9983"/>
                  </a:cubicBezTo>
                  <a:lnTo>
                    <a:pt x="23208" y="9983"/>
                  </a:lnTo>
                  <a:cubicBezTo>
                    <a:pt x="22942" y="9983"/>
                    <a:pt x="22740" y="10190"/>
                    <a:pt x="22740" y="10436"/>
                  </a:cubicBezTo>
                  <a:cubicBezTo>
                    <a:pt x="22740" y="10683"/>
                    <a:pt x="22942" y="10909"/>
                    <a:pt x="23208" y="10909"/>
                  </a:cubicBezTo>
                  <a:lnTo>
                    <a:pt x="26003" y="10909"/>
                  </a:lnTo>
                  <a:cubicBezTo>
                    <a:pt x="26476" y="10909"/>
                    <a:pt x="26865" y="11279"/>
                    <a:pt x="26865" y="11772"/>
                  </a:cubicBezTo>
                  <a:cubicBezTo>
                    <a:pt x="26865" y="12240"/>
                    <a:pt x="26476" y="12635"/>
                    <a:pt x="26003" y="12635"/>
                  </a:cubicBezTo>
                  <a:lnTo>
                    <a:pt x="18278" y="12635"/>
                  </a:lnTo>
                  <a:cubicBezTo>
                    <a:pt x="18012" y="12635"/>
                    <a:pt x="17810" y="12837"/>
                    <a:pt x="17810" y="13083"/>
                  </a:cubicBezTo>
                  <a:cubicBezTo>
                    <a:pt x="17810" y="13330"/>
                    <a:pt x="18012" y="13556"/>
                    <a:pt x="18278" y="13556"/>
                  </a:cubicBezTo>
                  <a:lnTo>
                    <a:pt x="19718" y="13556"/>
                  </a:lnTo>
                  <a:cubicBezTo>
                    <a:pt x="19121" y="16677"/>
                    <a:pt x="16391" y="18979"/>
                    <a:pt x="13167" y="18979"/>
                  </a:cubicBezTo>
                  <a:lnTo>
                    <a:pt x="11565" y="18979"/>
                  </a:lnTo>
                  <a:cubicBezTo>
                    <a:pt x="11298" y="18979"/>
                    <a:pt x="11091" y="19186"/>
                    <a:pt x="11091" y="19432"/>
                  </a:cubicBezTo>
                  <a:cubicBezTo>
                    <a:pt x="11091" y="19679"/>
                    <a:pt x="11298" y="19905"/>
                    <a:pt x="11565" y="19905"/>
                  </a:cubicBezTo>
                  <a:lnTo>
                    <a:pt x="12324" y="19905"/>
                  </a:lnTo>
                  <a:lnTo>
                    <a:pt x="12324" y="20334"/>
                  </a:lnTo>
                  <a:cubicBezTo>
                    <a:pt x="12324" y="21261"/>
                    <a:pt x="11624" y="22020"/>
                    <a:pt x="10722" y="22099"/>
                  </a:cubicBezTo>
                  <a:lnTo>
                    <a:pt x="10722" y="20970"/>
                  </a:lnTo>
                  <a:cubicBezTo>
                    <a:pt x="10722" y="20724"/>
                    <a:pt x="10515" y="20522"/>
                    <a:pt x="10268" y="20522"/>
                  </a:cubicBezTo>
                  <a:cubicBezTo>
                    <a:pt x="10002" y="20522"/>
                    <a:pt x="9800" y="20724"/>
                    <a:pt x="9800" y="20970"/>
                  </a:cubicBezTo>
                  <a:lnTo>
                    <a:pt x="9800" y="22124"/>
                  </a:lnTo>
                  <a:lnTo>
                    <a:pt x="8913" y="22124"/>
                  </a:lnTo>
                  <a:lnTo>
                    <a:pt x="8913" y="20970"/>
                  </a:lnTo>
                  <a:cubicBezTo>
                    <a:pt x="8913" y="20724"/>
                    <a:pt x="8711" y="20522"/>
                    <a:pt x="8464" y="20522"/>
                  </a:cubicBezTo>
                  <a:cubicBezTo>
                    <a:pt x="8218" y="20522"/>
                    <a:pt x="7991" y="20724"/>
                    <a:pt x="7991" y="20970"/>
                  </a:cubicBezTo>
                  <a:lnTo>
                    <a:pt x="7991" y="22124"/>
                  </a:lnTo>
                  <a:lnTo>
                    <a:pt x="7128" y="22124"/>
                  </a:lnTo>
                  <a:lnTo>
                    <a:pt x="7128" y="20970"/>
                  </a:lnTo>
                  <a:cubicBezTo>
                    <a:pt x="7128" y="20724"/>
                    <a:pt x="6921" y="20522"/>
                    <a:pt x="6655" y="20522"/>
                  </a:cubicBezTo>
                  <a:cubicBezTo>
                    <a:pt x="6409" y="20522"/>
                    <a:pt x="6202" y="20724"/>
                    <a:pt x="6202" y="20970"/>
                  </a:cubicBezTo>
                  <a:lnTo>
                    <a:pt x="6202" y="22079"/>
                  </a:lnTo>
                  <a:cubicBezTo>
                    <a:pt x="5403" y="21897"/>
                    <a:pt x="4807" y="21197"/>
                    <a:pt x="4807" y="20334"/>
                  </a:cubicBezTo>
                  <a:lnTo>
                    <a:pt x="4807" y="18648"/>
                  </a:lnTo>
                  <a:cubicBezTo>
                    <a:pt x="4807" y="18466"/>
                    <a:pt x="4703" y="18323"/>
                    <a:pt x="4560" y="18239"/>
                  </a:cubicBezTo>
                  <a:cubicBezTo>
                    <a:pt x="4087" y="17993"/>
                    <a:pt x="3658" y="17707"/>
                    <a:pt x="3244" y="17357"/>
                  </a:cubicBezTo>
                  <a:cubicBezTo>
                    <a:pt x="3161" y="17282"/>
                    <a:pt x="3055" y="17246"/>
                    <a:pt x="2948" y="17246"/>
                  </a:cubicBezTo>
                  <a:cubicBezTo>
                    <a:pt x="2821" y="17246"/>
                    <a:pt x="2690" y="17297"/>
                    <a:pt x="2588" y="17396"/>
                  </a:cubicBezTo>
                  <a:cubicBezTo>
                    <a:pt x="2426" y="17603"/>
                    <a:pt x="2445" y="17889"/>
                    <a:pt x="2652" y="18057"/>
                  </a:cubicBezTo>
                  <a:cubicBezTo>
                    <a:pt x="3022" y="18382"/>
                    <a:pt x="3451" y="18673"/>
                    <a:pt x="3885" y="18919"/>
                  </a:cubicBezTo>
                  <a:lnTo>
                    <a:pt x="3885" y="20334"/>
                  </a:lnTo>
                  <a:cubicBezTo>
                    <a:pt x="3885" y="21833"/>
                    <a:pt x="5092" y="23045"/>
                    <a:pt x="6571" y="23045"/>
                  </a:cubicBezTo>
                  <a:lnTo>
                    <a:pt x="10559" y="23045"/>
                  </a:lnTo>
                  <a:cubicBezTo>
                    <a:pt x="12038" y="23045"/>
                    <a:pt x="13251" y="21833"/>
                    <a:pt x="13251" y="20334"/>
                  </a:cubicBezTo>
                  <a:lnTo>
                    <a:pt x="13251" y="19905"/>
                  </a:lnTo>
                  <a:cubicBezTo>
                    <a:pt x="16948" y="19841"/>
                    <a:pt x="20068" y="17170"/>
                    <a:pt x="20664" y="13556"/>
                  </a:cubicBezTo>
                  <a:lnTo>
                    <a:pt x="26003" y="13556"/>
                  </a:lnTo>
                  <a:cubicBezTo>
                    <a:pt x="26989" y="13556"/>
                    <a:pt x="27792" y="12758"/>
                    <a:pt x="27792" y="11772"/>
                  </a:cubicBezTo>
                  <a:cubicBezTo>
                    <a:pt x="27792" y="11442"/>
                    <a:pt x="27708" y="11156"/>
                    <a:pt x="27565" y="10909"/>
                  </a:cubicBezTo>
                  <a:lnTo>
                    <a:pt x="28221" y="10909"/>
                  </a:lnTo>
                  <a:cubicBezTo>
                    <a:pt x="29207" y="10909"/>
                    <a:pt x="30010" y="10106"/>
                    <a:pt x="30010" y="9120"/>
                  </a:cubicBezTo>
                  <a:cubicBezTo>
                    <a:pt x="30010" y="8790"/>
                    <a:pt x="29927" y="8504"/>
                    <a:pt x="29784" y="8257"/>
                  </a:cubicBezTo>
                  <a:cubicBezTo>
                    <a:pt x="30769" y="8238"/>
                    <a:pt x="31548" y="7434"/>
                    <a:pt x="31548" y="6473"/>
                  </a:cubicBezTo>
                  <a:cubicBezTo>
                    <a:pt x="31548" y="5487"/>
                    <a:pt x="30750" y="4684"/>
                    <a:pt x="29764" y="4684"/>
                  </a:cubicBezTo>
                  <a:lnTo>
                    <a:pt x="26658" y="4684"/>
                  </a:lnTo>
                  <a:cubicBezTo>
                    <a:pt x="26683" y="4600"/>
                    <a:pt x="26683" y="4521"/>
                    <a:pt x="26683" y="4437"/>
                  </a:cubicBezTo>
                  <a:cubicBezTo>
                    <a:pt x="26683" y="4107"/>
                    <a:pt x="26599" y="3821"/>
                    <a:pt x="26456" y="3574"/>
                  </a:cubicBezTo>
                  <a:cubicBezTo>
                    <a:pt x="27442" y="3555"/>
                    <a:pt x="28221" y="2751"/>
                    <a:pt x="28221" y="1790"/>
                  </a:cubicBezTo>
                  <a:cubicBezTo>
                    <a:pt x="28221" y="804"/>
                    <a:pt x="27422" y="1"/>
                    <a:pt x="2643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1E3ED5D2-74A9-FCE0-33E6-0A00EB6F5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852B9FC-E00C-92D2-2CB8-35E91D66FBEE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38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sp>
        <p:nvSpPr>
          <p:cNvPr id="1773" name="Google Shape;1773;p38"/>
          <p:cNvSpPr/>
          <p:nvPr/>
        </p:nvSpPr>
        <p:spPr>
          <a:xfrm>
            <a:off x="1599938" y="1453938"/>
            <a:ext cx="1171500" cy="1171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4" name="Google Shape;1774;p38"/>
          <p:cNvSpPr/>
          <p:nvPr/>
        </p:nvSpPr>
        <p:spPr>
          <a:xfrm>
            <a:off x="1599950" y="1453938"/>
            <a:ext cx="1171500" cy="1171500"/>
          </a:xfrm>
          <a:prstGeom prst="pie">
            <a:avLst>
              <a:gd name="adj1" fmla="val 16261269"/>
              <a:gd name="adj2" fmla="val 397327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5" name="Google Shape;1775;p38"/>
          <p:cNvSpPr/>
          <p:nvPr/>
        </p:nvSpPr>
        <p:spPr>
          <a:xfrm>
            <a:off x="6372513" y="1453938"/>
            <a:ext cx="1171500" cy="1171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6" name="Google Shape;1776;p38"/>
          <p:cNvSpPr/>
          <p:nvPr/>
        </p:nvSpPr>
        <p:spPr>
          <a:xfrm>
            <a:off x="6372525" y="1453938"/>
            <a:ext cx="1171500" cy="1171500"/>
          </a:xfrm>
          <a:prstGeom prst="pie">
            <a:avLst>
              <a:gd name="adj1" fmla="val 16261269"/>
              <a:gd name="adj2" fmla="val 696152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7" name="Google Shape;1777;p38"/>
          <p:cNvGrpSpPr/>
          <p:nvPr/>
        </p:nvGrpSpPr>
        <p:grpSpPr>
          <a:xfrm>
            <a:off x="1024250" y="2873275"/>
            <a:ext cx="2322900" cy="1484325"/>
            <a:chOff x="1024250" y="2873275"/>
            <a:chExt cx="2322900" cy="1484325"/>
          </a:xfrm>
        </p:grpSpPr>
        <p:sp>
          <p:nvSpPr>
            <p:cNvPr id="1778" name="Google Shape;1778;p38"/>
            <p:cNvSpPr txBox="1"/>
            <p:nvPr/>
          </p:nvSpPr>
          <p:spPr>
            <a:xfrm>
              <a:off x="1599975" y="2873275"/>
              <a:ext cx="1171500" cy="38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45%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779" name="Google Shape;1779;p38"/>
            <p:cNvSpPr txBox="1"/>
            <p:nvPr/>
          </p:nvSpPr>
          <p:spPr>
            <a:xfrm>
              <a:off x="1024250" y="3378400"/>
              <a:ext cx="23229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Asian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780" name="Google Shape;1780;p38"/>
            <p:cNvSpPr txBox="1"/>
            <p:nvPr/>
          </p:nvSpPr>
          <p:spPr>
            <a:xfrm>
              <a:off x="1024250" y="3557800"/>
              <a:ext cx="2322900" cy="79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Venus has a very beautiful name but is terribly hot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781" name="Google Shape;1781;p38"/>
          <p:cNvGrpSpPr/>
          <p:nvPr/>
        </p:nvGrpSpPr>
        <p:grpSpPr>
          <a:xfrm>
            <a:off x="3410550" y="1639800"/>
            <a:ext cx="2322900" cy="1447200"/>
            <a:chOff x="3410550" y="1716000"/>
            <a:chExt cx="2322900" cy="1447200"/>
          </a:xfrm>
        </p:grpSpPr>
        <p:sp>
          <p:nvSpPr>
            <p:cNvPr id="1782" name="Google Shape;1782;p38"/>
            <p:cNvSpPr txBox="1"/>
            <p:nvPr/>
          </p:nvSpPr>
          <p:spPr>
            <a:xfrm>
              <a:off x="3410550" y="1716000"/>
              <a:ext cx="2322900" cy="79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Gaming week!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783" name="Google Shape;1783;p38"/>
            <p:cNvSpPr txBox="1"/>
            <p:nvPr/>
          </p:nvSpPr>
          <p:spPr>
            <a:xfrm>
              <a:off x="3410550" y="2363400"/>
              <a:ext cx="2322900" cy="79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a huge gas giant named after the roman god of thunder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784" name="Google Shape;1784;p38"/>
          <p:cNvGrpSpPr/>
          <p:nvPr/>
        </p:nvGrpSpPr>
        <p:grpSpPr>
          <a:xfrm>
            <a:off x="5796850" y="2873275"/>
            <a:ext cx="2322900" cy="1484325"/>
            <a:chOff x="5796850" y="2873275"/>
            <a:chExt cx="2322900" cy="1484325"/>
          </a:xfrm>
        </p:grpSpPr>
        <p:sp>
          <p:nvSpPr>
            <p:cNvPr id="1785" name="Google Shape;1785;p38"/>
            <p:cNvSpPr txBox="1"/>
            <p:nvPr/>
          </p:nvSpPr>
          <p:spPr>
            <a:xfrm>
              <a:off x="5796850" y="3378400"/>
              <a:ext cx="23229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Hispanic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786" name="Google Shape;1786;p38"/>
            <p:cNvSpPr txBox="1"/>
            <p:nvPr/>
          </p:nvSpPr>
          <p:spPr>
            <a:xfrm>
              <a:off x="5796850" y="3557800"/>
              <a:ext cx="2322900" cy="79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Earth is the only planet that harbors life in the Solar System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787" name="Google Shape;1787;p38"/>
            <p:cNvSpPr txBox="1"/>
            <p:nvPr/>
          </p:nvSpPr>
          <p:spPr>
            <a:xfrm>
              <a:off x="6372500" y="2873275"/>
              <a:ext cx="1171500" cy="38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55%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cxnSp>
        <p:nvCxnSpPr>
          <p:cNvPr id="1788" name="Google Shape;1788;p38"/>
          <p:cNvCxnSpPr>
            <a:stCxn id="1774" idx="0"/>
            <a:endCxn id="1782" idx="1"/>
          </p:cNvCxnSpPr>
          <p:nvPr/>
        </p:nvCxnSpPr>
        <p:spPr>
          <a:xfrm>
            <a:off x="2771450" y="2039688"/>
            <a:ext cx="639000" cy="600"/>
          </a:xfrm>
          <a:prstGeom prst="bentConnector3">
            <a:avLst>
              <a:gd name="adj1" fmla="val 50012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9" name="Google Shape;1789;p38"/>
          <p:cNvCxnSpPr>
            <a:stCxn id="1782" idx="3"/>
            <a:endCxn id="1775" idx="2"/>
          </p:cNvCxnSpPr>
          <p:nvPr/>
        </p:nvCxnSpPr>
        <p:spPr>
          <a:xfrm>
            <a:off x="5733450" y="2039700"/>
            <a:ext cx="639000" cy="600"/>
          </a:xfrm>
          <a:prstGeom prst="bentConnector3">
            <a:avLst>
              <a:gd name="adj1" fmla="val 50005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6292F0B5-A6C9-860A-ED91-8C9DD504A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C939123-E5F8-63E4-E2FE-75E6D74C9AF1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39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1795" name="Google Shape;1795;p39"/>
          <p:cNvGrpSpPr/>
          <p:nvPr/>
        </p:nvGrpSpPr>
        <p:grpSpPr>
          <a:xfrm>
            <a:off x="3850538" y="1371475"/>
            <a:ext cx="4275538" cy="1467204"/>
            <a:chOff x="3850538" y="1371475"/>
            <a:chExt cx="4275538" cy="1467204"/>
          </a:xfrm>
        </p:grpSpPr>
        <p:sp>
          <p:nvSpPr>
            <p:cNvPr id="1796" name="Google Shape;1796;p39"/>
            <p:cNvSpPr/>
            <p:nvPr/>
          </p:nvSpPr>
          <p:spPr>
            <a:xfrm>
              <a:off x="3850538" y="1876275"/>
              <a:ext cx="2217000" cy="4572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Platforms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797" name="Google Shape;1797;p39"/>
            <p:cNvSpPr txBox="1"/>
            <p:nvPr/>
          </p:nvSpPr>
          <p:spPr>
            <a:xfrm>
              <a:off x="6359076" y="2284579"/>
              <a:ext cx="1767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the biggest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798" name="Google Shape;1798;p39"/>
            <p:cNvSpPr txBox="1"/>
            <p:nvPr/>
          </p:nvSpPr>
          <p:spPr>
            <a:xfrm>
              <a:off x="6359076" y="1371475"/>
              <a:ext cx="1767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Neptune is the farthest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799" name="Google Shape;1799;p39"/>
          <p:cNvGrpSpPr/>
          <p:nvPr/>
        </p:nvGrpSpPr>
        <p:grpSpPr>
          <a:xfrm>
            <a:off x="3850538" y="3045034"/>
            <a:ext cx="4275538" cy="1464991"/>
            <a:chOff x="3850538" y="3045034"/>
            <a:chExt cx="4275538" cy="1464991"/>
          </a:xfrm>
        </p:grpSpPr>
        <p:sp>
          <p:nvSpPr>
            <p:cNvPr id="1800" name="Google Shape;1800;p39"/>
            <p:cNvSpPr/>
            <p:nvPr/>
          </p:nvSpPr>
          <p:spPr>
            <a:xfrm>
              <a:off x="3850538" y="3548925"/>
              <a:ext cx="2217000" cy="4572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Adventures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801" name="Google Shape;1801;p39"/>
            <p:cNvSpPr txBox="1"/>
            <p:nvPr/>
          </p:nvSpPr>
          <p:spPr>
            <a:xfrm>
              <a:off x="6359075" y="3045034"/>
              <a:ext cx="1767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smallest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802" name="Google Shape;1802;p39"/>
            <p:cNvSpPr txBox="1"/>
            <p:nvPr/>
          </p:nvSpPr>
          <p:spPr>
            <a:xfrm>
              <a:off x="6359076" y="3955925"/>
              <a:ext cx="1767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Venus has a beautiful name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1803" name="Google Shape;1803;p39"/>
          <p:cNvSpPr/>
          <p:nvPr/>
        </p:nvSpPr>
        <p:spPr>
          <a:xfrm>
            <a:off x="1018025" y="2788750"/>
            <a:ext cx="1767000" cy="4572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Gaming</a:t>
            </a:r>
            <a:endParaRPr sz="1600">
              <a:solidFill>
                <a:schemeClr val="accent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cxnSp>
        <p:nvCxnSpPr>
          <p:cNvPr id="1804" name="Google Shape;1804;p39"/>
          <p:cNvCxnSpPr>
            <a:stCxn id="1803" idx="0"/>
            <a:endCxn id="1796" idx="1"/>
          </p:cNvCxnSpPr>
          <p:nvPr/>
        </p:nvCxnSpPr>
        <p:spPr>
          <a:xfrm rot="-5400000">
            <a:off x="2534075" y="1472200"/>
            <a:ext cx="684000" cy="19491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5" name="Google Shape;1805;p39"/>
          <p:cNvCxnSpPr>
            <a:stCxn id="1803" idx="2"/>
            <a:endCxn id="1800" idx="1"/>
          </p:cNvCxnSpPr>
          <p:nvPr/>
        </p:nvCxnSpPr>
        <p:spPr>
          <a:xfrm rot="-5400000" flipH="1">
            <a:off x="2610275" y="2537200"/>
            <a:ext cx="531600" cy="19491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6" name="Google Shape;1806;p39"/>
          <p:cNvCxnSpPr>
            <a:stCxn id="1796" idx="0"/>
            <a:endCxn id="1798" idx="1"/>
          </p:cNvCxnSpPr>
          <p:nvPr/>
        </p:nvCxnSpPr>
        <p:spPr>
          <a:xfrm rot="-5400000">
            <a:off x="5545238" y="1062375"/>
            <a:ext cx="227700" cy="14001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7" name="Google Shape;1807;p39"/>
          <p:cNvCxnSpPr>
            <a:stCxn id="1796" idx="2"/>
            <a:endCxn id="1797" idx="1"/>
          </p:cNvCxnSpPr>
          <p:nvPr/>
        </p:nvCxnSpPr>
        <p:spPr>
          <a:xfrm rot="-5400000" flipH="1">
            <a:off x="5544938" y="1747575"/>
            <a:ext cx="228300" cy="14001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8" name="Google Shape;1808;p39"/>
          <p:cNvCxnSpPr>
            <a:stCxn id="1800" idx="0"/>
            <a:endCxn id="1801" idx="1"/>
          </p:cNvCxnSpPr>
          <p:nvPr/>
        </p:nvCxnSpPr>
        <p:spPr>
          <a:xfrm rot="-5400000">
            <a:off x="5545688" y="2735475"/>
            <a:ext cx="226800" cy="14001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9" name="Google Shape;1809;p39"/>
          <p:cNvCxnSpPr>
            <a:stCxn id="1800" idx="2"/>
            <a:endCxn id="1802" idx="1"/>
          </p:cNvCxnSpPr>
          <p:nvPr/>
        </p:nvCxnSpPr>
        <p:spPr>
          <a:xfrm rot="-5400000" flipH="1">
            <a:off x="5545688" y="3419475"/>
            <a:ext cx="226800" cy="14001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0" name="Google Shape;1810;p39"/>
          <p:cNvSpPr/>
          <p:nvPr/>
        </p:nvSpPr>
        <p:spPr>
          <a:xfrm>
            <a:off x="2687200" y="1668972"/>
            <a:ext cx="871800" cy="871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1" name="Google Shape;1811;p39"/>
          <p:cNvSpPr/>
          <p:nvPr/>
        </p:nvSpPr>
        <p:spPr>
          <a:xfrm>
            <a:off x="2687200" y="3341622"/>
            <a:ext cx="871800" cy="871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2" name="Google Shape;1812;p39"/>
          <p:cNvGrpSpPr/>
          <p:nvPr/>
        </p:nvGrpSpPr>
        <p:grpSpPr>
          <a:xfrm>
            <a:off x="2956698" y="3571564"/>
            <a:ext cx="332824" cy="411929"/>
            <a:chOff x="1062384" y="3632803"/>
            <a:chExt cx="444714" cy="550413"/>
          </a:xfrm>
        </p:grpSpPr>
        <p:sp>
          <p:nvSpPr>
            <p:cNvPr id="1813" name="Google Shape;1813;p39"/>
            <p:cNvSpPr/>
            <p:nvPr/>
          </p:nvSpPr>
          <p:spPr>
            <a:xfrm>
              <a:off x="1070940" y="4013173"/>
              <a:ext cx="129761" cy="161844"/>
            </a:xfrm>
            <a:custGeom>
              <a:avLst/>
              <a:gdLst/>
              <a:ahLst/>
              <a:cxnLst/>
              <a:rect l="l" t="t" r="r" b="b"/>
              <a:pathLst>
                <a:path w="364" h="454" extrusionOk="0">
                  <a:moveTo>
                    <a:pt x="267" y="0"/>
                  </a:moveTo>
                  <a:cubicBezTo>
                    <a:pt x="245" y="28"/>
                    <a:pt x="245" y="28"/>
                    <a:pt x="245" y="28"/>
                  </a:cubicBezTo>
                  <a:cubicBezTo>
                    <a:pt x="6" y="338"/>
                    <a:pt x="6" y="338"/>
                    <a:pt x="6" y="338"/>
                  </a:cubicBezTo>
                  <a:cubicBezTo>
                    <a:pt x="0" y="346"/>
                    <a:pt x="0" y="346"/>
                    <a:pt x="0" y="346"/>
                  </a:cubicBezTo>
                  <a:cubicBezTo>
                    <a:pt x="12" y="450"/>
                    <a:pt x="12" y="450"/>
                    <a:pt x="12" y="450"/>
                  </a:cubicBezTo>
                  <a:cubicBezTo>
                    <a:pt x="12" y="452"/>
                    <a:pt x="14" y="454"/>
                    <a:pt x="17" y="454"/>
                  </a:cubicBezTo>
                  <a:cubicBezTo>
                    <a:pt x="121" y="440"/>
                    <a:pt x="121" y="440"/>
                    <a:pt x="121" y="440"/>
                  </a:cubicBezTo>
                  <a:cubicBezTo>
                    <a:pt x="128" y="430"/>
                    <a:pt x="128" y="430"/>
                    <a:pt x="128" y="430"/>
                  </a:cubicBezTo>
                  <a:cubicBezTo>
                    <a:pt x="351" y="142"/>
                    <a:pt x="351" y="142"/>
                    <a:pt x="351" y="142"/>
                  </a:cubicBezTo>
                  <a:cubicBezTo>
                    <a:pt x="364" y="115"/>
                    <a:pt x="364" y="115"/>
                    <a:pt x="364" y="115"/>
                  </a:cubicBezTo>
                  <a:lnTo>
                    <a:pt x="267" y="0"/>
                  </a:lnTo>
                  <a:close/>
                  <a:moveTo>
                    <a:pt x="267" y="0"/>
                  </a:moveTo>
                  <a:cubicBezTo>
                    <a:pt x="267" y="0"/>
                    <a:pt x="267" y="0"/>
                    <a:pt x="267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39"/>
            <p:cNvSpPr/>
            <p:nvPr/>
          </p:nvSpPr>
          <p:spPr>
            <a:xfrm>
              <a:off x="1095181" y="3672729"/>
              <a:ext cx="117997" cy="113362"/>
            </a:xfrm>
            <a:custGeom>
              <a:avLst/>
              <a:gdLst/>
              <a:ahLst/>
              <a:cxnLst/>
              <a:rect l="l" t="t" r="r" b="b"/>
              <a:pathLst>
                <a:path w="662" h="636" extrusionOk="0">
                  <a:moveTo>
                    <a:pt x="270" y="0"/>
                  </a:moveTo>
                  <a:lnTo>
                    <a:pt x="0" y="198"/>
                  </a:lnTo>
                  <a:lnTo>
                    <a:pt x="12" y="216"/>
                  </a:lnTo>
                  <a:lnTo>
                    <a:pt x="302" y="590"/>
                  </a:lnTo>
                  <a:lnTo>
                    <a:pt x="302" y="590"/>
                  </a:lnTo>
                  <a:lnTo>
                    <a:pt x="302" y="590"/>
                  </a:lnTo>
                  <a:lnTo>
                    <a:pt x="306" y="636"/>
                  </a:lnTo>
                  <a:lnTo>
                    <a:pt x="662" y="598"/>
                  </a:lnTo>
                  <a:lnTo>
                    <a:pt x="662" y="506"/>
                  </a:lnTo>
                  <a:lnTo>
                    <a:pt x="270" y="0"/>
                  </a:lnTo>
                  <a:close/>
                  <a:moveTo>
                    <a:pt x="270" y="0"/>
                  </a:moveTo>
                  <a:lnTo>
                    <a:pt x="270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5" name="Google Shape;1815;p39"/>
            <p:cNvSpPr/>
            <p:nvPr/>
          </p:nvSpPr>
          <p:spPr>
            <a:xfrm>
              <a:off x="1095181" y="3672729"/>
              <a:ext cx="117997" cy="113362"/>
            </a:xfrm>
            <a:custGeom>
              <a:avLst/>
              <a:gdLst/>
              <a:ahLst/>
              <a:cxnLst/>
              <a:rect l="l" t="t" r="r" b="b"/>
              <a:pathLst>
                <a:path w="662" h="636" extrusionOk="0">
                  <a:moveTo>
                    <a:pt x="270" y="0"/>
                  </a:moveTo>
                  <a:lnTo>
                    <a:pt x="0" y="198"/>
                  </a:lnTo>
                  <a:lnTo>
                    <a:pt x="12" y="216"/>
                  </a:lnTo>
                  <a:lnTo>
                    <a:pt x="302" y="590"/>
                  </a:lnTo>
                  <a:lnTo>
                    <a:pt x="302" y="590"/>
                  </a:lnTo>
                  <a:lnTo>
                    <a:pt x="302" y="590"/>
                  </a:lnTo>
                  <a:lnTo>
                    <a:pt x="306" y="636"/>
                  </a:lnTo>
                  <a:lnTo>
                    <a:pt x="662" y="598"/>
                  </a:lnTo>
                  <a:lnTo>
                    <a:pt x="662" y="506"/>
                  </a:lnTo>
                  <a:lnTo>
                    <a:pt x="270" y="0"/>
                  </a:lnTo>
                  <a:moveTo>
                    <a:pt x="270" y="0"/>
                  </a:moveTo>
                  <a:lnTo>
                    <a:pt x="27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39"/>
            <p:cNvSpPr/>
            <p:nvPr/>
          </p:nvSpPr>
          <p:spPr>
            <a:xfrm>
              <a:off x="1356128" y="3669521"/>
              <a:ext cx="119957" cy="110154"/>
            </a:xfrm>
            <a:custGeom>
              <a:avLst/>
              <a:gdLst/>
              <a:ahLst/>
              <a:cxnLst/>
              <a:rect l="l" t="t" r="r" b="b"/>
              <a:pathLst>
                <a:path w="673" h="618" extrusionOk="0">
                  <a:moveTo>
                    <a:pt x="406" y="0"/>
                  </a:moveTo>
                  <a:lnTo>
                    <a:pt x="0" y="524"/>
                  </a:lnTo>
                  <a:lnTo>
                    <a:pt x="0" y="618"/>
                  </a:lnTo>
                  <a:lnTo>
                    <a:pt x="358" y="618"/>
                  </a:lnTo>
                  <a:lnTo>
                    <a:pt x="360" y="606"/>
                  </a:lnTo>
                  <a:lnTo>
                    <a:pt x="651" y="234"/>
                  </a:lnTo>
                  <a:lnTo>
                    <a:pt x="651" y="234"/>
                  </a:lnTo>
                  <a:lnTo>
                    <a:pt x="673" y="208"/>
                  </a:lnTo>
                  <a:lnTo>
                    <a:pt x="406" y="0"/>
                  </a:lnTo>
                  <a:close/>
                  <a:moveTo>
                    <a:pt x="406" y="0"/>
                  </a:moveTo>
                  <a:lnTo>
                    <a:pt x="406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39"/>
            <p:cNvSpPr/>
            <p:nvPr/>
          </p:nvSpPr>
          <p:spPr>
            <a:xfrm>
              <a:off x="1356128" y="3669521"/>
              <a:ext cx="119957" cy="110154"/>
            </a:xfrm>
            <a:custGeom>
              <a:avLst/>
              <a:gdLst/>
              <a:ahLst/>
              <a:cxnLst/>
              <a:rect l="l" t="t" r="r" b="b"/>
              <a:pathLst>
                <a:path w="673" h="618" extrusionOk="0">
                  <a:moveTo>
                    <a:pt x="406" y="0"/>
                  </a:moveTo>
                  <a:lnTo>
                    <a:pt x="0" y="524"/>
                  </a:lnTo>
                  <a:lnTo>
                    <a:pt x="0" y="618"/>
                  </a:lnTo>
                  <a:lnTo>
                    <a:pt x="358" y="618"/>
                  </a:lnTo>
                  <a:lnTo>
                    <a:pt x="360" y="606"/>
                  </a:lnTo>
                  <a:lnTo>
                    <a:pt x="651" y="234"/>
                  </a:lnTo>
                  <a:lnTo>
                    <a:pt x="651" y="234"/>
                  </a:lnTo>
                  <a:lnTo>
                    <a:pt x="673" y="208"/>
                  </a:lnTo>
                  <a:lnTo>
                    <a:pt x="406" y="0"/>
                  </a:lnTo>
                  <a:moveTo>
                    <a:pt x="406" y="0"/>
                  </a:moveTo>
                  <a:lnTo>
                    <a:pt x="40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39"/>
            <p:cNvSpPr/>
            <p:nvPr/>
          </p:nvSpPr>
          <p:spPr>
            <a:xfrm>
              <a:off x="1419582" y="3641715"/>
              <a:ext cx="80744" cy="72723"/>
            </a:xfrm>
            <a:custGeom>
              <a:avLst/>
              <a:gdLst/>
              <a:ahLst/>
              <a:cxnLst/>
              <a:rect l="l" t="t" r="r" b="b"/>
              <a:pathLst>
                <a:path w="226" h="204" extrusionOk="0">
                  <a:moveTo>
                    <a:pt x="207" y="110"/>
                  </a:moveTo>
                  <a:cubicBezTo>
                    <a:pt x="223" y="122"/>
                    <a:pt x="226" y="145"/>
                    <a:pt x="213" y="162"/>
                  </a:cubicBezTo>
                  <a:cubicBezTo>
                    <a:pt x="195" y="185"/>
                    <a:pt x="195" y="185"/>
                    <a:pt x="195" y="185"/>
                  </a:cubicBezTo>
                  <a:cubicBezTo>
                    <a:pt x="182" y="201"/>
                    <a:pt x="159" y="204"/>
                    <a:pt x="143" y="192"/>
                  </a:cubicBezTo>
                  <a:cubicBezTo>
                    <a:pt x="19" y="95"/>
                    <a:pt x="19" y="95"/>
                    <a:pt x="19" y="95"/>
                  </a:cubicBezTo>
                  <a:cubicBezTo>
                    <a:pt x="2" y="83"/>
                    <a:pt x="0" y="59"/>
                    <a:pt x="12" y="43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43" y="3"/>
                    <a:pt x="66" y="0"/>
                    <a:pt x="83" y="13"/>
                  </a:cubicBezTo>
                  <a:lnTo>
                    <a:pt x="207" y="110"/>
                  </a:lnTo>
                  <a:close/>
                  <a:moveTo>
                    <a:pt x="207" y="110"/>
                  </a:moveTo>
                  <a:cubicBezTo>
                    <a:pt x="207" y="110"/>
                    <a:pt x="207" y="110"/>
                    <a:pt x="207" y="11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39"/>
            <p:cNvSpPr/>
            <p:nvPr/>
          </p:nvSpPr>
          <p:spPr>
            <a:xfrm>
              <a:off x="1069157" y="3641715"/>
              <a:ext cx="80566" cy="72723"/>
            </a:xfrm>
            <a:custGeom>
              <a:avLst/>
              <a:gdLst/>
              <a:ahLst/>
              <a:cxnLst/>
              <a:rect l="l" t="t" r="r" b="b"/>
              <a:pathLst>
                <a:path w="226" h="204" extrusionOk="0">
                  <a:moveTo>
                    <a:pt x="214" y="43"/>
                  </a:moveTo>
                  <a:cubicBezTo>
                    <a:pt x="226" y="59"/>
                    <a:pt x="224" y="83"/>
                    <a:pt x="207" y="95"/>
                  </a:cubicBezTo>
                  <a:cubicBezTo>
                    <a:pt x="83" y="192"/>
                    <a:pt x="83" y="192"/>
                    <a:pt x="83" y="192"/>
                  </a:cubicBezTo>
                  <a:cubicBezTo>
                    <a:pt x="67" y="204"/>
                    <a:pt x="44" y="201"/>
                    <a:pt x="31" y="185"/>
                  </a:cubicBezTo>
                  <a:cubicBezTo>
                    <a:pt x="13" y="162"/>
                    <a:pt x="13" y="162"/>
                    <a:pt x="13" y="162"/>
                  </a:cubicBezTo>
                  <a:cubicBezTo>
                    <a:pt x="0" y="145"/>
                    <a:pt x="3" y="122"/>
                    <a:pt x="19" y="110"/>
                  </a:cubicBezTo>
                  <a:cubicBezTo>
                    <a:pt x="143" y="13"/>
                    <a:pt x="143" y="13"/>
                    <a:pt x="143" y="13"/>
                  </a:cubicBezTo>
                  <a:cubicBezTo>
                    <a:pt x="160" y="0"/>
                    <a:pt x="183" y="3"/>
                    <a:pt x="196" y="20"/>
                  </a:cubicBezTo>
                  <a:lnTo>
                    <a:pt x="214" y="43"/>
                  </a:lnTo>
                  <a:close/>
                  <a:moveTo>
                    <a:pt x="214" y="43"/>
                  </a:moveTo>
                  <a:cubicBezTo>
                    <a:pt x="214" y="43"/>
                    <a:pt x="214" y="43"/>
                    <a:pt x="214" y="43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39"/>
            <p:cNvSpPr/>
            <p:nvPr/>
          </p:nvSpPr>
          <p:spPr>
            <a:xfrm>
              <a:off x="1368605" y="4019589"/>
              <a:ext cx="129939" cy="155427"/>
            </a:xfrm>
            <a:custGeom>
              <a:avLst/>
              <a:gdLst/>
              <a:ahLst/>
              <a:cxnLst/>
              <a:rect l="l" t="t" r="r" b="b"/>
              <a:pathLst>
                <a:path w="364" h="436" extrusionOk="0">
                  <a:moveTo>
                    <a:pt x="358" y="320"/>
                  </a:moveTo>
                  <a:cubicBezTo>
                    <a:pt x="120" y="12"/>
                    <a:pt x="120" y="12"/>
                    <a:pt x="120" y="12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14" y="125"/>
                    <a:pt x="14" y="125"/>
                    <a:pt x="14" y="125"/>
                  </a:cubicBezTo>
                  <a:cubicBezTo>
                    <a:pt x="236" y="412"/>
                    <a:pt x="236" y="412"/>
                    <a:pt x="236" y="412"/>
                  </a:cubicBezTo>
                  <a:cubicBezTo>
                    <a:pt x="243" y="422"/>
                    <a:pt x="243" y="422"/>
                    <a:pt x="243" y="422"/>
                  </a:cubicBezTo>
                  <a:cubicBezTo>
                    <a:pt x="347" y="436"/>
                    <a:pt x="347" y="436"/>
                    <a:pt x="347" y="436"/>
                  </a:cubicBezTo>
                  <a:cubicBezTo>
                    <a:pt x="350" y="436"/>
                    <a:pt x="352" y="434"/>
                    <a:pt x="352" y="432"/>
                  </a:cubicBezTo>
                  <a:cubicBezTo>
                    <a:pt x="364" y="328"/>
                    <a:pt x="364" y="328"/>
                    <a:pt x="364" y="328"/>
                  </a:cubicBezTo>
                  <a:lnTo>
                    <a:pt x="358" y="320"/>
                  </a:lnTo>
                  <a:close/>
                  <a:moveTo>
                    <a:pt x="358" y="320"/>
                  </a:moveTo>
                  <a:cubicBezTo>
                    <a:pt x="358" y="320"/>
                    <a:pt x="358" y="320"/>
                    <a:pt x="358" y="32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39"/>
            <p:cNvSpPr/>
            <p:nvPr/>
          </p:nvSpPr>
          <p:spPr>
            <a:xfrm>
              <a:off x="1452914" y="4133665"/>
              <a:ext cx="45630" cy="41352"/>
            </a:xfrm>
            <a:custGeom>
              <a:avLst/>
              <a:gdLst/>
              <a:ahLst/>
              <a:cxnLst/>
              <a:rect l="l" t="t" r="r" b="b"/>
              <a:pathLst>
                <a:path w="128" h="116" extrusionOk="0">
                  <a:moveTo>
                    <a:pt x="1" y="92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8" y="8"/>
                    <a:pt x="128" y="8"/>
                    <a:pt x="128" y="8"/>
                  </a:cubicBezTo>
                  <a:cubicBezTo>
                    <a:pt x="116" y="112"/>
                    <a:pt x="116" y="112"/>
                    <a:pt x="116" y="112"/>
                  </a:cubicBezTo>
                  <a:cubicBezTo>
                    <a:pt x="116" y="114"/>
                    <a:pt x="114" y="116"/>
                    <a:pt x="111" y="116"/>
                  </a:cubicBezTo>
                  <a:cubicBezTo>
                    <a:pt x="7" y="102"/>
                    <a:pt x="7" y="102"/>
                    <a:pt x="7" y="102"/>
                  </a:cubicBezTo>
                  <a:cubicBezTo>
                    <a:pt x="0" y="92"/>
                    <a:pt x="0" y="92"/>
                    <a:pt x="0" y="92"/>
                  </a:cubicBezTo>
                  <a:lnTo>
                    <a:pt x="1" y="92"/>
                  </a:lnTo>
                  <a:close/>
                  <a:moveTo>
                    <a:pt x="1" y="92"/>
                  </a:moveTo>
                  <a:cubicBezTo>
                    <a:pt x="1" y="92"/>
                    <a:pt x="1" y="92"/>
                    <a:pt x="1" y="92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39"/>
            <p:cNvSpPr/>
            <p:nvPr/>
          </p:nvSpPr>
          <p:spPr>
            <a:xfrm>
              <a:off x="1126908" y="3714082"/>
              <a:ext cx="316380" cy="391064"/>
            </a:xfrm>
            <a:custGeom>
              <a:avLst/>
              <a:gdLst/>
              <a:ahLst/>
              <a:cxnLst/>
              <a:rect l="l" t="t" r="r" b="b"/>
              <a:pathLst>
                <a:path w="887" h="1097" extrusionOk="0">
                  <a:moveTo>
                    <a:pt x="461" y="12"/>
                  </a:moveTo>
                  <a:cubicBezTo>
                    <a:pt x="511" y="69"/>
                    <a:pt x="573" y="110"/>
                    <a:pt x="643" y="137"/>
                  </a:cubicBezTo>
                  <a:cubicBezTo>
                    <a:pt x="698" y="158"/>
                    <a:pt x="759" y="171"/>
                    <a:pt x="824" y="178"/>
                  </a:cubicBezTo>
                  <a:cubicBezTo>
                    <a:pt x="832" y="179"/>
                    <a:pt x="841" y="180"/>
                    <a:pt x="850" y="181"/>
                  </a:cubicBezTo>
                  <a:cubicBezTo>
                    <a:pt x="871" y="182"/>
                    <a:pt x="887" y="200"/>
                    <a:pt x="887" y="221"/>
                  </a:cubicBezTo>
                  <a:cubicBezTo>
                    <a:pt x="887" y="581"/>
                    <a:pt x="887" y="581"/>
                    <a:pt x="887" y="581"/>
                  </a:cubicBezTo>
                  <a:cubicBezTo>
                    <a:pt x="887" y="686"/>
                    <a:pt x="855" y="786"/>
                    <a:pt x="798" y="869"/>
                  </a:cubicBezTo>
                  <a:cubicBezTo>
                    <a:pt x="783" y="890"/>
                    <a:pt x="767" y="911"/>
                    <a:pt x="749" y="930"/>
                  </a:cubicBezTo>
                  <a:cubicBezTo>
                    <a:pt x="731" y="948"/>
                    <a:pt x="712" y="966"/>
                    <a:pt x="692" y="982"/>
                  </a:cubicBezTo>
                  <a:cubicBezTo>
                    <a:pt x="653" y="1012"/>
                    <a:pt x="610" y="1037"/>
                    <a:pt x="562" y="1055"/>
                  </a:cubicBezTo>
                  <a:cubicBezTo>
                    <a:pt x="472" y="1090"/>
                    <a:pt x="472" y="1090"/>
                    <a:pt x="472" y="1090"/>
                  </a:cubicBezTo>
                  <a:cubicBezTo>
                    <a:pt x="454" y="1097"/>
                    <a:pt x="433" y="1097"/>
                    <a:pt x="415" y="1090"/>
                  </a:cubicBezTo>
                  <a:cubicBezTo>
                    <a:pt x="325" y="1055"/>
                    <a:pt x="325" y="1055"/>
                    <a:pt x="325" y="1055"/>
                  </a:cubicBezTo>
                  <a:cubicBezTo>
                    <a:pt x="277" y="1037"/>
                    <a:pt x="233" y="1011"/>
                    <a:pt x="194" y="981"/>
                  </a:cubicBezTo>
                  <a:cubicBezTo>
                    <a:pt x="174" y="965"/>
                    <a:pt x="155" y="947"/>
                    <a:pt x="137" y="928"/>
                  </a:cubicBezTo>
                  <a:cubicBezTo>
                    <a:pt x="119" y="909"/>
                    <a:pt x="103" y="889"/>
                    <a:pt x="88" y="867"/>
                  </a:cubicBezTo>
                  <a:cubicBezTo>
                    <a:pt x="32" y="785"/>
                    <a:pt x="0" y="685"/>
                    <a:pt x="0" y="581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201"/>
                    <a:pt x="16" y="183"/>
                    <a:pt x="38" y="181"/>
                  </a:cubicBezTo>
                  <a:cubicBezTo>
                    <a:pt x="46" y="181"/>
                    <a:pt x="54" y="180"/>
                    <a:pt x="62" y="179"/>
                  </a:cubicBezTo>
                  <a:cubicBezTo>
                    <a:pt x="128" y="173"/>
                    <a:pt x="188" y="159"/>
                    <a:pt x="242" y="137"/>
                  </a:cubicBezTo>
                  <a:cubicBezTo>
                    <a:pt x="312" y="109"/>
                    <a:pt x="372" y="67"/>
                    <a:pt x="422" y="11"/>
                  </a:cubicBezTo>
                  <a:cubicBezTo>
                    <a:pt x="433" y="0"/>
                    <a:pt x="451" y="0"/>
                    <a:pt x="461" y="12"/>
                  </a:cubicBezTo>
                  <a:close/>
                  <a:moveTo>
                    <a:pt x="461" y="12"/>
                  </a:moveTo>
                  <a:cubicBezTo>
                    <a:pt x="461" y="12"/>
                    <a:pt x="461" y="12"/>
                    <a:pt x="461" y="12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39"/>
            <p:cNvSpPr/>
            <p:nvPr/>
          </p:nvSpPr>
          <p:spPr>
            <a:xfrm>
              <a:off x="1070940" y="4133665"/>
              <a:ext cx="45630" cy="41352"/>
            </a:xfrm>
            <a:custGeom>
              <a:avLst/>
              <a:gdLst/>
              <a:ahLst/>
              <a:cxnLst/>
              <a:rect l="l" t="t" r="r" b="b"/>
              <a:pathLst>
                <a:path w="128" h="116" extrusionOk="0">
                  <a:moveTo>
                    <a:pt x="127" y="92"/>
                  </a:moveTo>
                  <a:cubicBezTo>
                    <a:pt x="128" y="92"/>
                    <a:pt x="128" y="92"/>
                    <a:pt x="128" y="92"/>
                  </a:cubicBezTo>
                  <a:cubicBezTo>
                    <a:pt x="121" y="102"/>
                    <a:pt x="121" y="102"/>
                    <a:pt x="121" y="102"/>
                  </a:cubicBezTo>
                  <a:cubicBezTo>
                    <a:pt x="17" y="116"/>
                    <a:pt x="17" y="116"/>
                    <a:pt x="17" y="116"/>
                  </a:cubicBezTo>
                  <a:cubicBezTo>
                    <a:pt x="14" y="116"/>
                    <a:pt x="12" y="114"/>
                    <a:pt x="12" y="1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9" y="4"/>
                    <a:pt x="99" y="4"/>
                    <a:pt x="99" y="4"/>
                  </a:cubicBezTo>
                  <a:lnTo>
                    <a:pt x="127" y="92"/>
                  </a:lnTo>
                  <a:close/>
                  <a:moveTo>
                    <a:pt x="127" y="92"/>
                  </a:moveTo>
                  <a:cubicBezTo>
                    <a:pt x="127" y="92"/>
                    <a:pt x="127" y="92"/>
                    <a:pt x="127" y="92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39"/>
            <p:cNvSpPr/>
            <p:nvPr/>
          </p:nvSpPr>
          <p:spPr>
            <a:xfrm>
              <a:off x="1154714" y="3751513"/>
              <a:ext cx="260947" cy="325114"/>
            </a:xfrm>
            <a:custGeom>
              <a:avLst/>
              <a:gdLst/>
              <a:ahLst/>
              <a:cxnLst/>
              <a:rect l="l" t="t" r="r" b="b"/>
              <a:pathLst>
                <a:path w="732" h="912" extrusionOk="0">
                  <a:moveTo>
                    <a:pt x="724" y="149"/>
                  </a:moveTo>
                  <a:cubicBezTo>
                    <a:pt x="728" y="150"/>
                    <a:pt x="732" y="153"/>
                    <a:pt x="732" y="158"/>
                  </a:cubicBezTo>
                  <a:cubicBezTo>
                    <a:pt x="732" y="476"/>
                    <a:pt x="732" y="476"/>
                    <a:pt x="732" y="476"/>
                  </a:cubicBezTo>
                  <a:cubicBezTo>
                    <a:pt x="732" y="563"/>
                    <a:pt x="705" y="647"/>
                    <a:pt x="656" y="719"/>
                  </a:cubicBezTo>
                  <a:cubicBezTo>
                    <a:pt x="607" y="791"/>
                    <a:pt x="538" y="846"/>
                    <a:pt x="456" y="877"/>
                  </a:cubicBezTo>
                  <a:cubicBezTo>
                    <a:pt x="366" y="912"/>
                    <a:pt x="366" y="912"/>
                    <a:pt x="366" y="912"/>
                  </a:cubicBezTo>
                  <a:cubicBezTo>
                    <a:pt x="366" y="912"/>
                    <a:pt x="366" y="912"/>
                    <a:pt x="366" y="912"/>
                  </a:cubicBezTo>
                  <a:cubicBezTo>
                    <a:pt x="365" y="912"/>
                    <a:pt x="365" y="912"/>
                    <a:pt x="365" y="912"/>
                  </a:cubicBezTo>
                  <a:cubicBezTo>
                    <a:pt x="275" y="877"/>
                    <a:pt x="275" y="877"/>
                    <a:pt x="275" y="877"/>
                  </a:cubicBezTo>
                  <a:cubicBezTo>
                    <a:pt x="194" y="846"/>
                    <a:pt x="125" y="791"/>
                    <a:pt x="75" y="719"/>
                  </a:cubicBezTo>
                  <a:cubicBezTo>
                    <a:pt x="26" y="647"/>
                    <a:pt x="0" y="563"/>
                    <a:pt x="0" y="476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5"/>
                    <a:pt x="3" y="151"/>
                    <a:pt x="8" y="150"/>
                  </a:cubicBezTo>
                  <a:cubicBezTo>
                    <a:pt x="147" y="135"/>
                    <a:pt x="264" y="85"/>
                    <a:pt x="357" y="3"/>
                  </a:cubicBezTo>
                  <a:cubicBezTo>
                    <a:pt x="360" y="0"/>
                    <a:pt x="365" y="0"/>
                    <a:pt x="369" y="3"/>
                  </a:cubicBezTo>
                  <a:cubicBezTo>
                    <a:pt x="458" y="83"/>
                    <a:pt x="574" y="131"/>
                    <a:pt x="724" y="149"/>
                  </a:cubicBezTo>
                  <a:close/>
                  <a:moveTo>
                    <a:pt x="724" y="149"/>
                  </a:moveTo>
                  <a:cubicBezTo>
                    <a:pt x="724" y="149"/>
                    <a:pt x="724" y="149"/>
                    <a:pt x="724" y="14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39"/>
            <p:cNvSpPr/>
            <p:nvPr/>
          </p:nvSpPr>
          <p:spPr>
            <a:xfrm>
              <a:off x="1225654" y="3854537"/>
              <a:ext cx="118710" cy="112649"/>
            </a:xfrm>
            <a:custGeom>
              <a:avLst/>
              <a:gdLst/>
              <a:ahLst/>
              <a:cxnLst/>
              <a:rect l="l" t="t" r="r" b="b"/>
              <a:pathLst>
                <a:path w="333" h="316" extrusionOk="0">
                  <a:moveTo>
                    <a:pt x="285" y="94"/>
                  </a:moveTo>
                  <a:cubicBezTo>
                    <a:pt x="319" y="94"/>
                    <a:pt x="333" y="137"/>
                    <a:pt x="306" y="157"/>
                  </a:cubicBezTo>
                  <a:cubicBezTo>
                    <a:pt x="273" y="180"/>
                    <a:pt x="273" y="180"/>
                    <a:pt x="273" y="180"/>
                  </a:cubicBezTo>
                  <a:cubicBezTo>
                    <a:pt x="261" y="189"/>
                    <a:pt x="256" y="205"/>
                    <a:pt x="260" y="219"/>
                  </a:cubicBezTo>
                  <a:cubicBezTo>
                    <a:pt x="273" y="257"/>
                    <a:pt x="273" y="257"/>
                    <a:pt x="273" y="257"/>
                  </a:cubicBezTo>
                  <a:cubicBezTo>
                    <a:pt x="283" y="289"/>
                    <a:pt x="247" y="316"/>
                    <a:pt x="219" y="296"/>
                  </a:cubicBezTo>
                  <a:cubicBezTo>
                    <a:pt x="187" y="272"/>
                    <a:pt x="187" y="272"/>
                    <a:pt x="187" y="272"/>
                  </a:cubicBezTo>
                  <a:cubicBezTo>
                    <a:pt x="175" y="264"/>
                    <a:pt x="158" y="264"/>
                    <a:pt x="146" y="272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86" y="316"/>
                    <a:pt x="50" y="289"/>
                    <a:pt x="60" y="257"/>
                  </a:cubicBezTo>
                  <a:cubicBezTo>
                    <a:pt x="73" y="219"/>
                    <a:pt x="73" y="219"/>
                    <a:pt x="73" y="219"/>
                  </a:cubicBezTo>
                  <a:cubicBezTo>
                    <a:pt x="77" y="205"/>
                    <a:pt x="72" y="189"/>
                    <a:pt x="60" y="180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0" y="137"/>
                    <a:pt x="14" y="94"/>
                    <a:pt x="48" y="94"/>
                  </a:cubicBezTo>
                  <a:cubicBezTo>
                    <a:pt x="88" y="94"/>
                    <a:pt x="88" y="94"/>
                    <a:pt x="88" y="94"/>
                  </a:cubicBezTo>
                  <a:cubicBezTo>
                    <a:pt x="103" y="94"/>
                    <a:pt x="117" y="84"/>
                    <a:pt x="121" y="70"/>
                  </a:cubicBezTo>
                  <a:cubicBezTo>
                    <a:pt x="134" y="32"/>
                    <a:pt x="134" y="32"/>
                    <a:pt x="134" y="32"/>
                  </a:cubicBezTo>
                  <a:cubicBezTo>
                    <a:pt x="144" y="0"/>
                    <a:pt x="189" y="0"/>
                    <a:pt x="200" y="32"/>
                  </a:cubicBezTo>
                  <a:cubicBezTo>
                    <a:pt x="212" y="70"/>
                    <a:pt x="212" y="70"/>
                    <a:pt x="212" y="70"/>
                  </a:cubicBezTo>
                  <a:cubicBezTo>
                    <a:pt x="217" y="84"/>
                    <a:pt x="230" y="94"/>
                    <a:pt x="245" y="94"/>
                  </a:cubicBezTo>
                  <a:lnTo>
                    <a:pt x="285" y="94"/>
                  </a:lnTo>
                  <a:close/>
                  <a:moveTo>
                    <a:pt x="285" y="94"/>
                  </a:moveTo>
                  <a:cubicBezTo>
                    <a:pt x="285" y="94"/>
                    <a:pt x="285" y="94"/>
                    <a:pt x="285" y="94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39"/>
            <p:cNvSpPr/>
            <p:nvPr/>
          </p:nvSpPr>
          <p:spPr>
            <a:xfrm>
              <a:off x="1062384" y="3632803"/>
              <a:ext cx="444714" cy="550413"/>
            </a:xfrm>
            <a:custGeom>
              <a:avLst/>
              <a:gdLst/>
              <a:ahLst/>
              <a:cxnLst/>
              <a:rect l="l" t="t" r="r" b="b"/>
              <a:pathLst>
                <a:path w="1247" h="1544" extrusionOk="0">
                  <a:moveTo>
                    <a:pt x="1241" y="1399"/>
                  </a:moveTo>
                  <a:cubicBezTo>
                    <a:pt x="1007" y="1096"/>
                    <a:pt x="1007" y="1096"/>
                    <a:pt x="1007" y="1096"/>
                  </a:cubicBezTo>
                  <a:cubicBezTo>
                    <a:pt x="1062" y="1010"/>
                    <a:pt x="1091" y="911"/>
                    <a:pt x="1091" y="809"/>
                  </a:cubicBezTo>
                  <a:cubicBezTo>
                    <a:pt x="1091" y="449"/>
                    <a:pt x="1091" y="449"/>
                    <a:pt x="1091" y="449"/>
                  </a:cubicBezTo>
                  <a:cubicBezTo>
                    <a:pt x="1091" y="421"/>
                    <a:pt x="1072" y="397"/>
                    <a:pt x="1046" y="389"/>
                  </a:cubicBezTo>
                  <a:cubicBezTo>
                    <a:pt x="1053" y="381"/>
                    <a:pt x="1053" y="381"/>
                    <a:pt x="1053" y="381"/>
                  </a:cubicBezTo>
                  <a:cubicBezTo>
                    <a:pt x="1157" y="246"/>
                    <a:pt x="1157" y="246"/>
                    <a:pt x="1157" y="246"/>
                  </a:cubicBezTo>
                  <a:cubicBezTo>
                    <a:pt x="1161" y="247"/>
                    <a:pt x="1164" y="247"/>
                    <a:pt x="1168" y="247"/>
                  </a:cubicBezTo>
                  <a:cubicBezTo>
                    <a:pt x="1170" y="247"/>
                    <a:pt x="1173" y="247"/>
                    <a:pt x="1175" y="247"/>
                  </a:cubicBezTo>
                  <a:cubicBezTo>
                    <a:pt x="1191" y="245"/>
                    <a:pt x="1205" y="237"/>
                    <a:pt x="1215" y="224"/>
                  </a:cubicBezTo>
                  <a:cubicBezTo>
                    <a:pt x="1233" y="200"/>
                    <a:pt x="1233" y="200"/>
                    <a:pt x="1233" y="200"/>
                  </a:cubicBezTo>
                  <a:cubicBezTo>
                    <a:pt x="1243" y="188"/>
                    <a:pt x="1247" y="172"/>
                    <a:pt x="1245" y="156"/>
                  </a:cubicBezTo>
                  <a:cubicBezTo>
                    <a:pt x="1243" y="141"/>
                    <a:pt x="1235" y="127"/>
                    <a:pt x="1223" y="117"/>
                  </a:cubicBezTo>
                  <a:cubicBezTo>
                    <a:pt x="1098" y="20"/>
                    <a:pt x="1098" y="20"/>
                    <a:pt x="1098" y="20"/>
                  </a:cubicBezTo>
                  <a:cubicBezTo>
                    <a:pt x="1072" y="0"/>
                    <a:pt x="1035" y="5"/>
                    <a:pt x="1015" y="31"/>
                  </a:cubicBezTo>
                  <a:cubicBezTo>
                    <a:pt x="996" y="54"/>
                    <a:pt x="996" y="54"/>
                    <a:pt x="996" y="54"/>
                  </a:cubicBezTo>
                  <a:cubicBezTo>
                    <a:pt x="987" y="67"/>
                    <a:pt x="982" y="83"/>
                    <a:pt x="984" y="98"/>
                  </a:cubicBezTo>
                  <a:cubicBezTo>
                    <a:pt x="985" y="104"/>
                    <a:pt x="987" y="110"/>
                    <a:pt x="989" y="116"/>
                  </a:cubicBezTo>
                  <a:cubicBezTo>
                    <a:pt x="954" y="161"/>
                    <a:pt x="954" y="161"/>
                    <a:pt x="954" y="161"/>
                  </a:cubicBezTo>
                  <a:cubicBezTo>
                    <a:pt x="954" y="161"/>
                    <a:pt x="954" y="161"/>
                    <a:pt x="954" y="161"/>
                  </a:cubicBezTo>
                  <a:cubicBezTo>
                    <a:pt x="908" y="220"/>
                    <a:pt x="908" y="220"/>
                    <a:pt x="908" y="220"/>
                  </a:cubicBezTo>
                  <a:cubicBezTo>
                    <a:pt x="908" y="220"/>
                    <a:pt x="908" y="220"/>
                    <a:pt x="908" y="220"/>
                  </a:cubicBezTo>
                  <a:cubicBezTo>
                    <a:pt x="860" y="282"/>
                    <a:pt x="860" y="282"/>
                    <a:pt x="860" y="282"/>
                  </a:cubicBezTo>
                  <a:cubicBezTo>
                    <a:pt x="817" y="338"/>
                    <a:pt x="817" y="338"/>
                    <a:pt x="817" y="338"/>
                  </a:cubicBezTo>
                  <a:cubicBezTo>
                    <a:pt x="753" y="311"/>
                    <a:pt x="701" y="273"/>
                    <a:pt x="660" y="225"/>
                  </a:cubicBezTo>
                  <a:cubicBezTo>
                    <a:pt x="650" y="215"/>
                    <a:pt x="637" y="209"/>
                    <a:pt x="623" y="208"/>
                  </a:cubicBezTo>
                  <a:cubicBezTo>
                    <a:pt x="623" y="208"/>
                    <a:pt x="623" y="208"/>
                    <a:pt x="622" y="208"/>
                  </a:cubicBezTo>
                  <a:cubicBezTo>
                    <a:pt x="609" y="208"/>
                    <a:pt x="596" y="214"/>
                    <a:pt x="586" y="224"/>
                  </a:cubicBezTo>
                  <a:cubicBezTo>
                    <a:pt x="543" y="273"/>
                    <a:pt x="490" y="310"/>
                    <a:pt x="430" y="337"/>
                  </a:cubicBezTo>
                  <a:cubicBezTo>
                    <a:pt x="387" y="282"/>
                    <a:pt x="387" y="282"/>
                    <a:pt x="387" y="282"/>
                  </a:cubicBezTo>
                  <a:cubicBezTo>
                    <a:pt x="387" y="282"/>
                    <a:pt x="387" y="282"/>
                    <a:pt x="387" y="282"/>
                  </a:cubicBezTo>
                  <a:cubicBezTo>
                    <a:pt x="364" y="252"/>
                    <a:pt x="364" y="252"/>
                    <a:pt x="364" y="252"/>
                  </a:cubicBezTo>
                  <a:cubicBezTo>
                    <a:pt x="293" y="161"/>
                    <a:pt x="293" y="161"/>
                    <a:pt x="293" y="161"/>
                  </a:cubicBezTo>
                  <a:cubicBezTo>
                    <a:pt x="293" y="161"/>
                    <a:pt x="293" y="161"/>
                    <a:pt x="293" y="161"/>
                  </a:cubicBezTo>
                  <a:cubicBezTo>
                    <a:pt x="258" y="116"/>
                    <a:pt x="258" y="116"/>
                    <a:pt x="258" y="116"/>
                  </a:cubicBezTo>
                  <a:cubicBezTo>
                    <a:pt x="267" y="96"/>
                    <a:pt x="265" y="72"/>
                    <a:pt x="251" y="54"/>
                  </a:cubicBezTo>
                  <a:cubicBezTo>
                    <a:pt x="232" y="31"/>
                    <a:pt x="232" y="31"/>
                    <a:pt x="232" y="31"/>
                  </a:cubicBezTo>
                  <a:cubicBezTo>
                    <a:pt x="212" y="5"/>
                    <a:pt x="175" y="0"/>
                    <a:pt x="149" y="20"/>
                  </a:cubicBezTo>
                  <a:cubicBezTo>
                    <a:pt x="24" y="117"/>
                    <a:pt x="24" y="117"/>
                    <a:pt x="24" y="117"/>
                  </a:cubicBezTo>
                  <a:cubicBezTo>
                    <a:pt x="12" y="127"/>
                    <a:pt x="4" y="141"/>
                    <a:pt x="2" y="156"/>
                  </a:cubicBezTo>
                  <a:cubicBezTo>
                    <a:pt x="0" y="172"/>
                    <a:pt x="4" y="188"/>
                    <a:pt x="14" y="200"/>
                  </a:cubicBezTo>
                  <a:cubicBezTo>
                    <a:pt x="32" y="224"/>
                    <a:pt x="32" y="224"/>
                    <a:pt x="32" y="224"/>
                  </a:cubicBezTo>
                  <a:cubicBezTo>
                    <a:pt x="42" y="237"/>
                    <a:pt x="56" y="245"/>
                    <a:pt x="72" y="247"/>
                  </a:cubicBezTo>
                  <a:cubicBezTo>
                    <a:pt x="74" y="247"/>
                    <a:pt x="77" y="247"/>
                    <a:pt x="79" y="247"/>
                  </a:cubicBezTo>
                  <a:cubicBezTo>
                    <a:pt x="83" y="247"/>
                    <a:pt x="86" y="247"/>
                    <a:pt x="90" y="246"/>
                  </a:cubicBezTo>
                  <a:cubicBezTo>
                    <a:pt x="171" y="350"/>
                    <a:pt x="171" y="350"/>
                    <a:pt x="171" y="350"/>
                  </a:cubicBezTo>
                  <a:cubicBezTo>
                    <a:pt x="171" y="350"/>
                    <a:pt x="171" y="350"/>
                    <a:pt x="171" y="350"/>
                  </a:cubicBezTo>
                  <a:cubicBezTo>
                    <a:pt x="202" y="390"/>
                    <a:pt x="202" y="390"/>
                    <a:pt x="202" y="390"/>
                  </a:cubicBezTo>
                  <a:cubicBezTo>
                    <a:pt x="176" y="398"/>
                    <a:pt x="158" y="422"/>
                    <a:pt x="158" y="450"/>
                  </a:cubicBezTo>
                  <a:cubicBezTo>
                    <a:pt x="158" y="809"/>
                    <a:pt x="158" y="809"/>
                    <a:pt x="158" y="809"/>
                  </a:cubicBezTo>
                  <a:cubicBezTo>
                    <a:pt x="158" y="911"/>
                    <a:pt x="187" y="1009"/>
                    <a:pt x="241" y="1094"/>
                  </a:cubicBezTo>
                  <a:cubicBezTo>
                    <a:pt x="6" y="1399"/>
                    <a:pt x="6" y="1399"/>
                    <a:pt x="6" y="1399"/>
                  </a:cubicBezTo>
                  <a:cubicBezTo>
                    <a:pt x="2" y="1403"/>
                    <a:pt x="1" y="1409"/>
                    <a:pt x="2" y="1415"/>
                  </a:cubicBezTo>
                  <a:cubicBezTo>
                    <a:pt x="14" y="1524"/>
                    <a:pt x="14" y="1524"/>
                    <a:pt x="14" y="1524"/>
                  </a:cubicBezTo>
                  <a:cubicBezTo>
                    <a:pt x="15" y="1530"/>
                    <a:pt x="18" y="1535"/>
                    <a:pt x="23" y="1539"/>
                  </a:cubicBezTo>
                  <a:cubicBezTo>
                    <a:pt x="27" y="1542"/>
                    <a:pt x="32" y="1544"/>
                    <a:pt x="37" y="1544"/>
                  </a:cubicBezTo>
                  <a:cubicBezTo>
                    <a:pt x="38" y="1544"/>
                    <a:pt x="39" y="1544"/>
                    <a:pt x="40" y="1544"/>
                  </a:cubicBezTo>
                  <a:cubicBezTo>
                    <a:pt x="148" y="1529"/>
                    <a:pt x="148" y="1529"/>
                    <a:pt x="148" y="1529"/>
                  </a:cubicBezTo>
                  <a:cubicBezTo>
                    <a:pt x="154" y="1528"/>
                    <a:pt x="159" y="1525"/>
                    <a:pt x="163" y="1520"/>
                  </a:cubicBezTo>
                  <a:cubicBezTo>
                    <a:pt x="277" y="1372"/>
                    <a:pt x="277" y="1372"/>
                    <a:pt x="277" y="1372"/>
                  </a:cubicBezTo>
                  <a:cubicBezTo>
                    <a:pt x="285" y="1363"/>
                    <a:pt x="283" y="1348"/>
                    <a:pt x="273" y="1341"/>
                  </a:cubicBezTo>
                  <a:cubicBezTo>
                    <a:pt x="263" y="1333"/>
                    <a:pt x="249" y="1335"/>
                    <a:pt x="241" y="1345"/>
                  </a:cubicBezTo>
                  <a:cubicBezTo>
                    <a:pt x="160" y="1450"/>
                    <a:pt x="160" y="1450"/>
                    <a:pt x="160" y="1450"/>
                  </a:cubicBezTo>
                  <a:cubicBezTo>
                    <a:pt x="148" y="1414"/>
                    <a:pt x="148" y="1414"/>
                    <a:pt x="148" y="1414"/>
                  </a:cubicBezTo>
                  <a:cubicBezTo>
                    <a:pt x="320" y="1190"/>
                    <a:pt x="320" y="1190"/>
                    <a:pt x="320" y="1190"/>
                  </a:cubicBezTo>
                  <a:cubicBezTo>
                    <a:pt x="328" y="1198"/>
                    <a:pt x="336" y="1205"/>
                    <a:pt x="344" y="1212"/>
                  </a:cubicBezTo>
                  <a:cubicBezTo>
                    <a:pt x="296" y="1274"/>
                    <a:pt x="296" y="1274"/>
                    <a:pt x="296" y="1274"/>
                  </a:cubicBezTo>
                  <a:cubicBezTo>
                    <a:pt x="289" y="1284"/>
                    <a:pt x="291" y="1298"/>
                    <a:pt x="300" y="1305"/>
                  </a:cubicBezTo>
                  <a:cubicBezTo>
                    <a:pt x="305" y="1308"/>
                    <a:pt x="309" y="1310"/>
                    <a:pt x="314" y="1310"/>
                  </a:cubicBezTo>
                  <a:cubicBezTo>
                    <a:pt x="321" y="1310"/>
                    <a:pt x="328" y="1307"/>
                    <a:pt x="332" y="1301"/>
                  </a:cubicBezTo>
                  <a:cubicBezTo>
                    <a:pt x="379" y="1240"/>
                    <a:pt x="379" y="1240"/>
                    <a:pt x="379" y="1240"/>
                  </a:cubicBezTo>
                  <a:cubicBezTo>
                    <a:pt x="416" y="1266"/>
                    <a:pt x="455" y="1288"/>
                    <a:pt x="498" y="1304"/>
                  </a:cubicBezTo>
                  <a:cubicBezTo>
                    <a:pt x="588" y="1339"/>
                    <a:pt x="588" y="1339"/>
                    <a:pt x="588" y="1339"/>
                  </a:cubicBezTo>
                  <a:cubicBezTo>
                    <a:pt x="600" y="1343"/>
                    <a:pt x="612" y="1345"/>
                    <a:pt x="625" y="1345"/>
                  </a:cubicBezTo>
                  <a:cubicBezTo>
                    <a:pt x="637" y="1345"/>
                    <a:pt x="650" y="1343"/>
                    <a:pt x="661" y="1339"/>
                  </a:cubicBezTo>
                  <a:cubicBezTo>
                    <a:pt x="751" y="1304"/>
                    <a:pt x="751" y="1304"/>
                    <a:pt x="751" y="1304"/>
                  </a:cubicBezTo>
                  <a:cubicBezTo>
                    <a:pt x="793" y="1288"/>
                    <a:pt x="832" y="1267"/>
                    <a:pt x="868" y="1241"/>
                  </a:cubicBezTo>
                  <a:cubicBezTo>
                    <a:pt x="1084" y="1520"/>
                    <a:pt x="1084" y="1520"/>
                    <a:pt x="1084" y="1520"/>
                  </a:cubicBezTo>
                  <a:cubicBezTo>
                    <a:pt x="1088" y="1525"/>
                    <a:pt x="1093" y="1528"/>
                    <a:pt x="1099" y="1529"/>
                  </a:cubicBezTo>
                  <a:cubicBezTo>
                    <a:pt x="1207" y="1544"/>
                    <a:pt x="1207" y="1544"/>
                    <a:pt x="1207" y="1544"/>
                  </a:cubicBezTo>
                  <a:cubicBezTo>
                    <a:pt x="1208" y="1544"/>
                    <a:pt x="1210" y="1544"/>
                    <a:pt x="1211" y="1544"/>
                  </a:cubicBezTo>
                  <a:cubicBezTo>
                    <a:pt x="1215" y="1544"/>
                    <a:pt x="1220" y="1542"/>
                    <a:pt x="1224" y="1539"/>
                  </a:cubicBezTo>
                  <a:cubicBezTo>
                    <a:pt x="1229" y="1535"/>
                    <a:pt x="1232" y="1530"/>
                    <a:pt x="1233" y="1524"/>
                  </a:cubicBezTo>
                  <a:cubicBezTo>
                    <a:pt x="1245" y="1415"/>
                    <a:pt x="1245" y="1415"/>
                    <a:pt x="1245" y="1415"/>
                  </a:cubicBezTo>
                  <a:cubicBezTo>
                    <a:pt x="1246" y="1409"/>
                    <a:pt x="1245" y="1403"/>
                    <a:pt x="1241" y="1399"/>
                  </a:cubicBezTo>
                  <a:close/>
                  <a:moveTo>
                    <a:pt x="1134" y="1386"/>
                  </a:moveTo>
                  <a:cubicBezTo>
                    <a:pt x="959" y="1159"/>
                    <a:pt x="959" y="1159"/>
                    <a:pt x="959" y="1159"/>
                  </a:cubicBezTo>
                  <a:cubicBezTo>
                    <a:pt x="966" y="1151"/>
                    <a:pt x="973" y="1142"/>
                    <a:pt x="980" y="1134"/>
                  </a:cubicBezTo>
                  <a:cubicBezTo>
                    <a:pt x="1173" y="1384"/>
                    <a:pt x="1173" y="1384"/>
                    <a:pt x="1173" y="1384"/>
                  </a:cubicBezTo>
                  <a:lnTo>
                    <a:pt x="1134" y="1386"/>
                  </a:lnTo>
                  <a:close/>
                  <a:moveTo>
                    <a:pt x="920" y="278"/>
                  </a:moveTo>
                  <a:cubicBezTo>
                    <a:pt x="930" y="265"/>
                    <a:pt x="930" y="265"/>
                    <a:pt x="930" y="265"/>
                  </a:cubicBezTo>
                  <a:cubicBezTo>
                    <a:pt x="1027" y="341"/>
                    <a:pt x="1027" y="341"/>
                    <a:pt x="1027" y="341"/>
                  </a:cubicBezTo>
                  <a:cubicBezTo>
                    <a:pt x="1007" y="367"/>
                    <a:pt x="1007" y="367"/>
                    <a:pt x="1007" y="367"/>
                  </a:cubicBezTo>
                  <a:cubicBezTo>
                    <a:pt x="910" y="291"/>
                    <a:pt x="910" y="291"/>
                    <a:pt x="910" y="291"/>
                  </a:cubicBezTo>
                  <a:lnTo>
                    <a:pt x="920" y="278"/>
                  </a:lnTo>
                  <a:close/>
                  <a:moveTo>
                    <a:pt x="958" y="230"/>
                  </a:moveTo>
                  <a:cubicBezTo>
                    <a:pt x="976" y="206"/>
                    <a:pt x="976" y="206"/>
                    <a:pt x="976" y="206"/>
                  </a:cubicBezTo>
                  <a:cubicBezTo>
                    <a:pt x="1073" y="281"/>
                    <a:pt x="1073" y="281"/>
                    <a:pt x="1073" y="281"/>
                  </a:cubicBezTo>
                  <a:cubicBezTo>
                    <a:pt x="1055" y="305"/>
                    <a:pt x="1055" y="305"/>
                    <a:pt x="1055" y="305"/>
                  </a:cubicBezTo>
                  <a:lnTo>
                    <a:pt x="958" y="230"/>
                  </a:lnTo>
                  <a:close/>
                  <a:moveTo>
                    <a:pt x="1020" y="149"/>
                  </a:moveTo>
                  <a:cubicBezTo>
                    <a:pt x="1108" y="217"/>
                    <a:pt x="1108" y="217"/>
                    <a:pt x="1108" y="217"/>
                  </a:cubicBezTo>
                  <a:cubicBezTo>
                    <a:pt x="1117" y="224"/>
                    <a:pt x="1117" y="224"/>
                    <a:pt x="1117" y="224"/>
                  </a:cubicBezTo>
                  <a:cubicBezTo>
                    <a:pt x="1101" y="246"/>
                    <a:pt x="1101" y="246"/>
                    <a:pt x="1101" y="246"/>
                  </a:cubicBezTo>
                  <a:cubicBezTo>
                    <a:pt x="1004" y="170"/>
                    <a:pt x="1004" y="170"/>
                    <a:pt x="1004" y="170"/>
                  </a:cubicBezTo>
                  <a:lnTo>
                    <a:pt x="1020" y="149"/>
                  </a:lnTo>
                  <a:close/>
                  <a:moveTo>
                    <a:pt x="1032" y="82"/>
                  </a:moveTo>
                  <a:cubicBezTo>
                    <a:pt x="1050" y="58"/>
                    <a:pt x="1050" y="58"/>
                    <a:pt x="1050" y="58"/>
                  </a:cubicBezTo>
                  <a:cubicBezTo>
                    <a:pt x="1053" y="55"/>
                    <a:pt x="1057" y="53"/>
                    <a:pt x="1062" y="53"/>
                  </a:cubicBezTo>
                  <a:cubicBezTo>
                    <a:pt x="1065" y="53"/>
                    <a:pt x="1068" y="54"/>
                    <a:pt x="1071" y="56"/>
                  </a:cubicBezTo>
                  <a:cubicBezTo>
                    <a:pt x="1195" y="152"/>
                    <a:pt x="1195" y="152"/>
                    <a:pt x="1195" y="152"/>
                  </a:cubicBezTo>
                  <a:cubicBezTo>
                    <a:pt x="1198" y="155"/>
                    <a:pt x="1200" y="158"/>
                    <a:pt x="1201" y="162"/>
                  </a:cubicBezTo>
                  <a:cubicBezTo>
                    <a:pt x="1201" y="166"/>
                    <a:pt x="1200" y="170"/>
                    <a:pt x="1198" y="173"/>
                  </a:cubicBezTo>
                  <a:cubicBezTo>
                    <a:pt x="1179" y="196"/>
                    <a:pt x="1179" y="196"/>
                    <a:pt x="1179" y="196"/>
                  </a:cubicBezTo>
                  <a:cubicBezTo>
                    <a:pt x="1177" y="200"/>
                    <a:pt x="1173" y="202"/>
                    <a:pt x="1169" y="202"/>
                  </a:cubicBezTo>
                  <a:cubicBezTo>
                    <a:pt x="1166" y="203"/>
                    <a:pt x="1162" y="201"/>
                    <a:pt x="1159" y="199"/>
                  </a:cubicBezTo>
                  <a:cubicBezTo>
                    <a:pt x="1034" y="103"/>
                    <a:pt x="1034" y="103"/>
                    <a:pt x="1034" y="103"/>
                  </a:cubicBezTo>
                  <a:cubicBezTo>
                    <a:pt x="1031" y="100"/>
                    <a:pt x="1029" y="97"/>
                    <a:pt x="1029" y="93"/>
                  </a:cubicBezTo>
                  <a:cubicBezTo>
                    <a:pt x="1028" y="89"/>
                    <a:pt x="1029" y="85"/>
                    <a:pt x="1032" y="82"/>
                  </a:cubicBezTo>
                  <a:close/>
                  <a:moveTo>
                    <a:pt x="882" y="327"/>
                  </a:moveTo>
                  <a:cubicBezTo>
                    <a:pt x="943" y="374"/>
                    <a:pt x="943" y="374"/>
                    <a:pt x="943" y="374"/>
                  </a:cubicBezTo>
                  <a:cubicBezTo>
                    <a:pt x="914" y="369"/>
                    <a:pt x="887" y="362"/>
                    <a:pt x="861" y="354"/>
                  </a:cubicBezTo>
                  <a:lnTo>
                    <a:pt x="882" y="327"/>
                  </a:lnTo>
                  <a:close/>
                  <a:moveTo>
                    <a:pt x="174" y="281"/>
                  </a:moveTo>
                  <a:cubicBezTo>
                    <a:pt x="271" y="206"/>
                    <a:pt x="271" y="206"/>
                    <a:pt x="271" y="206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192" y="305"/>
                    <a:pt x="192" y="305"/>
                    <a:pt x="192" y="305"/>
                  </a:cubicBezTo>
                  <a:lnTo>
                    <a:pt x="174" y="281"/>
                  </a:lnTo>
                  <a:close/>
                  <a:moveTo>
                    <a:pt x="130" y="224"/>
                  </a:moveTo>
                  <a:cubicBezTo>
                    <a:pt x="147" y="210"/>
                    <a:pt x="147" y="210"/>
                    <a:pt x="147" y="210"/>
                  </a:cubicBezTo>
                  <a:cubicBezTo>
                    <a:pt x="227" y="149"/>
                    <a:pt x="227" y="149"/>
                    <a:pt x="227" y="149"/>
                  </a:cubicBezTo>
                  <a:cubicBezTo>
                    <a:pt x="243" y="170"/>
                    <a:pt x="243" y="170"/>
                    <a:pt x="243" y="170"/>
                  </a:cubicBezTo>
                  <a:cubicBezTo>
                    <a:pt x="146" y="246"/>
                    <a:pt x="146" y="246"/>
                    <a:pt x="146" y="246"/>
                  </a:cubicBezTo>
                  <a:lnTo>
                    <a:pt x="130" y="224"/>
                  </a:lnTo>
                  <a:close/>
                  <a:moveTo>
                    <a:pt x="220" y="341"/>
                  </a:moveTo>
                  <a:cubicBezTo>
                    <a:pt x="317" y="265"/>
                    <a:pt x="317" y="265"/>
                    <a:pt x="317" y="265"/>
                  </a:cubicBezTo>
                  <a:cubicBezTo>
                    <a:pt x="337" y="291"/>
                    <a:pt x="337" y="291"/>
                    <a:pt x="337" y="291"/>
                  </a:cubicBezTo>
                  <a:cubicBezTo>
                    <a:pt x="240" y="367"/>
                    <a:pt x="240" y="367"/>
                    <a:pt x="240" y="367"/>
                  </a:cubicBezTo>
                  <a:cubicBezTo>
                    <a:pt x="231" y="355"/>
                    <a:pt x="231" y="355"/>
                    <a:pt x="231" y="355"/>
                  </a:cubicBezTo>
                  <a:lnTo>
                    <a:pt x="220" y="341"/>
                  </a:lnTo>
                  <a:close/>
                  <a:moveTo>
                    <a:pt x="365" y="327"/>
                  </a:moveTo>
                  <a:cubicBezTo>
                    <a:pt x="387" y="355"/>
                    <a:pt x="387" y="355"/>
                    <a:pt x="387" y="355"/>
                  </a:cubicBezTo>
                  <a:cubicBezTo>
                    <a:pt x="359" y="364"/>
                    <a:pt x="331" y="371"/>
                    <a:pt x="301" y="377"/>
                  </a:cubicBezTo>
                  <a:lnTo>
                    <a:pt x="365" y="327"/>
                  </a:lnTo>
                  <a:close/>
                  <a:moveTo>
                    <a:pt x="68" y="196"/>
                  </a:moveTo>
                  <a:cubicBezTo>
                    <a:pt x="49" y="173"/>
                    <a:pt x="49" y="173"/>
                    <a:pt x="49" y="173"/>
                  </a:cubicBezTo>
                  <a:cubicBezTo>
                    <a:pt x="47" y="170"/>
                    <a:pt x="46" y="166"/>
                    <a:pt x="46" y="162"/>
                  </a:cubicBezTo>
                  <a:cubicBezTo>
                    <a:pt x="47" y="158"/>
                    <a:pt x="49" y="155"/>
                    <a:pt x="52" y="152"/>
                  </a:cubicBezTo>
                  <a:cubicBezTo>
                    <a:pt x="176" y="56"/>
                    <a:pt x="176" y="56"/>
                    <a:pt x="176" y="56"/>
                  </a:cubicBezTo>
                  <a:cubicBezTo>
                    <a:pt x="179" y="54"/>
                    <a:pt x="182" y="53"/>
                    <a:pt x="185" y="53"/>
                  </a:cubicBezTo>
                  <a:cubicBezTo>
                    <a:pt x="190" y="53"/>
                    <a:pt x="194" y="55"/>
                    <a:pt x="197" y="58"/>
                  </a:cubicBezTo>
                  <a:cubicBezTo>
                    <a:pt x="215" y="82"/>
                    <a:pt x="215" y="82"/>
                    <a:pt x="215" y="82"/>
                  </a:cubicBezTo>
                  <a:cubicBezTo>
                    <a:pt x="220" y="88"/>
                    <a:pt x="219" y="98"/>
                    <a:pt x="213" y="103"/>
                  </a:cubicBezTo>
                  <a:cubicBezTo>
                    <a:pt x="88" y="199"/>
                    <a:pt x="88" y="199"/>
                    <a:pt x="88" y="199"/>
                  </a:cubicBezTo>
                  <a:cubicBezTo>
                    <a:pt x="85" y="201"/>
                    <a:pt x="81" y="203"/>
                    <a:pt x="78" y="202"/>
                  </a:cubicBezTo>
                  <a:cubicBezTo>
                    <a:pt x="74" y="202"/>
                    <a:pt x="70" y="200"/>
                    <a:pt x="68" y="196"/>
                  </a:cubicBezTo>
                  <a:close/>
                  <a:moveTo>
                    <a:pt x="113" y="1386"/>
                  </a:moveTo>
                  <a:cubicBezTo>
                    <a:pt x="74" y="1384"/>
                    <a:pt x="74" y="1384"/>
                    <a:pt x="74" y="1384"/>
                  </a:cubicBezTo>
                  <a:cubicBezTo>
                    <a:pt x="268" y="1133"/>
                    <a:pt x="268" y="1133"/>
                    <a:pt x="268" y="1133"/>
                  </a:cubicBezTo>
                  <a:cubicBezTo>
                    <a:pt x="275" y="1141"/>
                    <a:pt x="282" y="1149"/>
                    <a:pt x="289" y="1157"/>
                  </a:cubicBezTo>
                  <a:lnTo>
                    <a:pt x="113" y="1386"/>
                  </a:lnTo>
                  <a:close/>
                  <a:moveTo>
                    <a:pt x="48" y="1428"/>
                  </a:moveTo>
                  <a:cubicBezTo>
                    <a:pt x="107" y="1431"/>
                    <a:pt x="107" y="1431"/>
                    <a:pt x="107" y="1431"/>
                  </a:cubicBezTo>
                  <a:cubicBezTo>
                    <a:pt x="124" y="1487"/>
                    <a:pt x="124" y="1487"/>
                    <a:pt x="124" y="1487"/>
                  </a:cubicBezTo>
                  <a:cubicBezTo>
                    <a:pt x="56" y="1496"/>
                    <a:pt x="56" y="1496"/>
                    <a:pt x="56" y="1496"/>
                  </a:cubicBezTo>
                  <a:lnTo>
                    <a:pt x="48" y="1428"/>
                  </a:lnTo>
                  <a:close/>
                  <a:moveTo>
                    <a:pt x="735" y="1262"/>
                  </a:moveTo>
                  <a:cubicBezTo>
                    <a:pt x="645" y="1297"/>
                    <a:pt x="645" y="1297"/>
                    <a:pt x="645" y="1297"/>
                  </a:cubicBezTo>
                  <a:cubicBezTo>
                    <a:pt x="632" y="1302"/>
                    <a:pt x="617" y="1302"/>
                    <a:pt x="604" y="1297"/>
                  </a:cubicBezTo>
                  <a:cubicBezTo>
                    <a:pt x="514" y="1262"/>
                    <a:pt x="514" y="1262"/>
                    <a:pt x="514" y="1262"/>
                  </a:cubicBezTo>
                  <a:cubicBezTo>
                    <a:pt x="469" y="1245"/>
                    <a:pt x="427" y="1221"/>
                    <a:pt x="390" y="1192"/>
                  </a:cubicBezTo>
                  <a:cubicBezTo>
                    <a:pt x="389" y="1191"/>
                    <a:pt x="389" y="1191"/>
                    <a:pt x="389" y="1191"/>
                  </a:cubicBezTo>
                  <a:cubicBezTo>
                    <a:pt x="388" y="1191"/>
                    <a:pt x="388" y="1190"/>
                    <a:pt x="388" y="1190"/>
                  </a:cubicBezTo>
                  <a:cubicBezTo>
                    <a:pt x="369" y="1175"/>
                    <a:pt x="351" y="1159"/>
                    <a:pt x="335" y="1142"/>
                  </a:cubicBezTo>
                  <a:cubicBezTo>
                    <a:pt x="335" y="1141"/>
                    <a:pt x="334" y="1141"/>
                    <a:pt x="334" y="1140"/>
                  </a:cubicBezTo>
                  <a:cubicBezTo>
                    <a:pt x="317" y="1123"/>
                    <a:pt x="302" y="1104"/>
                    <a:pt x="288" y="1084"/>
                  </a:cubicBezTo>
                  <a:cubicBezTo>
                    <a:pt x="288" y="1083"/>
                    <a:pt x="288" y="1083"/>
                    <a:pt x="287" y="1082"/>
                  </a:cubicBezTo>
                  <a:cubicBezTo>
                    <a:pt x="287" y="1082"/>
                    <a:pt x="287" y="1082"/>
                    <a:pt x="287" y="1082"/>
                  </a:cubicBezTo>
                  <a:cubicBezTo>
                    <a:pt x="232" y="1001"/>
                    <a:pt x="203" y="907"/>
                    <a:pt x="203" y="809"/>
                  </a:cubicBezTo>
                  <a:cubicBezTo>
                    <a:pt x="203" y="450"/>
                    <a:pt x="203" y="450"/>
                    <a:pt x="203" y="450"/>
                  </a:cubicBezTo>
                  <a:cubicBezTo>
                    <a:pt x="203" y="440"/>
                    <a:pt x="211" y="432"/>
                    <a:pt x="220" y="432"/>
                  </a:cubicBezTo>
                  <a:cubicBezTo>
                    <a:pt x="297" y="427"/>
                    <a:pt x="367" y="412"/>
                    <a:pt x="429" y="387"/>
                  </a:cubicBezTo>
                  <a:cubicBezTo>
                    <a:pt x="431" y="386"/>
                    <a:pt x="432" y="386"/>
                    <a:pt x="434" y="385"/>
                  </a:cubicBezTo>
                  <a:cubicBezTo>
                    <a:pt x="506" y="355"/>
                    <a:pt x="568" y="311"/>
                    <a:pt x="620" y="254"/>
                  </a:cubicBezTo>
                  <a:cubicBezTo>
                    <a:pt x="620" y="254"/>
                    <a:pt x="621" y="253"/>
                    <a:pt x="622" y="253"/>
                  </a:cubicBezTo>
                  <a:cubicBezTo>
                    <a:pt x="622" y="253"/>
                    <a:pt x="622" y="253"/>
                    <a:pt x="622" y="253"/>
                  </a:cubicBezTo>
                  <a:cubicBezTo>
                    <a:pt x="623" y="253"/>
                    <a:pt x="624" y="254"/>
                    <a:pt x="626" y="255"/>
                  </a:cubicBezTo>
                  <a:cubicBezTo>
                    <a:pt x="676" y="313"/>
                    <a:pt x="739" y="356"/>
                    <a:pt x="816" y="386"/>
                  </a:cubicBezTo>
                  <a:cubicBezTo>
                    <a:pt x="816" y="386"/>
                    <a:pt x="816" y="386"/>
                    <a:pt x="816" y="386"/>
                  </a:cubicBezTo>
                  <a:cubicBezTo>
                    <a:pt x="878" y="410"/>
                    <a:pt x="949" y="425"/>
                    <a:pt x="1029" y="431"/>
                  </a:cubicBezTo>
                  <a:cubicBezTo>
                    <a:pt x="1039" y="432"/>
                    <a:pt x="1046" y="440"/>
                    <a:pt x="1046" y="449"/>
                  </a:cubicBezTo>
                  <a:cubicBezTo>
                    <a:pt x="1046" y="809"/>
                    <a:pt x="1046" y="809"/>
                    <a:pt x="1046" y="809"/>
                  </a:cubicBezTo>
                  <a:cubicBezTo>
                    <a:pt x="1046" y="907"/>
                    <a:pt x="1017" y="1002"/>
                    <a:pt x="961" y="1084"/>
                  </a:cubicBezTo>
                  <a:cubicBezTo>
                    <a:pt x="961" y="1084"/>
                    <a:pt x="961" y="1084"/>
                    <a:pt x="961" y="1084"/>
                  </a:cubicBezTo>
                  <a:cubicBezTo>
                    <a:pt x="947" y="1104"/>
                    <a:pt x="931" y="1123"/>
                    <a:pt x="915" y="1141"/>
                  </a:cubicBezTo>
                  <a:cubicBezTo>
                    <a:pt x="898" y="1159"/>
                    <a:pt x="879" y="1176"/>
                    <a:pt x="860" y="1191"/>
                  </a:cubicBezTo>
                  <a:cubicBezTo>
                    <a:pt x="860" y="1191"/>
                    <a:pt x="859" y="1192"/>
                    <a:pt x="859" y="1192"/>
                  </a:cubicBezTo>
                  <a:cubicBezTo>
                    <a:pt x="859" y="1192"/>
                    <a:pt x="859" y="1192"/>
                    <a:pt x="859" y="1192"/>
                  </a:cubicBezTo>
                  <a:cubicBezTo>
                    <a:pt x="821" y="1221"/>
                    <a:pt x="780" y="1245"/>
                    <a:pt x="735" y="1262"/>
                  </a:cubicBezTo>
                  <a:close/>
                  <a:moveTo>
                    <a:pt x="928" y="1192"/>
                  </a:moveTo>
                  <a:cubicBezTo>
                    <a:pt x="1099" y="1414"/>
                    <a:pt x="1099" y="1414"/>
                    <a:pt x="1099" y="1414"/>
                  </a:cubicBezTo>
                  <a:cubicBezTo>
                    <a:pt x="1087" y="1450"/>
                    <a:pt x="1087" y="1450"/>
                    <a:pt x="1087" y="1450"/>
                  </a:cubicBezTo>
                  <a:cubicBezTo>
                    <a:pt x="904" y="1213"/>
                    <a:pt x="904" y="1213"/>
                    <a:pt x="904" y="1213"/>
                  </a:cubicBezTo>
                  <a:cubicBezTo>
                    <a:pt x="912" y="1206"/>
                    <a:pt x="920" y="1199"/>
                    <a:pt x="928" y="1192"/>
                  </a:cubicBezTo>
                  <a:close/>
                  <a:moveTo>
                    <a:pt x="1123" y="1487"/>
                  </a:moveTo>
                  <a:cubicBezTo>
                    <a:pt x="1140" y="1431"/>
                    <a:pt x="1140" y="1431"/>
                    <a:pt x="1140" y="1431"/>
                  </a:cubicBezTo>
                  <a:cubicBezTo>
                    <a:pt x="1199" y="1428"/>
                    <a:pt x="1199" y="1428"/>
                    <a:pt x="1199" y="1428"/>
                  </a:cubicBezTo>
                  <a:cubicBezTo>
                    <a:pt x="1191" y="1496"/>
                    <a:pt x="1191" y="1496"/>
                    <a:pt x="1191" y="1496"/>
                  </a:cubicBezTo>
                  <a:lnTo>
                    <a:pt x="1123" y="1487"/>
                  </a:lnTo>
                  <a:close/>
                  <a:moveTo>
                    <a:pt x="1123" y="1487"/>
                  </a:moveTo>
                  <a:cubicBezTo>
                    <a:pt x="1123" y="1487"/>
                    <a:pt x="1123" y="1487"/>
                    <a:pt x="1123" y="148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39"/>
            <p:cNvSpPr/>
            <p:nvPr/>
          </p:nvSpPr>
          <p:spPr>
            <a:xfrm>
              <a:off x="1146515" y="3741887"/>
              <a:ext cx="276989" cy="342582"/>
            </a:xfrm>
            <a:custGeom>
              <a:avLst/>
              <a:gdLst/>
              <a:ahLst/>
              <a:cxnLst/>
              <a:rect l="l" t="t" r="r" b="b"/>
              <a:pathLst>
                <a:path w="777" h="961" extrusionOk="0">
                  <a:moveTo>
                    <a:pt x="698" y="759"/>
                  </a:moveTo>
                  <a:cubicBezTo>
                    <a:pt x="750" y="683"/>
                    <a:pt x="777" y="595"/>
                    <a:pt x="777" y="503"/>
                  </a:cubicBezTo>
                  <a:cubicBezTo>
                    <a:pt x="777" y="370"/>
                    <a:pt x="777" y="370"/>
                    <a:pt x="777" y="370"/>
                  </a:cubicBezTo>
                  <a:cubicBezTo>
                    <a:pt x="777" y="358"/>
                    <a:pt x="767" y="348"/>
                    <a:pt x="755" y="348"/>
                  </a:cubicBezTo>
                  <a:cubicBezTo>
                    <a:pt x="742" y="348"/>
                    <a:pt x="732" y="358"/>
                    <a:pt x="732" y="370"/>
                  </a:cubicBezTo>
                  <a:cubicBezTo>
                    <a:pt x="732" y="451"/>
                    <a:pt x="732" y="451"/>
                    <a:pt x="732" y="451"/>
                  </a:cubicBezTo>
                  <a:cubicBezTo>
                    <a:pt x="623" y="451"/>
                    <a:pt x="623" y="451"/>
                    <a:pt x="623" y="451"/>
                  </a:cubicBezTo>
                  <a:cubicBezTo>
                    <a:pt x="610" y="451"/>
                    <a:pt x="600" y="461"/>
                    <a:pt x="600" y="474"/>
                  </a:cubicBezTo>
                  <a:cubicBezTo>
                    <a:pt x="600" y="486"/>
                    <a:pt x="610" y="496"/>
                    <a:pt x="623" y="496"/>
                  </a:cubicBezTo>
                  <a:cubicBezTo>
                    <a:pt x="732" y="496"/>
                    <a:pt x="732" y="496"/>
                    <a:pt x="732" y="496"/>
                  </a:cubicBezTo>
                  <a:cubicBezTo>
                    <a:pt x="732" y="503"/>
                    <a:pt x="732" y="503"/>
                    <a:pt x="732" y="503"/>
                  </a:cubicBezTo>
                  <a:cubicBezTo>
                    <a:pt x="732" y="586"/>
                    <a:pt x="707" y="665"/>
                    <a:pt x="660" y="734"/>
                  </a:cubicBezTo>
                  <a:cubicBezTo>
                    <a:pt x="614" y="802"/>
                    <a:pt x="548" y="854"/>
                    <a:pt x="471" y="883"/>
                  </a:cubicBezTo>
                  <a:cubicBezTo>
                    <a:pt x="411" y="906"/>
                    <a:pt x="411" y="906"/>
                    <a:pt x="411" y="906"/>
                  </a:cubicBezTo>
                  <a:cubicBezTo>
                    <a:pt x="411" y="696"/>
                    <a:pt x="411" y="696"/>
                    <a:pt x="411" y="696"/>
                  </a:cubicBezTo>
                  <a:cubicBezTo>
                    <a:pt x="411" y="683"/>
                    <a:pt x="401" y="673"/>
                    <a:pt x="389" y="673"/>
                  </a:cubicBezTo>
                  <a:cubicBezTo>
                    <a:pt x="376" y="673"/>
                    <a:pt x="366" y="683"/>
                    <a:pt x="366" y="696"/>
                  </a:cubicBezTo>
                  <a:cubicBezTo>
                    <a:pt x="366" y="906"/>
                    <a:pt x="366" y="906"/>
                    <a:pt x="366" y="906"/>
                  </a:cubicBezTo>
                  <a:cubicBezTo>
                    <a:pt x="306" y="883"/>
                    <a:pt x="306" y="883"/>
                    <a:pt x="306" y="883"/>
                  </a:cubicBezTo>
                  <a:cubicBezTo>
                    <a:pt x="229" y="854"/>
                    <a:pt x="163" y="802"/>
                    <a:pt x="117" y="734"/>
                  </a:cubicBezTo>
                  <a:cubicBezTo>
                    <a:pt x="70" y="665"/>
                    <a:pt x="45" y="586"/>
                    <a:pt x="45" y="503"/>
                  </a:cubicBezTo>
                  <a:cubicBezTo>
                    <a:pt x="45" y="496"/>
                    <a:pt x="45" y="496"/>
                    <a:pt x="45" y="496"/>
                  </a:cubicBezTo>
                  <a:cubicBezTo>
                    <a:pt x="155" y="496"/>
                    <a:pt x="155" y="496"/>
                    <a:pt x="155" y="496"/>
                  </a:cubicBezTo>
                  <a:cubicBezTo>
                    <a:pt x="167" y="496"/>
                    <a:pt x="177" y="486"/>
                    <a:pt x="177" y="474"/>
                  </a:cubicBezTo>
                  <a:cubicBezTo>
                    <a:pt x="177" y="461"/>
                    <a:pt x="167" y="451"/>
                    <a:pt x="155" y="451"/>
                  </a:cubicBezTo>
                  <a:cubicBezTo>
                    <a:pt x="45" y="451"/>
                    <a:pt x="45" y="451"/>
                    <a:pt x="45" y="451"/>
                  </a:cubicBezTo>
                  <a:cubicBezTo>
                    <a:pt x="45" y="198"/>
                    <a:pt x="45" y="198"/>
                    <a:pt x="45" y="198"/>
                  </a:cubicBezTo>
                  <a:cubicBezTo>
                    <a:pt x="169" y="183"/>
                    <a:pt x="275" y="141"/>
                    <a:pt x="363" y="73"/>
                  </a:cubicBezTo>
                  <a:cubicBezTo>
                    <a:pt x="363" y="225"/>
                    <a:pt x="363" y="225"/>
                    <a:pt x="363" y="225"/>
                  </a:cubicBezTo>
                  <a:cubicBezTo>
                    <a:pt x="363" y="237"/>
                    <a:pt x="373" y="247"/>
                    <a:pt x="386" y="247"/>
                  </a:cubicBezTo>
                  <a:cubicBezTo>
                    <a:pt x="398" y="247"/>
                    <a:pt x="408" y="237"/>
                    <a:pt x="408" y="225"/>
                  </a:cubicBezTo>
                  <a:cubicBezTo>
                    <a:pt x="408" y="73"/>
                    <a:pt x="408" y="73"/>
                    <a:pt x="408" y="73"/>
                  </a:cubicBezTo>
                  <a:cubicBezTo>
                    <a:pt x="493" y="139"/>
                    <a:pt x="600" y="179"/>
                    <a:pt x="732" y="197"/>
                  </a:cubicBezTo>
                  <a:cubicBezTo>
                    <a:pt x="732" y="280"/>
                    <a:pt x="732" y="280"/>
                    <a:pt x="732" y="280"/>
                  </a:cubicBezTo>
                  <a:cubicBezTo>
                    <a:pt x="732" y="293"/>
                    <a:pt x="742" y="303"/>
                    <a:pt x="754" y="303"/>
                  </a:cubicBezTo>
                  <a:cubicBezTo>
                    <a:pt x="767" y="303"/>
                    <a:pt x="777" y="293"/>
                    <a:pt x="777" y="280"/>
                  </a:cubicBezTo>
                  <a:cubicBezTo>
                    <a:pt x="777" y="177"/>
                    <a:pt x="777" y="177"/>
                    <a:pt x="777" y="177"/>
                  </a:cubicBezTo>
                  <a:cubicBezTo>
                    <a:pt x="777" y="166"/>
                    <a:pt x="768" y="156"/>
                    <a:pt x="757" y="155"/>
                  </a:cubicBezTo>
                  <a:cubicBezTo>
                    <a:pt x="605" y="138"/>
                    <a:pt x="489" y="90"/>
                    <a:pt x="401" y="8"/>
                  </a:cubicBezTo>
                  <a:cubicBezTo>
                    <a:pt x="393" y="0"/>
                    <a:pt x="379" y="0"/>
                    <a:pt x="371" y="8"/>
                  </a:cubicBezTo>
                  <a:cubicBezTo>
                    <a:pt x="279" y="92"/>
                    <a:pt x="161" y="141"/>
                    <a:pt x="20" y="156"/>
                  </a:cubicBezTo>
                  <a:cubicBezTo>
                    <a:pt x="9" y="157"/>
                    <a:pt x="0" y="167"/>
                    <a:pt x="0" y="178"/>
                  </a:cubicBezTo>
                  <a:cubicBezTo>
                    <a:pt x="0" y="503"/>
                    <a:pt x="0" y="503"/>
                    <a:pt x="0" y="503"/>
                  </a:cubicBezTo>
                  <a:cubicBezTo>
                    <a:pt x="0" y="595"/>
                    <a:pt x="28" y="683"/>
                    <a:pt x="80" y="759"/>
                  </a:cubicBezTo>
                  <a:cubicBezTo>
                    <a:pt x="132" y="835"/>
                    <a:pt x="204" y="892"/>
                    <a:pt x="290" y="925"/>
                  </a:cubicBezTo>
                  <a:cubicBezTo>
                    <a:pt x="380" y="960"/>
                    <a:pt x="380" y="960"/>
                    <a:pt x="380" y="960"/>
                  </a:cubicBezTo>
                  <a:cubicBezTo>
                    <a:pt x="383" y="961"/>
                    <a:pt x="386" y="961"/>
                    <a:pt x="389" y="961"/>
                  </a:cubicBezTo>
                  <a:cubicBezTo>
                    <a:pt x="392" y="961"/>
                    <a:pt x="395" y="961"/>
                    <a:pt x="397" y="960"/>
                  </a:cubicBezTo>
                  <a:cubicBezTo>
                    <a:pt x="487" y="925"/>
                    <a:pt x="487" y="925"/>
                    <a:pt x="487" y="925"/>
                  </a:cubicBezTo>
                  <a:cubicBezTo>
                    <a:pt x="573" y="892"/>
                    <a:pt x="646" y="835"/>
                    <a:pt x="698" y="759"/>
                  </a:cubicBezTo>
                  <a:close/>
                  <a:moveTo>
                    <a:pt x="698" y="759"/>
                  </a:moveTo>
                  <a:cubicBezTo>
                    <a:pt x="698" y="759"/>
                    <a:pt x="698" y="759"/>
                    <a:pt x="698" y="759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39"/>
            <p:cNvSpPr/>
            <p:nvPr/>
          </p:nvSpPr>
          <p:spPr>
            <a:xfrm>
              <a:off x="1220663" y="3849190"/>
              <a:ext cx="128691" cy="122631"/>
            </a:xfrm>
            <a:custGeom>
              <a:avLst/>
              <a:gdLst/>
              <a:ahLst/>
              <a:cxnLst/>
              <a:rect l="l" t="t" r="r" b="b"/>
              <a:pathLst>
                <a:path w="361" h="344" extrusionOk="0">
                  <a:moveTo>
                    <a:pt x="300" y="213"/>
                  </a:moveTo>
                  <a:cubicBezTo>
                    <a:pt x="333" y="190"/>
                    <a:pt x="333" y="190"/>
                    <a:pt x="333" y="190"/>
                  </a:cubicBezTo>
                  <a:cubicBezTo>
                    <a:pt x="353" y="175"/>
                    <a:pt x="361" y="150"/>
                    <a:pt x="354" y="126"/>
                  </a:cubicBezTo>
                  <a:cubicBezTo>
                    <a:pt x="346" y="102"/>
                    <a:pt x="324" y="86"/>
                    <a:pt x="299" y="86"/>
                  </a:cubicBezTo>
                  <a:cubicBezTo>
                    <a:pt x="259" y="86"/>
                    <a:pt x="259" y="86"/>
                    <a:pt x="259" y="86"/>
                  </a:cubicBezTo>
                  <a:cubicBezTo>
                    <a:pt x="254" y="86"/>
                    <a:pt x="249" y="83"/>
                    <a:pt x="247" y="78"/>
                  </a:cubicBezTo>
                  <a:cubicBezTo>
                    <a:pt x="235" y="40"/>
                    <a:pt x="235" y="40"/>
                    <a:pt x="235" y="40"/>
                  </a:cubicBezTo>
                  <a:cubicBezTo>
                    <a:pt x="227" y="16"/>
                    <a:pt x="206" y="0"/>
                    <a:pt x="181" y="0"/>
                  </a:cubicBezTo>
                  <a:cubicBezTo>
                    <a:pt x="155" y="0"/>
                    <a:pt x="134" y="16"/>
                    <a:pt x="126" y="40"/>
                  </a:cubicBezTo>
                  <a:cubicBezTo>
                    <a:pt x="114" y="78"/>
                    <a:pt x="114" y="78"/>
                    <a:pt x="114" y="78"/>
                  </a:cubicBezTo>
                  <a:cubicBezTo>
                    <a:pt x="112" y="83"/>
                    <a:pt x="107" y="86"/>
                    <a:pt x="102" y="86"/>
                  </a:cubicBezTo>
                  <a:cubicBezTo>
                    <a:pt x="62" y="86"/>
                    <a:pt x="62" y="86"/>
                    <a:pt x="62" y="86"/>
                  </a:cubicBezTo>
                  <a:cubicBezTo>
                    <a:pt x="37" y="86"/>
                    <a:pt x="15" y="102"/>
                    <a:pt x="8" y="126"/>
                  </a:cubicBezTo>
                  <a:cubicBezTo>
                    <a:pt x="0" y="150"/>
                    <a:pt x="8" y="175"/>
                    <a:pt x="28" y="190"/>
                  </a:cubicBezTo>
                  <a:cubicBezTo>
                    <a:pt x="61" y="213"/>
                    <a:pt x="61" y="213"/>
                    <a:pt x="61" y="213"/>
                  </a:cubicBezTo>
                  <a:cubicBezTo>
                    <a:pt x="65" y="217"/>
                    <a:pt x="67" y="222"/>
                    <a:pt x="65" y="227"/>
                  </a:cubicBezTo>
                  <a:cubicBezTo>
                    <a:pt x="53" y="265"/>
                    <a:pt x="53" y="265"/>
                    <a:pt x="53" y="265"/>
                  </a:cubicBezTo>
                  <a:cubicBezTo>
                    <a:pt x="45" y="289"/>
                    <a:pt x="53" y="314"/>
                    <a:pt x="74" y="329"/>
                  </a:cubicBezTo>
                  <a:cubicBezTo>
                    <a:pt x="94" y="344"/>
                    <a:pt x="120" y="344"/>
                    <a:pt x="141" y="329"/>
                  </a:cubicBezTo>
                  <a:cubicBezTo>
                    <a:pt x="173" y="306"/>
                    <a:pt x="173" y="306"/>
                    <a:pt x="173" y="306"/>
                  </a:cubicBezTo>
                  <a:cubicBezTo>
                    <a:pt x="178" y="303"/>
                    <a:pt x="183" y="303"/>
                    <a:pt x="188" y="306"/>
                  </a:cubicBezTo>
                  <a:cubicBezTo>
                    <a:pt x="220" y="329"/>
                    <a:pt x="220" y="329"/>
                    <a:pt x="220" y="329"/>
                  </a:cubicBezTo>
                  <a:cubicBezTo>
                    <a:pt x="230" y="337"/>
                    <a:pt x="242" y="340"/>
                    <a:pt x="254" y="340"/>
                  </a:cubicBezTo>
                  <a:cubicBezTo>
                    <a:pt x="266" y="340"/>
                    <a:pt x="277" y="337"/>
                    <a:pt x="287" y="329"/>
                  </a:cubicBezTo>
                  <a:cubicBezTo>
                    <a:pt x="308" y="314"/>
                    <a:pt x="316" y="289"/>
                    <a:pt x="308" y="265"/>
                  </a:cubicBezTo>
                  <a:cubicBezTo>
                    <a:pt x="296" y="227"/>
                    <a:pt x="296" y="227"/>
                    <a:pt x="296" y="227"/>
                  </a:cubicBezTo>
                  <a:cubicBezTo>
                    <a:pt x="294" y="222"/>
                    <a:pt x="296" y="217"/>
                    <a:pt x="300" y="213"/>
                  </a:cubicBezTo>
                  <a:close/>
                  <a:moveTo>
                    <a:pt x="274" y="177"/>
                  </a:moveTo>
                  <a:cubicBezTo>
                    <a:pt x="254" y="192"/>
                    <a:pt x="245" y="217"/>
                    <a:pt x="253" y="241"/>
                  </a:cubicBezTo>
                  <a:cubicBezTo>
                    <a:pt x="266" y="279"/>
                    <a:pt x="266" y="279"/>
                    <a:pt x="266" y="279"/>
                  </a:cubicBezTo>
                  <a:cubicBezTo>
                    <a:pt x="268" y="287"/>
                    <a:pt x="263" y="291"/>
                    <a:pt x="261" y="293"/>
                  </a:cubicBezTo>
                  <a:cubicBezTo>
                    <a:pt x="259" y="294"/>
                    <a:pt x="253" y="298"/>
                    <a:pt x="247" y="293"/>
                  </a:cubicBezTo>
                  <a:cubicBezTo>
                    <a:pt x="214" y="269"/>
                    <a:pt x="214" y="269"/>
                    <a:pt x="214" y="269"/>
                  </a:cubicBezTo>
                  <a:cubicBezTo>
                    <a:pt x="204" y="262"/>
                    <a:pt x="192" y="258"/>
                    <a:pt x="181" y="258"/>
                  </a:cubicBezTo>
                  <a:cubicBezTo>
                    <a:pt x="169" y="258"/>
                    <a:pt x="157" y="262"/>
                    <a:pt x="147" y="269"/>
                  </a:cubicBezTo>
                  <a:cubicBezTo>
                    <a:pt x="114" y="293"/>
                    <a:pt x="114" y="293"/>
                    <a:pt x="114" y="293"/>
                  </a:cubicBezTo>
                  <a:cubicBezTo>
                    <a:pt x="108" y="298"/>
                    <a:pt x="102" y="294"/>
                    <a:pt x="100" y="293"/>
                  </a:cubicBezTo>
                  <a:cubicBezTo>
                    <a:pt x="98" y="291"/>
                    <a:pt x="93" y="287"/>
                    <a:pt x="96" y="279"/>
                  </a:cubicBezTo>
                  <a:cubicBezTo>
                    <a:pt x="108" y="241"/>
                    <a:pt x="108" y="241"/>
                    <a:pt x="108" y="241"/>
                  </a:cubicBezTo>
                  <a:cubicBezTo>
                    <a:pt x="116" y="217"/>
                    <a:pt x="107" y="192"/>
                    <a:pt x="87" y="177"/>
                  </a:cubicBezTo>
                  <a:cubicBezTo>
                    <a:pt x="55" y="153"/>
                    <a:pt x="55" y="153"/>
                    <a:pt x="55" y="153"/>
                  </a:cubicBezTo>
                  <a:cubicBezTo>
                    <a:pt x="48" y="149"/>
                    <a:pt x="50" y="142"/>
                    <a:pt x="50" y="140"/>
                  </a:cubicBezTo>
                  <a:cubicBezTo>
                    <a:pt x="51" y="137"/>
                    <a:pt x="54" y="131"/>
                    <a:pt x="62" y="131"/>
                  </a:cubicBezTo>
                  <a:cubicBezTo>
                    <a:pt x="102" y="131"/>
                    <a:pt x="102" y="131"/>
                    <a:pt x="102" y="131"/>
                  </a:cubicBezTo>
                  <a:cubicBezTo>
                    <a:pt x="127" y="131"/>
                    <a:pt x="149" y="115"/>
                    <a:pt x="157" y="92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71" y="46"/>
                    <a:pt x="178" y="45"/>
                    <a:pt x="181" y="45"/>
                  </a:cubicBezTo>
                  <a:cubicBezTo>
                    <a:pt x="183" y="45"/>
                    <a:pt x="190" y="46"/>
                    <a:pt x="192" y="54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12" y="115"/>
                    <a:pt x="234" y="131"/>
                    <a:pt x="259" y="131"/>
                  </a:cubicBezTo>
                  <a:cubicBezTo>
                    <a:pt x="299" y="131"/>
                    <a:pt x="299" y="131"/>
                    <a:pt x="299" y="131"/>
                  </a:cubicBezTo>
                  <a:cubicBezTo>
                    <a:pt x="307" y="131"/>
                    <a:pt x="310" y="137"/>
                    <a:pt x="311" y="140"/>
                  </a:cubicBezTo>
                  <a:cubicBezTo>
                    <a:pt x="312" y="142"/>
                    <a:pt x="313" y="149"/>
                    <a:pt x="306" y="153"/>
                  </a:cubicBezTo>
                  <a:lnTo>
                    <a:pt x="274" y="177"/>
                  </a:lnTo>
                  <a:close/>
                  <a:moveTo>
                    <a:pt x="274" y="177"/>
                  </a:moveTo>
                  <a:cubicBezTo>
                    <a:pt x="274" y="177"/>
                    <a:pt x="274" y="177"/>
                    <a:pt x="274" y="17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9" name="Google Shape;1829;p39"/>
          <p:cNvGrpSpPr/>
          <p:nvPr/>
        </p:nvGrpSpPr>
        <p:grpSpPr>
          <a:xfrm>
            <a:off x="2862663" y="1906509"/>
            <a:ext cx="520874" cy="396752"/>
            <a:chOff x="3029950" y="4263121"/>
            <a:chExt cx="520874" cy="396752"/>
          </a:xfrm>
        </p:grpSpPr>
        <p:sp>
          <p:nvSpPr>
            <p:cNvPr id="1830" name="Google Shape;1830;p39"/>
            <p:cNvSpPr/>
            <p:nvPr/>
          </p:nvSpPr>
          <p:spPr>
            <a:xfrm>
              <a:off x="3416584" y="4549704"/>
              <a:ext cx="101091" cy="77333"/>
            </a:xfrm>
            <a:custGeom>
              <a:avLst/>
              <a:gdLst/>
              <a:ahLst/>
              <a:cxnLst/>
              <a:rect l="l" t="t" r="r" b="b"/>
              <a:pathLst>
                <a:path w="6123" h="4684" extrusionOk="0">
                  <a:moveTo>
                    <a:pt x="0" y="1"/>
                  </a:moveTo>
                  <a:lnTo>
                    <a:pt x="0" y="4684"/>
                  </a:lnTo>
                  <a:lnTo>
                    <a:pt x="5817" y="4684"/>
                  </a:lnTo>
                  <a:cubicBezTo>
                    <a:pt x="5979" y="4684"/>
                    <a:pt x="6122" y="4536"/>
                    <a:pt x="6122" y="4353"/>
                  </a:cubicBezTo>
                  <a:lnTo>
                    <a:pt x="6122" y="326"/>
                  </a:lnTo>
                  <a:cubicBezTo>
                    <a:pt x="6122" y="144"/>
                    <a:pt x="5979" y="1"/>
                    <a:pt x="5817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1" name="Google Shape;1831;p39"/>
            <p:cNvGrpSpPr/>
            <p:nvPr/>
          </p:nvGrpSpPr>
          <p:grpSpPr>
            <a:xfrm>
              <a:off x="3029950" y="4263121"/>
              <a:ext cx="520874" cy="396752"/>
              <a:chOff x="3029950" y="4263121"/>
              <a:chExt cx="520874" cy="396752"/>
            </a:xfrm>
          </p:grpSpPr>
          <p:sp>
            <p:nvSpPr>
              <p:cNvPr id="1832" name="Google Shape;1832;p39"/>
              <p:cNvSpPr/>
              <p:nvPr/>
            </p:nvSpPr>
            <p:spPr>
              <a:xfrm>
                <a:off x="3035399" y="4270931"/>
                <a:ext cx="252306" cy="128200"/>
              </a:xfrm>
              <a:custGeom>
                <a:avLst/>
                <a:gdLst/>
                <a:ahLst/>
                <a:cxnLst/>
                <a:rect l="l" t="t" r="r" b="b"/>
                <a:pathLst>
                  <a:path w="15282" h="7765" extrusionOk="0">
                    <a:moveTo>
                      <a:pt x="1051" y="1"/>
                    </a:moveTo>
                    <a:cubicBezTo>
                      <a:pt x="474" y="1"/>
                      <a:pt x="1" y="449"/>
                      <a:pt x="1" y="1026"/>
                    </a:cubicBezTo>
                    <a:lnTo>
                      <a:pt x="1" y="6714"/>
                    </a:lnTo>
                    <a:cubicBezTo>
                      <a:pt x="1" y="7291"/>
                      <a:pt x="474" y="7764"/>
                      <a:pt x="1051" y="7764"/>
                    </a:cubicBezTo>
                    <a:lnTo>
                      <a:pt x="14257" y="7764"/>
                    </a:lnTo>
                    <a:cubicBezTo>
                      <a:pt x="14828" y="7764"/>
                      <a:pt x="15282" y="7291"/>
                      <a:pt x="15282" y="6714"/>
                    </a:cubicBezTo>
                    <a:lnTo>
                      <a:pt x="15282" y="1026"/>
                    </a:lnTo>
                    <a:cubicBezTo>
                      <a:pt x="15282" y="449"/>
                      <a:pt x="14828" y="1"/>
                      <a:pt x="14257" y="1"/>
                    </a:cubicBezTo>
                    <a:close/>
                  </a:path>
                </a:pathLst>
              </a:custGeom>
              <a:solidFill>
                <a:srgbClr val="3879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39"/>
              <p:cNvSpPr/>
              <p:nvPr/>
            </p:nvSpPr>
            <p:spPr>
              <a:xfrm>
                <a:off x="3062925" y="4296327"/>
                <a:ext cx="201439" cy="77333"/>
              </a:xfrm>
              <a:custGeom>
                <a:avLst/>
                <a:gdLst/>
                <a:ahLst/>
                <a:cxnLst/>
                <a:rect l="l" t="t" r="r" b="b"/>
                <a:pathLst>
                  <a:path w="12201" h="4684" extrusionOk="0">
                    <a:moveTo>
                      <a:pt x="247" y="1"/>
                    </a:moveTo>
                    <a:cubicBezTo>
                      <a:pt x="123" y="1"/>
                      <a:pt x="0" y="104"/>
                      <a:pt x="0" y="227"/>
                    </a:cubicBezTo>
                    <a:lnTo>
                      <a:pt x="0" y="4437"/>
                    </a:lnTo>
                    <a:cubicBezTo>
                      <a:pt x="0" y="4580"/>
                      <a:pt x="123" y="4684"/>
                      <a:pt x="247" y="4684"/>
                    </a:cubicBezTo>
                    <a:lnTo>
                      <a:pt x="11974" y="4684"/>
                    </a:lnTo>
                    <a:cubicBezTo>
                      <a:pt x="12097" y="4684"/>
                      <a:pt x="12200" y="4580"/>
                      <a:pt x="12200" y="4437"/>
                    </a:cubicBezTo>
                    <a:lnTo>
                      <a:pt x="12200" y="227"/>
                    </a:lnTo>
                    <a:cubicBezTo>
                      <a:pt x="12200" y="104"/>
                      <a:pt x="12097" y="1"/>
                      <a:pt x="11974" y="1"/>
                    </a:cubicBezTo>
                    <a:close/>
                  </a:path>
                </a:pathLst>
              </a:custGeom>
              <a:solidFill>
                <a:srgbClr val="33BF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39"/>
              <p:cNvSpPr/>
              <p:nvPr/>
            </p:nvSpPr>
            <p:spPr>
              <a:xfrm>
                <a:off x="3163600" y="4296327"/>
                <a:ext cx="100777" cy="77333"/>
              </a:xfrm>
              <a:custGeom>
                <a:avLst/>
                <a:gdLst/>
                <a:ahLst/>
                <a:cxnLst/>
                <a:rect l="l" t="t" r="r" b="b"/>
                <a:pathLst>
                  <a:path w="6104" h="4684" extrusionOk="0">
                    <a:moveTo>
                      <a:pt x="1" y="1"/>
                    </a:moveTo>
                    <a:lnTo>
                      <a:pt x="1" y="4684"/>
                    </a:lnTo>
                    <a:lnTo>
                      <a:pt x="5877" y="4684"/>
                    </a:lnTo>
                    <a:cubicBezTo>
                      <a:pt x="6000" y="4684"/>
                      <a:pt x="6103" y="4580"/>
                      <a:pt x="6103" y="4437"/>
                    </a:cubicBezTo>
                    <a:lnTo>
                      <a:pt x="6103" y="227"/>
                    </a:lnTo>
                    <a:cubicBezTo>
                      <a:pt x="6103" y="104"/>
                      <a:pt x="6000" y="1"/>
                      <a:pt x="5877" y="1"/>
                    </a:cubicBezTo>
                    <a:close/>
                  </a:path>
                </a:pathLst>
              </a:custGeom>
              <a:solidFill>
                <a:srgbClr val="F2B8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39"/>
              <p:cNvSpPr/>
              <p:nvPr/>
            </p:nvSpPr>
            <p:spPr>
              <a:xfrm>
                <a:off x="3289770" y="4524226"/>
                <a:ext cx="253362" cy="128200"/>
              </a:xfrm>
              <a:custGeom>
                <a:avLst/>
                <a:gdLst/>
                <a:ahLst/>
                <a:cxnLst/>
                <a:rect l="l" t="t" r="r" b="b"/>
                <a:pathLst>
                  <a:path w="15346" h="7765" extrusionOk="0">
                    <a:moveTo>
                      <a:pt x="1050" y="1"/>
                    </a:moveTo>
                    <a:cubicBezTo>
                      <a:pt x="473" y="1"/>
                      <a:pt x="0" y="454"/>
                      <a:pt x="0" y="1026"/>
                    </a:cubicBezTo>
                    <a:lnTo>
                      <a:pt x="0" y="6719"/>
                    </a:lnTo>
                    <a:cubicBezTo>
                      <a:pt x="0" y="7291"/>
                      <a:pt x="473" y="7765"/>
                      <a:pt x="1050" y="7765"/>
                    </a:cubicBezTo>
                    <a:lnTo>
                      <a:pt x="14315" y="7765"/>
                    </a:lnTo>
                    <a:cubicBezTo>
                      <a:pt x="14892" y="7765"/>
                      <a:pt x="15345" y="7291"/>
                      <a:pt x="15345" y="6719"/>
                    </a:cubicBezTo>
                    <a:lnTo>
                      <a:pt x="15345" y="1026"/>
                    </a:lnTo>
                    <a:cubicBezTo>
                      <a:pt x="15345" y="454"/>
                      <a:pt x="14892" y="1"/>
                      <a:pt x="14315" y="1"/>
                    </a:cubicBezTo>
                    <a:close/>
                  </a:path>
                </a:pathLst>
              </a:custGeom>
              <a:solidFill>
                <a:srgbClr val="3879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39"/>
              <p:cNvSpPr/>
              <p:nvPr/>
            </p:nvSpPr>
            <p:spPr>
              <a:xfrm>
                <a:off x="3315248" y="4549704"/>
                <a:ext cx="202413" cy="77333"/>
              </a:xfrm>
              <a:custGeom>
                <a:avLst/>
                <a:gdLst/>
                <a:ahLst/>
                <a:cxnLst/>
                <a:rect l="l" t="t" r="r" b="b"/>
                <a:pathLst>
                  <a:path w="12260" h="4684" extrusionOk="0">
                    <a:moveTo>
                      <a:pt x="325" y="1"/>
                    </a:moveTo>
                    <a:cubicBezTo>
                      <a:pt x="163" y="1"/>
                      <a:pt x="0" y="144"/>
                      <a:pt x="0" y="326"/>
                    </a:cubicBezTo>
                    <a:lnTo>
                      <a:pt x="0" y="4353"/>
                    </a:lnTo>
                    <a:cubicBezTo>
                      <a:pt x="0" y="4536"/>
                      <a:pt x="163" y="4684"/>
                      <a:pt x="325" y="4684"/>
                    </a:cubicBezTo>
                    <a:lnTo>
                      <a:pt x="11954" y="4684"/>
                    </a:lnTo>
                    <a:cubicBezTo>
                      <a:pt x="12116" y="4684"/>
                      <a:pt x="12259" y="4536"/>
                      <a:pt x="12259" y="4353"/>
                    </a:cubicBezTo>
                    <a:lnTo>
                      <a:pt x="12259" y="326"/>
                    </a:lnTo>
                    <a:cubicBezTo>
                      <a:pt x="12259" y="144"/>
                      <a:pt x="12116" y="1"/>
                      <a:pt x="11954" y="1"/>
                    </a:cubicBezTo>
                    <a:close/>
                  </a:path>
                </a:pathLst>
              </a:custGeom>
              <a:solidFill>
                <a:srgbClr val="F2B8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39"/>
              <p:cNvSpPr/>
              <p:nvPr/>
            </p:nvSpPr>
            <p:spPr>
              <a:xfrm>
                <a:off x="3161569" y="4399131"/>
                <a:ext cx="128200" cy="253280"/>
              </a:xfrm>
              <a:custGeom>
                <a:avLst/>
                <a:gdLst/>
                <a:ahLst/>
                <a:cxnLst/>
                <a:rect l="l" t="t" r="r" b="b"/>
                <a:pathLst>
                  <a:path w="7765" h="15341" extrusionOk="0">
                    <a:moveTo>
                      <a:pt x="1050" y="0"/>
                    </a:moveTo>
                    <a:cubicBezTo>
                      <a:pt x="474" y="0"/>
                      <a:pt x="0" y="449"/>
                      <a:pt x="0" y="1026"/>
                    </a:cubicBezTo>
                    <a:lnTo>
                      <a:pt x="0" y="14295"/>
                    </a:lnTo>
                    <a:cubicBezTo>
                      <a:pt x="0" y="14867"/>
                      <a:pt x="474" y="15341"/>
                      <a:pt x="1050" y="15341"/>
                    </a:cubicBezTo>
                    <a:lnTo>
                      <a:pt x="6739" y="15341"/>
                    </a:lnTo>
                    <a:cubicBezTo>
                      <a:pt x="7311" y="15341"/>
                      <a:pt x="7764" y="14867"/>
                      <a:pt x="7764" y="14295"/>
                    </a:cubicBezTo>
                    <a:lnTo>
                      <a:pt x="7764" y="1026"/>
                    </a:lnTo>
                    <a:cubicBezTo>
                      <a:pt x="7764" y="449"/>
                      <a:pt x="7311" y="0"/>
                      <a:pt x="6739" y="0"/>
                    </a:cubicBezTo>
                    <a:close/>
                  </a:path>
                </a:pathLst>
              </a:custGeom>
              <a:solidFill>
                <a:srgbClr val="3879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39"/>
              <p:cNvSpPr/>
              <p:nvPr/>
            </p:nvSpPr>
            <p:spPr>
              <a:xfrm>
                <a:off x="3187047" y="4424526"/>
                <a:ext cx="77333" cy="202495"/>
              </a:xfrm>
              <a:custGeom>
                <a:avLst/>
                <a:gdLst/>
                <a:ahLst/>
                <a:cxnLst/>
                <a:rect l="l" t="t" r="r" b="b"/>
                <a:pathLst>
                  <a:path w="4684" h="12265" extrusionOk="0">
                    <a:moveTo>
                      <a:pt x="247" y="0"/>
                    </a:moveTo>
                    <a:cubicBezTo>
                      <a:pt x="124" y="0"/>
                      <a:pt x="0" y="104"/>
                      <a:pt x="0" y="247"/>
                    </a:cubicBezTo>
                    <a:lnTo>
                      <a:pt x="0" y="12018"/>
                    </a:lnTo>
                    <a:cubicBezTo>
                      <a:pt x="0" y="12141"/>
                      <a:pt x="124" y="12265"/>
                      <a:pt x="247" y="12265"/>
                    </a:cubicBezTo>
                    <a:lnTo>
                      <a:pt x="4457" y="12265"/>
                    </a:lnTo>
                    <a:cubicBezTo>
                      <a:pt x="4580" y="12265"/>
                      <a:pt x="4683" y="12141"/>
                      <a:pt x="4683" y="12018"/>
                    </a:cubicBezTo>
                    <a:lnTo>
                      <a:pt x="4683" y="247"/>
                    </a:lnTo>
                    <a:cubicBezTo>
                      <a:pt x="4683" y="104"/>
                      <a:pt x="4580" y="0"/>
                      <a:pt x="4457" y="0"/>
                    </a:cubicBezTo>
                    <a:close/>
                  </a:path>
                </a:pathLst>
              </a:custGeom>
              <a:solidFill>
                <a:srgbClr val="F2B8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39"/>
              <p:cNvSpPr/>
              <p:nvPr/>
            </p:nvSpPr>
            <p:spPr>
              <a:xfrm>
                <a:off x="3187047" y="4424526"/>
                <a:ext cx="77333" cy="102065"/>
              </a:xfrm>
              <a:custGeom>
                <a:avLst/>
                <a:gdLst/>
                <a:ahLst/>
                <a:cxnLst/>
                <a:rect l="l" t="t" r="r" b="b"/>
                <a:pathLst>
                  <a:path w="4684" h="6182" extrusionOk="0">
                    <a:moveTo>
                      <a:pt x="247" y="0"/>
                    </a:moveTo>
                    <a:cubicBezTo>
                      <a:pt x="124" y="0"/>
                      <a:pt x="0" y="104"/>
                      <a:pt x="0" y="247"/>
                    </a:cubicBezTo>
                    <a:lnTo>
                      <a:pt x="0" y="6182"/>
                    </a:lnTo>
                    <a:lnTo>
                      <a:pt x="4683" y="6182"/>
                    </a:lnTo>
                    <a:lnTo>
                      <a:pt x="4683" y="247"/>
                    </a:lnTo>
                    <a:cubicBezTo>
                      <a:pt x="4683" y="104"/>
                      <a:pt x="4580" y="0"/>
                      <a:pt x="4457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39"/>
              <p:cNvSpPr/>
              <p:nvPr/>
            </p:nvSpPr>
            <p:spPr>
              <a:xfrm>
                <a:off x="3055429" y="4288517"/>
                <a:ext cx="216661" cy="92621"/>
              </a:xfrm>
              <a:custGeom>
                <a:avLst/>
                <a:gdLst/>
                <a:ahLst/>
                <a:cxnLst/>
                <a:rect l="l" t="t" r="r" b="b"/>
                <a:pathLst>
                  <a:path w="13123" h="5610" extrusionOk="0">
                    <a:moveTo>
                      <a:pt x="6098" y="927"/>
                    </a:moveTo>
                    <a:lnTo>
                      <a:pt x="6098" y="4683"/>
                    </a:lnTo>
                    <a:lnTo>
                      <a:pt x="922" y="4683"/>
                    </a:lnTo>
                    <a:lnTo>
                      <a:pt x="922" y="927"/>
                    </a:lnTo>
                    <a:close/>
                    <a:moveTo>
                      <a:pt x="12201" y="927"/>
                    </a:moveTo>
                    <a:lnTo>
                      <a:pt x="12201" y="4683"/>
                    </a:lnTo>
                    <a:lnTo>
                      <a:pt x="7025" y="4683"/>
                    </a:lnTo>
                    <a:lnTo>
                      <a:pt x="7025" y="927"/>
                    </a:lnTo>
                    <a:close/>
                    <a:moveTo>
                      <a:pt x="454" y="0"/>
                    </a:moveTo>
                    <a:cubicBezTo>
                      <a:pt x="208" y="0"/>
                      <a:pt x="1" y="207"/>
                      <a:pt x="1" y="474"/>
                    </a:cubicBezTo>
                    <a:lnTo>
                      <a:pt x="1" y="5157"/>
                    </a:lnTo>
                    <a:cubicBezTo>
                      <a:pt x="1" y="5403"/>
                      <a:pt x="208" y="5610"/>
                      <a:pt x="454" y="5610"/>
                    </a:cubicBezTo>
                    <a:lnTo>
                      <a:pt x="12654" y="5610"/>
                    </a:lnTo>
                    <a:cubicBezTo>
                      <a:pt x="12920" y="5610"/>
                      <a:pt x="13123" y="5403"/>
                      <a:pt x="13123" y="5157"/>
                    </a:cubicBezTo>
                    <a:lnTo>
                      <a:pt x="13123" y="474"/>
                    </a:lnTo>
                    <a:cubicBezTo>
                      <a:pt x="13123" y="207"/>
                      <a:pt x="12920" y="0"/>
                      <a:pt x="12654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39"/>
              <p:cNvSpPr/>
              <p:nvPr/>
            </p:nvSpPr>
            <p:spPr>
              <a:xfrm>
                <a:off x="3029950" y="4263121"/>
                <a:ext cx="520874" cy="396752"/>
              </a:xfrm>
              <a:custGeom>
                <a:avLst/>
                <a:gdLst/>
                <a:ahLst/>
                <a:cxnLst/>
                <a:rect l="l" t="t" r="r" b="b"/>
                <a:pathLst>
                  <a:path w="31549" h="24031" extrusionOk="0">
                    <a:moveTo>
                      <a:pt x="14710" y="922"/>
                    </a:moveTo>
                    <a:cubicBezTo>
                      <a:pt x="15035" y="922"/>
                      <a:pt x="15282" y="1188"/>
                      <a:pt x="15282" y="1499"/>
                    </a:cubicBezTo>
                    <a:lnTo>
                      <a:pt x="15282" y="7207"/>
                    </a:lnTo>
                    <a:cubicBezTo>
                      <a:pt x="15282" y="7518"/>
                      <a:pt x="15035" y="7764"/>
                      <a:pt x="14710" y="7764"/>
                    </a:cubicBezTo>
                    <a:lnTo>
                      <a:pt x="1504" y="7764"/>
                    </a:lnTo>
                    <a:cubicBezTo>
                      <a:pt x="1174" y="7764"/>
                      <a:pt x="927" y="7518"/>
                      <a:pt x="927" y="7207"/>
                    </a:cubicBezTo>
                    <a:lnTo>
                      <a:pt x="927" y="1499"/>
                    </a:lnTo>
                    <a:cubicBezTo>
                      <a:pt x="927" y="1188"/>
                      <a:pt x="1174" y="922"/>
                      <a:pt x="1504" y="922"/>
                    </a:cubicBezTo>
                    <a:close/>
                    <a:moveTo>
                      <a:pt x="30050" y="16267"/>
                    </a:moveTo>
                    <a:cubicBezTo>
                      <a:pt x="30380" y="16267"/>
                      <a:pt x="30627" y="16533"/>
                      <a:pt x="30627" y="16839"/>
                    </a:cubicBezTo>
                    <a:lnTo>
                      <a:pt x="30627" y="22552"/>
                    </a:lnTo>
                    <a:cubicBezTo>
                      <a:pt x="30627" y="22858"/>
                      <a:pt x="30380" y="23104"/>
                      <a:pt x="30050" y="23104"/>
                    </a:cubicBezTo>
                    <a:lnTo>
                      <a:pt x="16785" y="23104"/>
                    </a:lnTo>
                    <a:cubicBezTo>
                      <a:pt x="16455" y="23104"/>
                      <a:pt x="16208" y="22858"/>
                      <a:pt x="16208" y="22552"/>
                    </a:cubicBezTo>
                    <a:lnTo>
                      <a:pt x="16208" y="16839"/>
                    </a:lnTo>
                    <a:cubicBezTo>
                      <a:pt x="16208" y="16533"/>
                      <a:pt x="16455" y="16267"/>
                      <a:pt x="16785" y="16267"/>
                    </a:cubicBezTo>
                    <a:close/>
                    <a:moveTo>
                      <a:pt x="1504" y="0"/>
                    </a:moveTo>
                    <a:cubicBezTo>
                      <a:pt x="681" y="0"/>
                      <a:pt x="1" y="676"/>
                      <a:pt x="1" y="1499"/>
                    </a:cubicBezTo>
                    <a:lnTo>
                      <a:pt x="1" y="7207"/>
                    </a:lnTo>
                    <a:cubicBezTo>
                      <a:pt x="1" y="8030"/>
                      <a:pt x="681" y="8686"/>
                      <a:pt x="1504" y="8686"/>
                    </a:cubicBezTo>
                    <a:lnTo>
                      <a:pt x="7641" y="8686"/>
                    </a:lnTo>
                    <a:cubicBezTo>
                      <a:pt x="7562" y="8873"/>
                      <a:pt x="7518" y="9056"/>
                      <a:pt x="7518" y="9263"/>
                    </a:cubicBezTo>
                    <a:lnTo>
                      <a:pt x="7518" y="22552"/>
                    </a:lnTo>
                    <a:cubicBezTo>
                      <a:pt x="7518" y="23370"/>
                      <a:pt x="8198" y="24031"/>
                      <a:pt x="9021" y="24031"/>
                    </a:cubicBezTo>
                    <a:lnTo>
                      <a:pt x="14710" y="24031"/>
                    </a:lnTo>
                    <a:cubicBezTo>
                      <a:pt x="15119" y="24031"/>
                      <a:pt x="15469" y="23888"/>
                      <a:pt x="15735" y="23617"/>
                    </a:cubicBezTo>
                    <a:cubicBezTo>
                      <a:pt x="16021" y="23888"/>
                      <a:pt x="16371" y="24031"/>
                      <a:pt x="16785" y="24031"/>
                    </a:cubicBezTo>
                    <a:lnTo>
                      <a:pt x="30050" y="24031"/>
                    </a:lnTo>
                    <a:cubicBezTo>
                      <a:pt x="30873" y="24031"/>
                      <a:pt x="31549" y="23370"/>
                      <a:pt x="31549" y="22552"/>
                    </a:cubicBezTo>
                    <a:lnTo>
                      <a:pt x="31549" y="16839"/>
                    </a:lnTo>
                    <a:cubicBezTo>
                      <a:pt x="31549" y="16021"/>
                      <a:pt x="30873" y="15341"/>
                      <a:pt x="30050" y="15341"/>
                    </a:cubicBezTo>
                    <a:lnTo>
                      <a:pt x="16785" y="15341"/>
                    </a:lnTo>
                    <a:cubicBezTo>
                      <a:pt x="16578" y="15341"/>
                      <a:pt x="16391" y="15385"/>
                      <a:pt x="16208" y="15464"/>
                    </a:cubicBezTo>
                    <a:lnTo>
                      <a:pt x="16208" y="14212"/>
                    </a:lnTo>
                    <a:cubicBezTo>
                      <a:pt x="16208" y="13946"/>
                      <a:pt x="16001" y="13739"/>
                      <a:pt x="15735" y="13739"/>
                    </a:cubicBezTo>
                    <a:cubicBezTo>
                      <a:pt x="15489" y="13739"/>
                      <a:pt x="15282" y="13946"/>
                      <a:pt x="15282" y="14212"/>
                    </a:cubicBezTo>
                    <a:lnTo>
                      <a:pt x="15282" y="22552"/>
                    </a:lnTo>
                    <a:cubicBezTo>
                      <a:pt x="15282" y="22858"/>
                      <a:pt x="15035" y="23104"/>
                      <a:pt x="14710" y="23104"/>
                    </a:cubicBezTo>
                    <a:lnTo>
                      <a:pt x="9021" y="23104"/>
                    </a:lnTo>
                    <a:cubicBezTo>
                      <a:pt x="8691" y="23104"/>
                      <a:pt x="8445" y="22858"/>
                      <a:pt x="8445" y="22552"/>
                    </a:cubicBezTo>
                    <a:lnTo>
                      <a:pt x="8445" y="9263"/>
                    </a:lnTo>
                    <a:cubicBezTo>
                      <a:pt x="8445" y="8952"/>
                      <a:pt x="8691" y="8686"/>
                      <a:pt x="9021" y="8686"/>
                    </a:cubicBezTo>
                    <a:lnTo>
                      <a:pt x="14710" y="8686"/>
                    </a:lnTo>
                    <a:cubicBezTo>
                      <a:pt x="15035" y="8686"/>
                      <a:pt x="15282" y="8952"/>
                      <a:pt x="15282" y="9263"/>
                    </a:cubicBezTo>
                    <a:lnTo>
                      <a:pt x="15282" y="12363"/>
                    </a:lnTo>
                    <a:cubicBezTo>
                      <a:pt x="15282" y="12610"/>
                      <a:pt x="15489" y="12817"/>
                      <a:pt x="15735" y="12817"/>
                    </a:cubicBezTo>
                    <a:cubicBezTo>
                      <a:pt x="16001" y="12817"/>
                      <a:pt x="16208" y="12610"/>
                      <a:pt x="16208" y="12363"/>
                    </a:cubicBezTo>
                    <a:lnTo>
                      <a:pt x="16208" y="9263"/>
                    </a:lnTo>
                    <a:cubicBezTo>
                      <a:pt x="16208" y="8873"/>
                      <a:pt x="16046" y="8504"/>
                      <a:pt x="15799" y="8237"/>
                    </a:cubicBezTo>
                    <a:cubicBezTo>
                      <a:pt x="16046" y="7966"/>
                      <a:pt x="16208" y="7597"/>
                      <a:pt x="16208" y="7207"/>
                    </a:cubicBezTo>
                    <a:lnTo>
                      <a:pt x="16208" y="1499"/>
                    </a:lnTo>
                    <a:cubicBezTo>
                      <a:pt x="16208" y="676"/>
                      <a:pt x="15528" y="0"/>
                      <a:pt x="14710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39"/>
              <p:cNvSpPr/>
              <p:nvPr/>
            </p:nvSpPr>
            <p:spPr>
              <a:xfrm>
                <a:off x="3307752" y="4541893"/>
                <a:ext cx="217717" cy="92555"/>
              </a:xfrm>
              <a:custGeom>
                <a:avLst/>
                <a:gdLst/>
                <a:ahLst/>
                <a:cxnLst/>
                <a:rect l="l" t="t" r="r" b="b"/>
                <a:pathLst>
                  <a:path w="13187" h="5606" extrusionOk="0">
                    <a:moveTo>
                      <a:pt x="12260" y="922"/>
                    </a:moveTo>
                    <a:lnTo>
                      <a:pt x="12260" y="4683"/>
                    </a:lnTo>
                    <a:lnTo>
                      <a:pt x="7084" y="4683"/>
                    </a:lnTo>
                    <a:lnTo>
                      <a:pt x="7084" y="922"/>
                    </a:lnTo>
                    <a:close/>
                    <a:moveTo>
                      <a:pt x="454" y="0"/>
                    </a:moveTo>
                    <a:cubicBezTo>
                      <a:pt x="208" y="0"/>
                      <a:pt x="1" y="203"/>
                      <a:pt x="1" y="474"/>
                    </a:cubicBezTo>
                    <a:lnTo>
                      <a:pt x="1" y="5157"/>
                    </a:lnTo>
                    <a:cubicBezTo>
                      <a:pt x="1" y="5403"/>
                      <a:pt x="208" y="5605"/>
                      <a:pt x="454" y="5605"/>
                    </a:cubicBezTo>
                    <a:lnTo>
                      <a:pt x="3535" y="5605"/>
                    </a:lnTo>
                    <a:cubicBezTo>
                      <a:pt x="3781" y="5605"/>
                      <a:pt x="3984" y="5403"/>
                      <a:pt x="3984" y="5157"/>
                    </a:cubicBezTo>
                    <a:cubicBezTo>
                      <a:pt x="3984" y="4885"/>
                      <a:pt x="3781" y="4683"/>
                      <a:pt x="3535" y="4683"/>
                    </a:cubicBezTo>
                    <a:lnTo>
                      <a:pt x="922" y="4683"/>
                    </a:lnTo>
                    <a:lnTo>
                      <a:pt x="922" y="922"/>
                    </a:lnTo>
                    <a:lnTo>
                      <a:pt x="6162" y="922"/>
                    </a:lnTo>
                    <a:lnTo>
                      <a:pt x="6162" y="4683"/>
                    </a:lnTo>
                    <a:lnTo>
                      <a:pt x="5383" y="4683"/>
                    </a:lnTo>
                    <a:cubicBezTo>
                      <a:pt x="5112" y="4683"/>
                      <a:pt x="4910" y="4885"/>
                      <a:pt x="4910" y="5157"/>
                    </a:cubicBezTo>
                    <a:cubicBezTo>
                      <a:pt x="4910" y="5403"/>
                      <a:pt x="5112" y="5605"/>
                      <a:pt x="5383" y="5605"/>
                    </a:cubicBezTo>
                    <a:lnTo>
                      <a:pt x="12713" y="5605"/>
                    </a:lnTo>
                    <a:cubicBezTo>
                      <a:pt x="12980" y="5605"/>
                      <a:pt x="13187" y="5403"/>
                      <a:pt x="13187" y="5157"/>
                    </a:cubicBezTo>
                    <a:lnTo>
                      <a:pt x="13187" y="474"/>
                    </a:lnTo>
                    <a:cubicBezTo>
                      <a:pt x="13187" y="203"/>
                      <a:pt x="12980" y="0"/>
                      <a:pt x="12713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39"/>
              <p:cNvSpPr/>
              <p:nvPr/>
            </p:nvSpPr>
            <p:spPr>
              <a:xfrm>
                <a:off x="3179551" y="4416716"/>
                <a:ext cx="92555" cy="217717"/>
              </a:xfrm>
              <a:custGeom>
                <a:avLst/>
                <a:gdLst/>
                <a:ahLst/>
                <a:cxnLst/>
                <a:rect l="l" t="t" r="r" b="b"/>
                <a:pathLst>
                  <a:path w="5606" h="13187" extrusionOk="0">
                    <a:moveTo>
                      <a:pt x="4684" y="927"/>
                    </a:moveTo>
                    <a:lnTo>
                      <a:pt x="4684" y="6103"/>
                    </a:lnTo>
                    <a:lnTo>
                      <a:pt x="923" y="6103"/>
                    </a:lnTo>
                    <a:lnTo>
                      <a:pt x="923" y="927"/>
                    </a:lnTo>
                    <a:close/>
                    <a:moveTo>
                      <a:pt x="4684" y="7024"/>
                    </a:moveTo>
                    <a:lnTo>
                      <a:pt x="4684" y="12264"/>
                    </a:lnTo>
                    <a:lnTo>
                      <a:pt x="923" y="12264"/>
                    </a:lnTo>
                    <a:lnTo>
                      <a:pt x="923" y="7024"/>
                    </a:lnTo>
                    <a:close/>
                    <a:moveTo>
                      <a:pt x="454" y="0"/>
                    </a:moveTo>
                    <a:cubicBezTo>
                      <a:pt x="208" y="0"/>
                      <a:pt x="1" y="207"/>
                      <a:pt x="1" y="473"/>
                    </a:cubicBezTo>
                    <a:lnTo>
                      <a:pt x="1" y="12738"/>
                    </a:lnTo>
                    <a:cubicBezTo>
                      <a:pt x="1" y="12984"/>
                      <a:pt x="208" y="13186"/>
                      <a:pt x="454" y="13186"/>
                    </a:cubicBezTo>
                    <a:lnTo>
                      <a:pt x="5137" y="13186"/>
                    </a:lnTo>
                    <a:cubicBezTo>
                      <a:pt x="5403" y="13186"/>
                      <a:pt x="5606" y="12984"/>
                      <a:pt x="5606" y="12738"/>
                    </a:cubicBezTo>
                    <a:lnTo>
                      <a:pt x="5606" y="473"/>
                    </a:lnTo>
                    <a:cubicBezTo>
                      <a:pt x="5606" y="207"/>
                      <a:pt x="5403" y="0"/>
                      <a:pt x="5137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39"/>
              <p:cNvSpPr/>
              <p:nvPr/>
            </p:nvSpPr>
            <p:spPr>
              <a:xfrm>
                <a:off x="3354564" y="4578517"/>
                <a:ext cx="22388" cy="22404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357" extrusionOk="0">
                    <a:moveTo>
                      <a:pt x="675" y="1"/>
                    </a:moveTo>
                    <a:cubicBezTo>
                      <a:pt x="306" y="1"/>
                      <a:pt x="0" y="306"/>
                      <a:pt x="0" y="676"/>
                    </a:cubicBezTo>
                    <a:cubicBezTo>
                      <a:pt x="0" y="1046"/>
                      <a:pt x="306" y="1356"/>
                      <a:pt x="675" y="1356"/>
                    </a:cubicBezTo>
                    <a:cubicBezTo>
                      <a:pt x="1045" y="1356"/>
                      <a:pt x="1356" y="1046"/>
                      <a:pt x="1356" y="676"/>
                    </a:cubicBezTo>
                    <a:cubicBezTo>
                      <a:pt x="1356" y="306"/>
                      <a:pt x="1045" y="1"/>
                      <a:pt x="675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39"/>
              <p:cNvSpPr/>
              <p:nvPr/>
            </p:nvSpPr>
            <p:spPr>
              <a:xfrm>
                <a:off x="3187691" y="4324166"/>
                <a:ext cx="22404" cy="22404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357" extrusionOk="0">
                    <a:moveTo>
                      <a:pt x="676" y="0"/>
                    </a:moveTo>
                    <a:cubicBezTo>
                      <a:pt x="306" y="0"/>
                      <a:pt x="1" y="306"/>
                      <a:pt x="1" y="676"/>
                    </a:cubicBezTo>
                    <a:cubicBezTo>
                      <a:pt x="1" y="1045"/>
                      <a:pt x="306" y="1356"/>
                      <a:pt x="676" y="1356"/>
                    </a:cubicBezTo>
                    <a:cubicBezTo>
                      <a:pt x="1046" y="1356"/>
                      <a:pt x="1356" y="1045"/>
                      <a:pt x="1356" y="676"/>
                    </a:cubicBezTo>
                    <a:cubicBezTo>
                      <a:pt x="1356" y="306"/>
                      <a:pt x="1046" y="0"/>
                      <a:pt x="676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39"/>
              <p:cNvSpPr/>
              <p:nvPr/>
            </p:nvSpPr>
            <p:spPr>
              <a:xfrm>
                <a:off x="3216191" y="4324166"/>
                <a:ext cx="22388" cy="22404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357" extrusionOk="0">
                    <a:moveTo>
                      <a:pt x="675" y="0"/>
                    </a:moveTo>
                    <a:cubicBezTo>
                      <a:pt x="306" y="0"/>
                      <a:pt x="0" y="306"/>
                      <a:pt x="0" y="676"/>
                    </a:cubicBezTo>
                    <a:cubicBezTo>
                      <a:pt x="0" y="1045"/>
                      <a:pt x="306" y="1356"/>
                      <a:pt x="675" y="1356"/>
                    </a:cubicBezTo>
                    <a:cubicBezTo>
                      <a:pt x="1045" y="1356"/>
                      <a:pt x="1356" y="1045"/>
                      <a:pt x="1356" y="676"/>
                    </a:cubicBezTo>
                    <a:cubicBezTo>
                      <a:pt x="1356" y="306"/>
                      <a:pt x="1045" y="0"/>
                      <a:pt x="675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39"/>
              <p:cNvSpPr/>
              <p:nvPr/>
            </p:nvSpPr>
            <p:spPr>
              <a:xfrm>
                <a:off x="3200885" y="4444225"/>
                <a:ext cx="22388" cy="22388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356" extrusionOk="0">
                    <a:moveTo>
                      <a:pt x="681" y="0"/>
                    </a:moveTo>
                    <a:cubicBezTo>
                      <a:pt x="311" y="0"/>
                      <a:pt x="0" y="306"/>
                      <a:pt x="0" y="676"/>
                    </a:cubicBezTo>
                    <a:cubicBezTo>
                      <a:pt x="0" y="1045"/>
                      <a:pt x="311" y="1356"/>
                      <a:pt x="681" y="1356"/>
                    </a:cubicBezTo>
                    <a:cubicBezTo>
                      <a:pt x="1050" y="1356"/>
                      <a:pt x="1356" y="1045"/>
                      <a:pt x="1356" y="676"/>
                    </a:cubicBezTo>
                    <a:cubicBezTo>
                      <a:pt x="1356" y="306"/>
                      <a:pt x="1050" y="0"/>
                      <a:pt x="681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39"/>
              <p:cNvSpPr/>
              <p:nvPr/>
            </p:nvSpPr>
            <p:spPr>
              <a:xfrm>
                <a:off x="3229368" y="4444225"/>
                <a:ext cx="22404" cy="22388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356" extrusionOk="0">
                    <a:moveTo>
                      <a:pt x="681" y="0"/>
                    </a:moveTo>
                    <a:cubicBezTo>
                      <a:pt x="311" y="0"/>
                      <a:pt x="1" y="306"/>
                      <a:pt x="1" y="676"/>
                    </a:cubicBezTo>
                    <a:cubicBezTo>
                      <a:pt x="1" y="1045"/>
                      <a:pt x="311" y="1356"/>
                      <a:pt x="681" y="1356"/>
                    </a:cubicBezTo>
                    <a:cubicBezTo>
                      <a:pt x="1051" y="1356"/>
                      <a:pt x="1356" y="1045"/>
                      <a:pt x="1356" y="676"/>
                    </a:cubicBezTo>
                    <a:cubicBezTo>
                      <a:pt x="1356" y="306"/>
                      <a:pt x="1051" y="0"/>
                      <a:pt x="681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39"/>
              <p:cNvSpPr/>
              <p:nvPr/>
            </p:nvSpPr>
            <p:spPr>
              <a:xfrm>
                <a:off x="3200885" y="4576486"/>
                <a:ext cx="22388" cy="22388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356" extrusionOk="0">
                    <a:moveTo>
                      <a:pt x="681" y="0"/>
                    </a:moveTo>
                    <a:cubicBezTo>
                      <a:pt x="311" y="0"/>
                      <a:pt x="0" y="306"/>
                      <a:pt x="0" y="676"/>
                    </a:cubicBezTo>
                    <a:cubicBezTo>
                      <a:pt x="0" y="1045"/>
                      <a:pt x="311" y="1356"/>
                      <a:pt x="681" y="1356"/>
                    </a:cubicBezTo>
                    <a:cubicBezTo>
                      <a:pt x="1050" y="1356"/>
                      <a:pt x="1356" y="1045"/>
                      <a:pt x="1356" y="676"/>
                    </a:cubicBezTo>
                    <a:cubicBezTo>
                      <a:pt x="1356" y="306"/>
                      <a:pt x="1050" y="0"/>
                      <a:pt x="681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39"/>
              <p:cNvSpPr/>
              <p:nvPr/>
            </p:nvSpPr>
            <p:spPr>
              <a:xfrm>
                <a:off x="3229368" y="4576486"/>
                <a:ext cx="22404" cy="22388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356" extrusionOk="0">
                    <a:moveTo>
                      <a:pt x="681" y="0"/>
                    </a:moveTo>
                    <a:cubicBezTo>
                      <a:pt x="311" y="0"/>
                      <a:pt x="1" y="306"/>
                      <a:pt x="1" y="676"/>
                    </a:cubicBezTo>
                    <a:cubicBezTo>
                      <a:pt x="1" y="1045"/>
                      <a:pt x="311" y="1356"/>
                      <a:pt x="681" y="1356"/>
                    </a:cubicBezTo>
                    <a:cubicBezTo>
                      <a:pt x="1051" y="1356"/>
                      <a:pt x="1356" y="1045"/>
                      <a:pt x="1356" y="676"/>
                    </a:cubicBezTo>
                    <a:cubicBezTo>
                      <a:pt x="1356" y="306"/>
                      <a:pt x="1051" y="0"/>
                      <a:pt x="681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39"/>
              <p:cNvSpPr/>
              <p:nvPr/>
            </p:nvSpPr>
            <p:spPr>
              <a:xfrm>
                <a:off x="3200885" y="4481823"/>
                <a:ext cx="22388" cy="22404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357" extrusionOk="0">
                    <a:moveTo>
                      <a:pt x="681" y="1"/>
                    </a:moveTo>
                    <a:cubicBezTo>
                      <a:pt x="311" y="1"/>
                      <a:pt x="0" y="311"/>
                      <a:pt x="0" y="681"/>
                    </a:cubicBezTo>
                    <a:cubicBezTo>
                      <a:pt x="0" y="1051"/>
                      <a:pt x="311" y="1356"/>
                      <a:pt x="681" y="1356"/>
                    </a:cubicBezTo>
                    <a:cubicBezTo>
                      <a:pt x="1050" y="1356"/>
                      <a:pt x="1356" y="1051"/>
                      <a:pt x="1356" y="681"/>
                    </a:cubicBezTo>
                    <a:cubicBezTo>
                      <a:pt x="1356" y="311"/>
                      <a:pt x="1050" y="1"/>
                      <a:pt x="681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39"/>
              <p:cNvSpPr/>
              <p:nvPr/>
            </p:nvSpPr>
            <p:spPr>
              <a:xfrm>
                <a:off x="3216191" y="4546946"/>
                <a:ext cx="22388" cy="22388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356" extrusionOk="0">
                    <a:moveTo>
                      <a:pt x="675" y="0"/>
                    </a:moveTo>
                    <a:cubicBezTo>
                      <a:pt x="306" y="0"/>
                      <a:pt x="0" y="311"/>
                      <a:pt x="0" y="680"/>
                    </a:cubicBezTo>
                    <a:cubicBezTo>
                      <a:pt x="0" y="1050"/>
                      <a:pt x="306" y="1356"/>
                      <a:pt x="675" y="1356"/>
                    </a:cubicBezTo>
                    <a:cubicBezTo>
                      <a:pt x="1045" y="1356"/>
                      <a:pt x="1356" y="1050"/>
                      <a:pt x="1356" y="680"/>
                    </a:cubicBezTo>
                    <a:cubicBezTo>
                      <a:pt x="1356" y="311"/>
                      <a:pt x="1045" y="0"/>
                      <a:pt x="675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39"/>
              <p:cNvSpPr/>
              <p:nvPr/>
            </p:nvSpPr>
            <p:spPr>
              <a:xfrm>
                <a:off x="3229368" y="4481823"/>
                <a:ext cx="22404" cy="22404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1357" extrusionOk="0">
                    <a:moveTo>
                      <a:pt x="681" y="1"/>
                    </a:moveTo>
                    <a:cubicBezTo>
                      <a:pt x="311" y="1"/>
                      <a:pt x="1" y="311"/>
                      <a:pt x="1" y="681"/>
                    </a:cubicBezTo>
                    <a:cubicBezTo>
                      <a:pt x="1" y="1051"/>
                      <a:pt x="311" y="1356"/>
                      <a:pt x="681" y="1356"/>
                    </a:cubicBezTo>
                    <a:cubicBezTo>
                      <a:pt x="1051" y="1356"/>
                      <a:pt x="1356" y="1051"/>
                      <a:pt x="1356" y="681"/>
                    </a:cubicBezTo>
                    <a:cubicBezTo>
                      <a:pt x="1356" y="311"/>
                      <a:pt x="1051" y="1"/>
                      <a:pt x="681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54" name="Google Shape;1854;p39"/>
            <p:cNvSpPr/>
            <p:nvPr/>
          </p:nvSpPr>
          <p:spPr>
            <a:xfrm>
              <a:off x="3469489" y="4563210"/>
              <a:ext cx="22388" cy="22404"/>
            </a:xfrm>
            <a:custGeom>
              <a:avLst/>
              <a:gdLst/>
              <a:ahLst/>
              <a:cxnLst/>
              <a:rect l="l" t="t" r="r" b="b"/>
              <a:pathLst>
                <a:path w="1356" h="1357" extrusionOk="0">
                  <a:moveTo>
                    <a:pt x="681" y="1"/>
                  </a:moveTo>
                  <a:cubicBezTo>
                    <a:pt x="311" y="1"/>
                    <a:pt x="0" y="311"/>
                    <a:pt x="0" y="681"/>
                  </a:cubicBezTo>
                  <a:cubicBezTo>
                    <a:pt x="0" y="1051"/>
                    <a:pt x="311" y="1357"/>
                    <a:pt x="681" y="1357"/>
                  </a:cubicBezTo>
                  <a:cubicBezTo>
                    <a:pt x="1050" y="1357"/>
                    <a:pt x="1356" y="1051"/>
                    <a:pt x="1356" y="681"/>
                  </a:cubicBezTo>
                  <a:cubicBezTo>
                    <a:pt x="1356" y="311"/>
                    <a:pt x="1050" y="1"/>
                    <a:pt x="68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9"/>
            <p:cNvSpPr/>
            <p:nvPr/>
          </p:nvSpPr>
          <p:spPr>
            <a:xfrm>
              <a:off x="3438958" y="4577460"/>
              <a:ext cx="22404" cy="22404"/>
            </a:xfrm>
            <a:custGeom>
              <a:avLst/>
              <a:gdLst/>
              <a:ahLst/>
              <a:cxnLst/>
              <a:rect l="l" t="t" r="r" b="b"/>
              <a:pathLst>
                <a:path w="1357" h="1357" extrusionOk="0">
                  <a:moveTo>
                    <a:pt x="681" y="1"/>
                  </a:moveTo>
                  <a:cubicBezTo>
                    <a:pt x="311" y="1"/>
                    <a:pt x="1" y="311"/>
                    <a:pt x="1" y="681"/>
                  </a:cubicBezTo>
                  <a:cubicBezTo>
                    <a:pt x="1" y="1051"/>
                    <a:pt x="311" y="1356"/>
                    <a:pt x="681" y="1356"/>
                  </a:cubicBezTo>
                  <a:cubicBezTo>
                    <a:pt x="1051" y="1356"/>
                    <a:pt x="1356" y="1051"/>
                    <a:pt x="1356" y="681"/>
                  </a:cubicBezTo>
                  <a:cubicBezTo>
                    <a:pt x="1356" y="311"/>
                    <a:pt x="1051" y="1"/>
                    <a:pt x="68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9"/>
            <p:cNvSpPr/>
            <p:nvPr/>
          </p:nvSpPr>
          <p:spPr>
            <a:xfrm>
              <a:off x="3469489" y="4591710"/>
              <a:ext cx="22388" cy="22388"/>
            </a:xfrm>
            <a:custGeom>
              <a:avLst/>
              <a:gdLst/>
              <a:ahLst/>
              <a:cxnLst/>
              <a:rect l="l" t="t" r="r" b="b"/>
              <a:pathLst>
                <a:path w="1356" h="1356" extrusionOk="0">
                  <a:moveTo>
                    <a:pt x="681" y="0"/>
                  </a:moveTo>
                  <a:cubicBezTo>
                    <a:pt x="311" y="0"/>
                    <a:pt x="0" y="311"/>
                    <a:pt x="0" y="680"/>
                  </a:cubicBezTo>
                  <a:cubicBezTo>
                    <a:pt x="0" y="1050"/>
                    <a:pt x="311" y="1356"/>
                    <a:pt x="681" y="1356"/>
                  </a:cubicBezTo>
                  <a:cubicBezTo>
                    <a:pt x="1050" y="1356"/>
                    <a:pt x="1356" y="1050"/>
                    <a:pt x="1356" y="680"/>
                  </a:cubicBezTo>
                  <a:cubicBezTo>
                    <a:pt x="1356" y="311"/>
                    <a:pt x="1050" y="0"/>
                    <a:pt x="68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81F4152-914C-E784-D2E0-28F8D7ED2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F5E6098-5808-3736-363F-0FA413692274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40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1862" name="Google Shape;1862;p40"/>
          <p:cNvGrpSpPr/>
          <p:nvPr/>
        </p:nvGrpSpPr>
        <p:grpSpPr>
          <a:xfrm>
            <a:off x="1016225" y="1250417"/>
            <a:ext cx="1677600" cy="3259583"/>
            <a:chOff x="1016225" y="1250417"/>
            <a:chExt cx="1677600" cy="3259583"/>
          </a:xfrm>
        </p:grpSpPr>
        <p:sp>
          <p:nvSpPr>
            <p:cNvPr id="1863" name="Google Shape;1863;p40"/>
            <p:cNvSpPr/>
            <p:nvPr/>
          </p:nvSpPr>
          <p:spPr>
            <a:xfrm>
              <a:off x="1016225" y="3179803"/>
              <a:ext cx="16776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3/5</a:t>
              </a:r>
              <a:endParaRPr sz="16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864" name="Google Shape;1864;p40"/>
            <p:cNvSpPr/>
            <p:nvPr/>
          </p:nvSpPr>
          <p:spPr>
            <a:xfrm>
              <a:off x="1016225" y="1250417"/>
              <a:ext cx="16776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Mercury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865" name="Google Shape;1865;p40"/>
            <p:cNvSpPr txBox="1"/>
            <p:nvPr/>
          </p:nvSpPr>
          <p:spPr>
            <a:xfrm>
              <a:off x="1016225" y="3633100"/>
              <a:ext cx="1677600" cy="8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866" name="Google Shape;1866;p40"/>
          <p:cNvGrpSpPr/>
          <p:nvPr/>
        </p:nvGrpSpPr>
        <p:grpSpPr>
          <a:xfrm>
            <a:off x="3733212" y="1250402"/>
            <a:ext cx="1677601" cy="3259599"/>
            <a:chOff x="3733212" y="1250402"/>
            <a:chExt cx="1677601" cy="3259599"/>
          </a:xfrm>
        </p:grpSpPr>
        <p:sp>
          <p:nvSpPr>
            <p:cNvPr id="1867" name="Google Shape;1867;p40"/>
            <p:cNvSpPr/>
            <p:nvPr/>
          </p:nvSpPr>
          <p:spPr>
            <a:xfrm>
              <a:off x="3733213" y="3179803"/>
              <a:ext cx="16776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4/5</a:t>
              </a:r>
              <a:endParaRPr sz="16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868" name="Google Shape;1868;p40"/>
            <p:cNvSpPr/>
            <p:nvPr/>
          </p:nvSpPr>
          <p:spPr>
            <a:xfrm>
              <a:off x="3733213" y="1250402"/>
              <a:ext cx="16776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Jupiter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869" name="Google Shape;1869;p40"/>
            <p:cNvSpPr txBox="1"/>
            <p:nvPr/>
          </p:nvSpPr>
          <p:spPr>
            <a:xfrm>
              <a:off x="3733212" y="3633101"/>
              <a:ext cx="1677600" cy="8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a gas giant and the biggest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870" name="Google Shape;1870;p40"/>
          <p:cNvGrpSpPr/>
          <p:nvPr/>
        </p:nvGrpSpPr>
        <p:grpSpPr>
          <a:xfrm>
            <a:off x="6450175" y="1250417"/>
            <a:ext cx="1677602" cy="3259582"/>
            <a:chOff x="6450175" y="1250417"/>
            <a:chExt cx="1677602" cy="3259582"/>
          </a:xfrm>
        </p:grpSpPr>
        <p:sp>
          <p:nvSpPr>
            <p:cNvPr id="1871" name="Google Shape;1871;p40"/>
            <p:cNvSpPr/>
            <p:nvPr/>
          </p:nvSpPr>
          <p:spPr>
            <a:xfrm>
              <a:off x="6450177" y="3179803"/>
              <a:ext cx="16776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2/5</a:t>
              </a:r>
              <a:endParaRPr sz="16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872" name="Google Shape;1872;p40"/>
            <p:cNvSpPr/>
            <p:nvPr/>
          </p:nvSpPr>
          <p:spPr>
            <a:xfrm>
              <a:off x="6450177" y="1250417"/>
              <a:ext cx="16776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Mars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873" name="Google Shape;1873;p40"/>
            <p:cNvSpPr txBox="1"/>
            <p:nvPr/>
          </p:nvSpPr>
          <p:spPr>
            <a:xfrm>
              <a:off x="6450175" y="3633100"/>
              <a:ext cx="1677600" cy="8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Despite being red, Mars is a very cold place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874" name="Google Shape;1874;p40"/>
          <p:cNvGrpSpPr/>
          <p:nvPr/>
        </p:nvGrpSpPr>
        <p:grpSpPr>
          <a:xfrm>
            <a:off x="1065981" y="2848213"/>
            <a:ext cx="1578075" cy="233400"/>
            <a:chOff x="810950" y="2459963"/>
            <a:chExt cx="1578075" cy="233400"/>
          </a:xfrm>
        </p:grpSpPr>
        <p:sp>
          <p:nvSpPr>
            <p:cNvPr id="1875" name="Google Shape;1875;p40"/>
            <p:cNvSpPr/>
            <p:nvPr/>
          </p:nvSpPr>
          <p:spPr>
            <a:xfrm>
              <a:off x="810950" y="2459963"/>
              <a:ext cx="233400" cy="233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0"/>
            <p:cNvSpPr/>
            <p:nvPr/>
          </p:nvSpPr>
          <p:spPr>
            <a:xfrm>
              <a:off x="1147119" y="2459963"/>
              <a:ext cx="233400" cy="233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0"/>
            <p:cNvSpPr/>
            <p:nvPr/>
          </p:nvSpPr>
          <p:spPr>
            <a:xfrm>
              <a:off x="1483288" y="2459963"/>
              <a:ext cx="233400" cy="233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0"/>
            <p:cNvSpPr/>
            <p:nvPr/>
          </p:nvSpPr>
          <p:spPr>
            <a:xfrm>
              <a:off x="1819456" y="2459963"/>
              <a:ext cx="233400" cy="2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0"/>
            <p:cNvSpPr/>
            <p:nvPr/>
          </p:nvSpPr>
          <p:spPr>
            <a:xfrm>
              <a:off x="2155625" y="2459963"/>
              <a:ext cx="233400" cy="2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0" name="Google Shape;1880;p40"/>
          <p:cNvGrpSpPr/>
          <p:nvPr/>
        </p:nvGrpSpPr>
        <p:grpSpPr>
          <a:xfrm>
            <a:off x="3782971" y="2848213"/>
            <a:ext cx="1578075" cy="233400"/>
            <a:chOff x="3832725" y="2459963"/>
            <a:chExt cx="1578075" cy="233400"/>
          </a:xfrm>
        </p:grpSpPr>
        <p:sp>
          <p:nvSpPr>
            <p:cNvPr id="1881" name="Google Shape;1881;p40"/>
            <p:cNvSpPr/>
            <p:nvPr/>
          </p:nvSpPr>
          <p:spPr>
            <a:xfrm>
              <a:off x="3832725" y="2459963"/>
              <a:ext cx="233400" cy="233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0"/>
            <p:cNvSpPr/>
            <p:nvPr/>
          </p:nvSpPr>
          <p:spPr>
            <a:xfrm>
              <a:off x="4168894" y="2459963"/>
              <a:ext cx="233400" cy="233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0"/>
            <p:cNvSpPr/>
            <p:nvPr/>
          </p:nvSpPr>
          <p:spPr>
            <a:xfrm>
              <a:off x="4505063" y="2459963"/>
              <a:ext cx="233400" cy="233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0"/>
            <p:cNvSpPr/>
            <p:nvPr/>
          </p:nvSpPr>
          <p:spPr>
            <a:xfrm>
              <a:off x="4841231" y="2459963"/>
              <a:ext cx="233400" cy="233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0"/>
            <p:cNvSpPr/>
            <p:nvPr/>
          </p:nvSpPr>
          <p:spPr>
            <a:xfrm>
              <a:off x="5177400" y="2459963"/>
              <a:ext cx="233400" cy="2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6" name="Google Shape;1886;p40"/>
          <p:cNvGrpSpPr/>
          <p:nvPr/>
        </p:nvGrpSpPr>
        <p:grpSpPr>
          <a:xfrm>
            <a:off x="6499936" y="2848213"/>
            <a:ext cx="1578075" cy="233400"/>
            <a:chOff x="6854500" y="2459963"/>
            <a:chExt cx="1578075" cy="233400"/>
          </a:xfrm>
        </p:grpSpPr>
        <p:sp>
          <p:nvSpPr>
            <p:cNvPr id="1887" name="Google Shape;1887;p40"/>
            <p:cNvSpPr/>
            <p:nvPr/>
          </p:nvSpPr>
          <p:spPr>
            <a:xfrm>
              <a:off x="6854500" y="2459963"/>
              <a:ext cx="233400" cy="233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0"/>
            <p:cNvSpPr/>
            <p:nvPr/>
          </p:nvSpPr>
          <p:spPr>
            <a:xfrm>
              <a:off x="7190669" y="2459963"/>
              <a:ext cx="233400" cy="233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0"/>
            <p:cNvSpPr/>
            <p:nvPr/>
          </p:nvSpPr>
          <p:spPr>
            <a:xfrm>
              <a:off x="7526838" y="2459963"/>
              <a:ext cx="233400" cy="2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0"/>
            <p:cNvSpPr/>
            <p:nvPr/>
          </p:nvSpPr>
          <p:spPr>
            <a:xfrm>
              <a:off x="7863006" y="2459963"/>
              <a:ext cx="233400" cy="2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0"/>
            <p:cNvSpPr/>
            <p:nvPr/>
          </p:nvSpPr>
          <p:spPr>
            <a:xfrm>
              <a:off x="8199175" y="2459963"/>
              <a:ext cx="233400" cy="2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2" name="Google Shape;1892;p40"/>
          <p:cNvSpPr/>
          <p:nvPr/>
        </p:nvSpPr>
        <p:spPr>
          <a:xfrm>
            <a:off x="1495313" y="1867200"/>
            <a:ext cx="719400" cy="7194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3" name="Google Shape;1893;p40"/>
          <p:cNvSpPr/>
          <p:nvPr/>
        </p:nvSpPr>
        <p:spPr>
          <a:xfrm>
            <a:off x="4212288" y="1867200"/>
            <a:ext cx="719400" cy="7194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4" name="Google Shape;1894;p40"/>
          <p:cNvSpPr/>
          <p:nvPr/>
        </p:nvSpPr>
        <p:spPr>
          <a:xfrm>
            <a:off x="6929263" y="1867200"/>
            <a:ext cx="719400" cy="7194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95" name="Google Shape;1895;p40"/>
          <p:cNvGrpSpPr/>
          <p:nvPr/>
        </p:nvGrpSpPr>
        <p:grpSpPr>
          <a:xfrm>
            <a:off x="7157519" y="2018524"/>
            <a:ext cx="262885" cy="416751"/>
            <a:chOff x="7978836" y="3740301"/>
            <a:chExt cx="328566" cy="520874"/>
          </a:xfrm>
        </p:grpSpPr>
        <p:sp>
          <p:nvSpPr>
            <p:cNvPr id="1896" name="Google Shape;1896;p40"/>
            <p:cNvSpPr/>
            <p:nvPr/>
          </p:nvSpPr>
          <p:spPr>
            <a:xfrm>
              <a:off x="8174836" y="3768470"/>
              <a:ext cx="125113" cy="266537"/>
            </a:xfrm>
            <a:custGeom>
              <a:avLst/>
              <a:gdLst/>
              <a:ahLst/>
              <a:cxnLst/>
              <a:rect l="l" t="t" r="r" b="b"/>
              <a:pathLst>
                <a:path w="7578" h="16144" extrusionOk="0">
                  <a:moveTo>
                    <a:pt x="1" y="0"/>
                  </a:moveTo>
                  <a:lnTo>
                    <a:pt x="1" y="15237"/>
                  </a:lnTo>
                  <a:lnTo>
                    <a:pt x="2569" y="16144"/>
                  </a:lnTo>
                  <a:lnTo>
                    <a:pt x="2589" y="16144"/>
                  </a:lnTo>
                  <a:lnTo>
                    <a:pt x="7415" y="2608"/>
                  </a:lnTo>
                  <a:cubicBezTo>
                    <a:pt x="7577" y="2154"/>
                    <a:pt x="7331" y="1681"/>
                    <a:pt x="6902" y="1518"/>
                  </a:cubicBezTo>
                  <a:lnTo>
                    <a:pt x="2628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0"/>
            <p:cNvSpPr/>
            <p:nvPr/>
          </p:nvSpPr>
          <p:spPr>
            <a:xfrm>
              <a:off x="7986580" y="3825437"/>
              <a:ext cx="50223" cy="174989"/>
            </a:xfrm>
            <a:custGeom>
              <a:avLst/>
              <a:gdLst/>
              <a:ahLst/>
              <a:cxnLst/>
              <a:rect l="l" t="t" r="r" b="b"/>
              <a:pathLst>
                <a:path w="3042" h="10599" extrusionOk="0">
                  <a:moveTo>
                    <a:pt x="1479" y="1"/>
                  </a:moveTo>
                  <a:cubicBezTo>
                    <a:pt x="661" y="1"/>
                    <a:pt x="0" y="676"/>
                    <a:pt x="0" y="1480"/>
                  </a:cubicBezTo>
                  <a:lnTo>
                    <a:pt x="0" y="10599"/>
                  </a:lnTo>
                  <a:lnTo>
                    <a:pt x="331" y="10599"/>
                  </a:lnTo>
                  <a:cubicBezTo>
                    <a:pt x="1809" y="10599"/>
                    <a:pt x="3042" y="9386"/>
                    <a:pt x="3042" y="7888"/>
                  </a:cubicBezTo>
                  <a:lnTo>
                    <a:pt x="3042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0"/>
            <p:cNvSpPr/>
            <p:nvPr/>
          </p:nvSpPr>
          <p:spPr>
            <a:xfrm>
              <a:off x="8108671" y="4030631"/>
              <a:ext cx="96039" cy="35265"/>
            </a:xfrm>
            <a:custGeom>
              <a:avLst/>
              <a:gdLst/>
              <a:ahLst/>
              <a:cxnLst/>
              <a:rect l="l" t="t" r="r" b="b"/>
              <a:pathLst>
                <a:path w="5817" h="2136" extrusionOk="0">
                  <a:moveTo>
                    <a:pt x="0" y="1"/>
                  </a:moveTo>
                  <a:lnTo>
                    <a:pt x="0" y="2135"/>
                  </a:lnTo>
                  <a:lnTo>
                    <a:pt x="5817" y="2135"/>
                  </a:lnTo>
                  <a:lnTo>
                    <a:pt x="5817" y="1"/>
                  </a:lnTo>
                  <a:close/>
                </a:path>
              </a:pathLst>
            </a:custGeom>
            <a:solidFill>
              <a:srgbClr val="FECA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0"/>
            <p:cNvSpPr/>
            <p:nvPr/>
          </p:nvSpPr>
          <p:spPr>
            <a:xfrm>
              <a:off x="8011001" y="3748111"/>
              <a:ext cx="207943" cy="296751"/>
            </a:xfrm>
            <a:custGeom>
              <a:avLst/>
              <a:gdLst/>
              <a:ahLst/>
              <a:cxnLst/>
              <a:rect l="l" t="t" r="r" b="b"/>
              <a:pathLst>
                <a:path w="12595" h="17974" extrusionOk="0">
                  <a:moveTo>
                    <a:pt x="863" y="1"/>
                  </a:moveTo>
                  <a:cubicBezTo>
                    <a:pt x="394" y="1"/>
                    <a:pt x="0" y="390"/>
                    <a:pt x="0" y="844"/>
                  </a:cubicBezTo>
                  <a:lnTo>
                    <a:pt x="0" y="17973"/>
                  </a:lnTo>
                  <a:lnTo>
                    <a:pt x="11752" y="17973"/>
                  </a:lnTo>
                  <a:cubicBezTo>
                    <a:pt x="12121" y="17973"/>
                    <a:pt x="12427" y="17727"/>
                    <a:pt x="12550" y="17397"/>
                  </a:cubicBezTo>
                  <a:cubicBezTo>
                    <a:pt x="12570" y="17313"/>
                    <a:pt x="12595" y="17209"/>
                    <a:pt x="12595" y="17111"/>
                  </a:cubicBezTo>
                  <a:lnTo>
                    <a:pt x="12595" y="844"/>
                  </a:lnTo>
                  <a:cubicBezTo>
                    <a:pt x="12595" y="390"/>
                    <a:pt x="12225" y="1"/>
                    <a:pt x="11752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0"/>
            <p:cNvSpPr/>
            <p:nvPr/>
          </p:nvSpPr>
          <p:spPr>
            <a:xfrm>
              <a:off x="8068695" y="4006881"/>
              <a:ext cx="92555" cy="81559"/>
            </a:xfrm>
            <a:custGeom>
              <a:avLst/>
              <a:gdLst/>
              <a:ahLst/>
              <a:cxnLst/>
              <a:rect l="l" t="t" r="r" b="b"/>
              <a:pathLst>
                <a:path w="5606" h="4940" extrusionOk="0">
                  <a:moveTo>
                    <a:pt x="1878" y="0"/>
                  </a:moveTo>
                  <a:cubicBezTo>
                    <a:pt x="1438" y="0"/>
                    <a:pt x="1000" y="167"/>
                    <a:pt x="657" y="499"/>
                  </a:cubicBezTo>
                  <a:cubicBezTo>
                    <a:pt x="657" y="519"/>
                    <a:pt x="637" y="539"/>
                    <a:pt x="617" y="539"/>
                  </a:cubicBezTo>
                  <a:cubicBezTo>
                    <a:pt x="1" y="1199"/>
                    <a:pt x="40" y="2225"/>
                    <a:pt x="657" y="2880"/>
                  </a:cubicBezTo>
                  <a:lnTo>
                    <a:pt x="2569" y="4832"/>
                  </a:lnTo>
                  <a:cubicBezTo>
                    <a:pt x="2631" y="4904"/>
                    <a:pt x="2717" y="4940"/>
                    <a:pt x="2803" y="4940"/>
                  </a:cubicBezTo>
                  <a:cubicBezTo>
                    <a:pt x="2890" y="4940"/>
                    <a:pt x="2976" y="4904"/>
                    <a:pt x="3037" y="4832"/>
                  </a:cubicBezTo>
                  <a:lnTo>
                    <a:pt x="4950" y="2880"/>
                  </a:lnTo>
                  <a:cubicBezTo>
                    <a:pt x="5566" y="2225"/>
                    <a:pt x="5606" y="1199"/>
                    <a:pt x="4990" y="539"/>
                  </a:cubicBezTo>
                  <a:cubicBezTo>
                    <a:pt x="4970" y="539"/>
                    <a:pt x="4970" y="519"/>
                    <a:pt x="4950" y="499"/>
                  </a:cubicBezTo>
                  <a:cubicBezTo>
                    <a:pt x="4618" y="167"/>
                    <a:pt x="4178" y="0"/>
                    <a:pt x="3739" y="0"/>
                  </a:cubicBezTo>
                  <a:cubicBezTo>
                    <a:pt x="3416" y="0"/>
                    <a:pt x="3094" y="91"/>
                    <a:pt x="2816" y="273"/>
                  </a:cubicBezTo>
                  <a:cubicBezTo>
                    <a:pt x="2527" y="91"/>
                    <a:pt x="2202" y="0"/>
                    <a:pt x="187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0"/>
            <p:cNvSpPr/>
            <p:nvPr/>
          </p:nvSpPr>
          <p:spPr>
            <a:xfrm>
              <a:off x="7986580" y="3927514"/>
              <a:ext cx="218114" cy="280455"/>
            </a:xfrm>
            <a:custGeom>
              <a:avLst/>
              <a:gdLst/>
              <a:ahLst/>
              <a:cxnLst/>
              <a:rect l="l" t="t" r="r" b="b"/>
              <a:pathLst>
                <a:path w="13211" h="16987" extrusionOk="0">
                  <a:moveTo>
                    <a:pt x="3845" y="0"/>
                  </a:moveTo>
                  <a:cubicBezTo>
                    <a:pt x="3554" y="0"/>
                    <a:pt x="3249" y="84"/>
                    <a:pt x="3002" y="286"/>
                  </a:cubicBezTo>
                  <a:lnTo>
                    <a:pt x="1479" y="1459"/>
                  </a:lnTo>
                  <a:lnTo>
                    <a:pt x="434" y="2258"/>
                  </a:lnTo>
                  <a:cubicBezTo>
                    <a:pt x="168" y="2465"/>
                    <a:pt x="0" y="2795"/>
                    <a:pt x="0" y="3140"/>
                  </a:cubicBezTo>
                  <a:lnTo>
                    <a:pt x="0" y="7887"/>
                  </a:lnTo>
                  <a:cubicBezTo>
                    <a:pt x="0" y="9573"/>
                    <a:pt x="1233" y="10988"/>
                    <a:pt x="2859" y="11254"/>
                  </a:cubicBezTo>
                  <a:lnTo>
                    <a:pt x="2835" y="16987"/>
                  </a:lnTo>
                  <a:lnTo>
                    <a:pt x="11298" y="16987"/>
                  </a:lnTo>
                  <a:lnTo>
                    <a:pt x="11298" y="11214"/>
                  </a:lnTo>
                  <a:cubicBezTo>
                    <a:pt x="12407" y="10929"/>
                    <a:pt x="13211" y="9918"/>
                    <a:pt x="13211" y="8730"/>
                  </a:cubicBezTo>
                  <a:lnTo>
                    <a:pt x="13211" y="7108"/>
                  </a:lnTo>
                  <a:lnTo>
                    <a:pt x="7394" y="7108"/>
                  </a:lnTo>
                  <a:cubicBezTo>
                    <a:pt x="6758" y="6019"/>
                    <a:pt x="5590" y="5299"/>
                    <a:pt x="4235" y="5299"/>
                  </a:cubicBezTo>
                  <a:lnTo>
                    <a:pt x="2776" y="5299"/>
                  </a:lnTo>
                  <a:lnTo>
                    <a:pt x="2776" y="3963"/>
                  </a:lnTo>
                  <a:lnTo>
                    <a:pt x="4708" y="2485"/>
                  </a:lnTo>
                  <a:cubicBezTo>
                    <a:pt x="5299" y="2011"/>
                    <a:pt x="5423" y="1129"/>
                    <a:pt x="4954" y="533"/>
                  </a:cubicBezTo>
                  <a:cubicBezTo>
                    <a:pt x="4663" y="183"/>
                    <a:pt x="4254" y="0"/>
                    <a:pt x="3845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0"/>
            <p:cNvSpPr/>
            <p:nvPr/>
          </p:nvSpPr>
          <p:spPr>
            <a:xfrm>
              <a:off x="8010011" y="4199847"/>
              <a:ext cx="186563" cy="53889"/>
            </a:xfrm>
            <a:custGeom>
              <a:avLst/>
              <a:gdLst/>
              <a:ahLst/>
              <a:cxnLst/>
              <a:rect l="l" t="t" r="r" b="b"/>
              <a:pathLst>
                <a:path w="11300" h="3264" extrusionOk="0">
                  <a:moveTo>
                    <a:pt x="1110" y="1"/>
                  </a:moveTo>
                  <a:cubicBezTo>
                    <a:pt x="494" y="1"/>
                    <a:pt x="1" y="494"/>
                    <a:pt x="1" y="1110"/>
                  </a:cubicBezTo>
                  <a:lnTo>
                    <a:pt x="1" y="3160"/>
                  </a:lnTo>
                  <a:cubicBezTo>
                    <a:pt x="1" y="3225"/>
                    <a:pt x="40" y="3264"/>
                    <a:pt x="104" y="3264"/>
                  </a:cubicBezTo>
                  <a:lnTo>
                    <a:pt x="11196" y="3264"/>
                  </a:lnTo>
                  <a:cubicBezTo>
                    <a:pt x="11255" y="3264"/>
                    <a:pt x="11299" y="3225"/>
                    <a:pt x="11299" y="3160"/>
                  </a:cubicBezTo>
                  <a:lnTo>
                    <a:pt x="11299" y="1110"/>
                  </a:lnTo>
                  <a:cubicBezTo>
                    <a:pt x="11299" y="494"/>
                    <a:pt x="10806" y="1"/>
                    <a:pt x="10190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0"/>
            <p:cNvSpPr/>
            <p:nvPr/>
          </p:nvSpPr>
          <p:spPr>
            <a:xfrm>
              <a:off x="7978836" y="3740301"/>
              <a:ext cx="328566" cy="520874"/>
            </a:xfrm>
            <a:custGeom>
              <a:avLst/>
              <a:gdLst/>
              <a:ahLst/>
              <a:cxnLst/>
              <a:rect l="l" t="t" r="r" b="b"/>
              <a:pathLst>
                <a:path w="19901" h="31549" extrusionOk="0">
                  <a:moveTo>
                    <a:pt x="1500" y="5729"/>
                  </a:moveTo>
                  <a:lnTo>
                    <a:pt x="1500" y="12570"/>
                  </a:lnTo>
                  <a:lnTo>
                    <a:pt x="923" y="12980"/>
                  </a:lnTo>
                  <a:lnTo>
                    <a:pt x="923" y="6636"/>
                  </a:lnTo>
                  <a:cubicBezTo>
                    <a:pt x="923" y="6246"/>
                    <a:pt x="1150" y="5916"/>
                    <a:pt x="1500" y="5729"/>
                  </a:cubicBezTo>
                  <a:close/>
                  <a:moveTo>
                    <a:pt x="13700" y="922"/>
                  </a:moveTo>
                  <a:cubicBezTo>
                    <a:pt x="13902" y="922"/>
                    <a:pt x="14089" y="1110"/>
                    <a:pt x="14089" y="1317"/>
                  </a:cubicBezTo>
                  <a:lnTo>
                    <a:pt x="14089" y="3614"/>
                  </a:lnTo>
                  <a:cubicBezTo>
                    <a:pt x="14089" y="3880"/>
                    <a:pt x="14271" y="4107"/>
                    <a:pt x="14543" y="4107"/>
                  </a:cubicBezTo>
                  <a:cubicBezTo>
                    <a:pt x="14789" y="4107"/>
                    <a:pt x="15011" y="3905"/>
                    <a:pt x="15011" y="3634"/>
                  </a:cubicBezTo>
                  <a:lnTo>
                    <a:pt x="15011" y="2382"/>
                  </a:lnTo>
                  <a:lnTo>
                    <a:pt x="18668" y="3698"/>
                  </a:lnTo>
                  <a:cubicBezTo>
                    <a:pt x="18772" y="3737"/>
                    <a:pt x="18856" y="3801"/>
                    <a:pt x="18895" y="3905"/>
                  </a:cubicBezTo>
                  <a:cubicBezTo>
                    <a:pt x="18935" y="3984"/>
                    <a:pt x="18935" y="4107"/>
                    <a:pt x="18915" y="4191"/>
                  </a:cubicBezTo>
                  <a:lnTo>
                    <a:pt x="15011" y="15055"/>
                  </a:lnTo>
                  <a:lnTo>
                    <a:pt x="15011" y="5526"/>
                  </a:lnTo>
                  <a:cubicBezTo>
                    <a:pt x="15011" y="5260"/>
                    <a:pt x="14809" y="5034"/>
                    <a:pt x="14562" y="5034"/>
                  </a:cubicBezTo>
                  <a:cubicBezTo>
                    <a:pt x="14296" y="5034"/>
                    <a:pt x="14089" y="5236"/>
                    <a:pt x="14089" y="5507"/>
                  </a:cubicBezTo>
                  <a:lnTo>
                    <a:pt x="14089" y="17584"/>
                  </a:lnTo>
                  <a:cubicBezTo>
                    <a:pt x="14089" y="17603"/>
                    <a:pt x="14069" y="17643"/>
                    <a:pt x="14050" y="17682"/>
                  </a:cubicBezTo>
                  <a:cubicBezTo>
                    <a:pt x="14025" y="17805"/>
                    <a:pt x="13926" y="17929"/>
                    <a:pt x="13803" y="17953"/>
                  </a:cubicBezTo>
                  <a:cubicBezTo>
                    <a:pt x="13759" y="17973"/>
                    <a:pt x="13739" y="17973"/>
                    <a:pt x="13700" y="17973"/>
                  </a:cubicBezTo>
                  <a:lnTo>
                    <a:pt x="11624" y="17973"/>
                  </a:lnTo>
                  <a:cubicBezTo>
                    <a:pt x="11358" y="17973"/>
                    <a:pt x="11151" y="18175"/>
                    <a:pt x="11131" y="18422"/>
                  </a:cubicBezTo>
                  <a:cubicBezTo>
                    <a:pt x="11131" y="18693"/>
                    <a:pt x="11339" y="18895"/>
                    <a:pt x="11605" y="18895"/>
                  </a:cubicBezTo>
                  <a:lnTo>
                    <a:pt x="13226" y="18895"/>
                  </a:lnTo>
                  <a:lnTo>
                    <a:pt x="13226" y="20068"/>
                  </a:lnTo>
                  <a:cubicBezTo>
                    <a:pt x="13226" y="21236"/>
                    <a:pt x="12280" y="22163"/>
                    <a:pt x="11112" y="22163"/>
                  </a:cubicBezTo>
                  <a:lnTo>
                    <a:pt x="10185" y="22163"/>
                  </a:lnTo>
                  <a:cubicBezTo>
                    <a:pt x="9919" y="22163"/>
                    <a:pt x="9712" y="22365"/>
                    <a:pt x="9692" y="22612"/>
                  </a:cubicBezTo>
                  <a:cubicBezTo>
                    <a:pt x="9692" y="22883"/>
                    <a:pt x="9899" y="23104"/>
                    <a:pt x="10165" y="23104"/>
                  </a:cubicBezTo>
                  <a:lnTo>
                    <a:pt x="11112" y="23104"/>
                  </a:lnTo>
                  <a:cubicBezTo>
                    <a:pt x="11171" y="23104"/>
                    <a:pt x="11235" y="23085"/>
                    <a:pt x="11294" y="23085"/>
                  </a:cubicBezTo>
                  <a:lnTo>
                    <a:pt x="11294" y="27359"/>
                  </a:lnTo>
                  <a:lnTo>
                    <a:pt x="3777" y="27359"/>
                  </a:lnTo>
                  <a:lnTo>
                    <a:pt x="3777" y="23085"/>
                  </a:lnTo>
                  <a:cubicBezTo>
                    <a:pt x="3821" y="23085"/>
                    <a:pt x="3841" y="23104"/>
                    <a:pt x="3880" y="23104"/>
                  </a:cubicBezTo>
                  <a:lnTo>
                    <a:pt x="4827" y="23104"/>
                  </a:lnTo>
                  <a:cubicBezTo>
                    <a:pt x="5093" y="23104"/>
                    <a:pt x="5320" y="22902"/>
                    <a:pt x="5320" y="22656"/>
                  </a:cubicBezTo>
                  <a:cubicBezTo>
                    <a:pt x="5320" y="22390"/>
                    <a:pt x="5113" y="22163"/>
                    <a:pt x="4847" y="22163"/>
                  </a:cubicBezTo>
                  <a:lnTo>
                    <a:pt x="3880" y="22163"/>
                  </a:lnTo>
                  <a:cubicBezTo>
                    <a:pt x="2259" y="22163"/>
                    <a:pt x="923" y="20847"/>
                    <a:pt x="923" y="19225"/>
                  </a:cubicBezTo>
                  <a:lnTo>
                    <a:pt x="923" y="14478"/>
                  </a:lnTo>
                  <a:cubicBezTo>
                    <a:pt x="923" y="14276"/>
                    <a:pt x="1026" y="14089"/>
                    <a:pt x="1189" y="13965"/>
                  </a:cubicBezTo>
                  <a:lnTo>
                    <a:pt x="3757" y="11994"/>
                  </a:lnTo>
                  <a:cubicBezTo>
                    <a:pt x="3920" y="11855"/>
                    <a:pt x="4121" y="11787"/>
                    <a:pt x="4328" y="11787"/>
                  </a:cubicBezTo>
                  <a:cubicBezTo>
                    <a:pt x="4460" y="11787"/>
                    <a:pt x="4595" y="11815"/>
                    <a:pt x="4723" y="11871"/>
                  </a:cubicBezTo>
                  <a:cubicBezTo>
                    <a:pt x="4763" y="11890"/>
                    <a:pt x="4807" y="11915"/>
                    <a:pt x="4827" y="11954"/>
                  </a:cubicBezTo>
                  <a:cubicBezTo>
                    <a:pt x="5132" y="12161"/>
                    <a:pt x="5275" y="12487"/>
                    <a:pt x="5236" y="12837"/>
                  </a:cubicBezTo>
                  <a:cubicBezTo>
                    <a:pt x="5216" y="13083"/>
                    <a:pt x="5093" y="13290"/>
                    <a:pt x="4886" y="13453"/>
                  </a:cubicBezTo>
                  <a:lnTo>
                    <a:pt x="2959" y="14951"/>
                  </a:lnTo>
                  <a:cubicBezTo>
                    <a:pt x="2855" y="15035"/>
                    <a:pt x="2791" y="15178"/>
                    <a:pt x="2791" y="15321"/>
                  </a:cubicBezTo>
                  <a:lnTo>
                    <a:pt x="2791" y="16637"/>
                  </a:lnTo>
                  <a:cubicBezTo>
                    <a:pt x="2791" y="16903"/>
                    <a:pt x="2998" y="17110"/>
                    <a:pt x="3245" y="17110"/>
                  </a:cubicBezTo>
                  <a:lnTo>
                    <a:pt x="4704" y="17110"/>
                  </a:lnTo>
                  <a:cubicBezTo>
                    <a:pt x="6468" y="17110"/>
                    <a:pt x="7908" y="18545"/>
                    <a:pt x="7908" y="20295"/>
                  </a:cubicBezTo>
                  <a:cubicBezTo>
                    <a:pt x="7908" y="20517"/>
                    <a:pt x="8051" y="20704"/>
                    <a:pt x="8258" y="20763"/>
                  </a:cubicBezTo>
                  <a:cubicBezTo>
                    <a:pt x="8293" y="20770"/>
                    <a:pt x="8328" y="20774"/>
                    <a:pt x="8362" y="20774"/>
                  </a:cubicBezTo>
                  <a:cubicBezTo>
                    <a:pt x="8621" y="20774"/>
                    <a:pt x="8829" y="20567"/>
                    <a:pt x="8829" y="20314"/>
                  </a:cubicBezTo>
                  <a:cubicBezTo>
                    <a:pt x="8829" y="19822"/>
                    <a:pt x="8751" y="19348"/>
                    <a:pt x="8583" y="18895"/>
                  </a:cubicBezTo>
                  <a:lnTo>
                    <a:pt x="9736" y="18895"/>
                  </a:lnTo>
                  <a:cubicBezTo>
                    <a:pt x="9983" y="18895"/>
                    <a:pt x="10205" y="18712"/>
                    <a:pt x="10205" y="18446"/>
                  </a:cubicBezTo>
                  <a:cubicBezTo>
                    <a:pt x="10205" y="18200"/>
                    <a:pt x="10003" y="17973"/>
                    <a:pt x="9756" y="17973"/>
                  </a:cubicBezTo>
                  <a:lnTo>
                    <a:pt x="8110" y="17973"/>
                  </a:lnTo>
                  <a:cubicBezTo>
                    <a:pt x="7370" y="16884"/>
                    <a:pt x="6118" y="16184"/>
                    <a:pt x="4704" y="16184"/>
                  </a:cubicBezTo>
                  <a:lnTo>
                    <a:pt x="3718" y="16184"/>
                  </a:lnTo>
                  <a:lnTo>
                    <a:pt x="3718" y="15548"/>
                  </a:lnTo>
                  <a:lnTo>
                    <a:pt x="5463" y="14173"/>
                  </a:lnTo>
                  <a:cubicBezTo>
                    <a:pt x="5832" y="13887"/>
                    <a:pt x="6079" y="13453"/>
                    <a:pt x="6163" y="12980"/>
                  </a:cubicBezTo>
                  <a:cubicBezTo>
                    <a:pt x="6222" y="12506"/>
                    <a:pt x="6099" y="12013"/>
                    <a:pt x="5813" y="11624"/>
                  </a:cubicBezTo>
                  <a:cubicBezTo>
                    <a:pt x="5522" y="11215"/>
                    <a:pt x="5054" y="10949"/>
                    <a:pt x="4561" y="10885"/>
                  </a:cubicBezTo>
                  <a:cubicBezTo>
                    <a:pt x="4481" y="10875"/>
                    <a:pt x="4401" y="10870"/>
                    <a:pt x="4321" y="10870"/>
                  </a:cubicBezTo>
                  <a:cubicBezTo>
                    <a:pt x="3910" y="10870"/>
                    <a:pt x="3511" y="10998"/>
                    <a:pt x="3180" y="11254"/>
                  </a:cubicBezTo>
                  <a:lnTo>
                    <a:pt x="2421" y="11851"/>
                  </a:lnTo>
                  <a:lnTo>
                    <a:pt x="2421" y="1317"/>
                  </a:lnTo>
                  <a:cubicBezTo>
                    <a:pt x="2421" y="1110"/>
                    <a:pt x="2589" y="922"/>
                    <a:pt x="2811" y="922"/>
                  </a:cubicBezTo>
                  <a:close/>
                  <a:moveTo>
                    <a:pt x="12078" y="28280"/>
                  </a:moveTo>
                  <a:cubicBezTo>
                    <a:pt x="12423" y="28280"/>
                    <a:pt x="12734" y="28571"/>
                    <a:pt x="12734" y="28941"/>
                  </a:cubicBezTo>
                  <a:lnTo>
                    <a:pt x="12734" y="30622"/>
                  </a:lnTo>
                  <a:lnTo>
                    <a:pt x="2362" y="30622"/>
                  </a:lnTo>
                  <a:lnTo>
                    <a:pt x="2362" y="28941"/>
                  </a:lnTo>
                  <a:cubicBezTo>
                    <a:pt x="2362" y="28571"/>
                    <a:pt x="2648" y="28280"/>
                    <a:pt x="2998" y="28280"/>
                  </a:cubicBezTo>
                  <a:close/>
                  <a:moveTo>
                    <a:pt x="2811" y="1"/>
                  </a:moveTo>
                  <a:cubicBezTo>
                    <a:pt x="2071" y="1"/>
                    <a:pt x="1500" y="597"/>
                    <a:pt x="1500" y="1317"/>
                  </a:cubicBezTo>
                  <a:lnTo>
                    <a:pt x="1500" y="4767"/>
                  </a:lnTo>
                  <a:cubicBezTo>
                    <a:pt x="637" y="4969"/>
                    <a:pt x="1" y="5729"/>
                    <a:pt x="1" y="6655"/>
                  </a:cubicBezTo>
                  <a:lnTo>
                    <a:pt x="1" y="19225"/>
                  </a:lnTo>
                  <a:cubicBezTo>
                    <a:pt x="1" y="20990"/>
                    <a:pt x="1209" y="22513"/>
                    <a:pt x="2855" y="22962"/>
                  </a:cubicBezTo>
                  <a:lnTo>
                    <a:pt x="2855" y="27359"/>
                  </a:lnTo>
                  <a:cubicBezTo>
                    <a:pt x="2052" y="27442"/>
                    <a:pt x="1435" y="28118"/>
                    <a:pt x="1435" y="28941"/>
                  </a:cubicBezTo>
                  <a:lnTo>
                    <a:pt x="1435" y="30622"/>
                  </a:lnTo>
                  <a:lnTo>
                    <a:pt x="1046" y="30622"/>
                  </a:lnTo>
                  <a:cubicBezTo>
                    <a:pt x="800" y="30622"/>
                    <a:pt x="573" y="30829"/>
                    <a:pt x="553" y="31075"/>
                  </a:cubicBezTo>
                  <a:cubicBezTo>
                    <a:pt x="553" y="31341"/>
                    <a:pt x="760" y="31548"/>
                    <a:pt x="1026" y="31548"/>
                  </a:cubicBezTo>
                  <a:lnTo>
                    <a:pt x="14518" y="31548"/>
                  </a:lnTo>
                  <a:cubicBezTo>
                    <a:pt x="14789" y="31548"/>
                    <a:pt x="14991" y="31361"/>
                    <a:pt x="15011" y="31115"/>
                  </a:cubicBezTo>
                  <a:cubicBezTo>
                    <a:pt x="15011" y="30848"/>
                    <a:pt x="14809" y="30622"/>
                    <a:pt x="14543" y="30622"/>
                  </a:cubicBezTo>
                  <a:lnTo>
                    <a:pt x="13655" y="30622"/>
                  </a:lnTo>
                  <a:lnTo>
                    <a:pt x="13655" y="28941"/>
                  </a:lnTo>
                  <a:cubicBezTo>
                    <a:pt x="13655" y="28118"/>
                    <a:pt x="13019" y="27442"/>
                    <a:pt x="12241" y="27359"/>
                  </a:cubicBezTo>
                  <a:lnTo>
                    <a:pt x="12241" y="22883"/>
                  </a:lnTo>
                  <a:cubicBezTo>
                    <a:pt x="13350" y="22429"/>
                    <a:pt x="14148" y="21340"/>
                    <a:pt x="14148" y="20068"/>
                  </a:cubicBezTo>
                  <a:lnTo>
                    <a:pt x="14148" y="18816"/>
                  </a:lnTo>
                  <a:cubicBezTo>
                    <a:pt x="14459" y="18712"/>
                    <a:pt x="14705" y="18486"/>
                    <a:pt x="14848" y="18200"/>
                  </a:cubicBezTo>
                  <a:cubicBezTo>
                    <a:pt x="14868" y="18175"/>
                    <a:pt x="14868" y="18175"/>
                    <a:pt x="14868" y="18155"/>
                  </a:cubicBezTo>
                  <a:cubicBezTo>
                    <a:pt x="14912" y="18077"/>
                    <a:pt x="14952" y="17993"/>
                    <a:pt x="14971" y="17929"/>
                  </a:cubicBezTo>
                  <a:lnTo>
                    <a:pt x="19778" y="4496"/>
                  </a:lnTo>
                  <a:cubicBezTo>
                    <a:pt x="19901" y="4171"/>
                    <a:pt x="19881" y="3821"/>
                    <a:pt x="19738" y="3491"/>
                  </a:cubicBezTo>
                  <a:cubicBezTo>
                    <a:pt x="19571" y="3185"/>
                    <a:pt x="19304" y="2939"/>
                    <a:pt x="18979" y="2835"/>
                  </a:cubicBezTo>
                  <a:lnTo>
                    <a:pt x="15011" y="1415"/>
                  </a:lnTo>
                  <a:lnTo>
                    <a:pt x="15011" y="1317"/>
                  </a:lnTo>
                  <a:cubicBezTo>
                    <a:pt x="15011" y="597"/>
                    <a:pt x="14419" y="1"/>
                    <a:pt x="1370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0"/>
            <p:cNvSpPr/>
            <p:nvPr/>
          </p:nvSpPr>
          <p:spPr>
            <a:xfrm>
              <a:off x="8075779" y="4106240"/>
              <a:ext cx="31600" cy="15569"/>
            </a:xfrm>
            <a:custGeom>
              <a:avLst/>
              <a:gdLst/>
              <a:ahLst/>
              <a:cxnLst/>
              <a:rect l="l" t="t" r="r" b="b"/>
              <a:pathLst>
                <a:path w="1914" h="943" extrusionOk="0">
                  <a:moveTo>
                    <a:pt x="454" y="1"/>
                  </a:moveTo>
                  <a:cubicBezTo>
                    <a:pt x="208" y="1"/>
                    <a:pt x="1" y="228"/>
                    <a:pt x="1" y="474"/>
                  </a:cubicBezTo>
                  <a:cubicBezTo>
                    <a:pt x="1" y="721"/>
                    <a:pt x="208" y="942"/>
                    <a:pt x="454" y="942"/>
                  </a:cubicBezTo>
                  <a:lnTo>
                    <a:pt x="1460" y="942"/>
                  </a:lnTo>
                  <a:cubicBezTo>
                    <a:pt x="1706" y="942"/>
                    <a:pt x="1913" y="721"/>
                    <a:pt x="1913" y="474"/>
                  </a:cubicBezTo>
                  <a:cubicBezTo>
                    <a:pt x="1913" y="228"/>
                    <a:pt x="1706" y="1"/>
                    <a:pt x="146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0"/>
            <p:cNvSpPr/>
            <p:nvPr/>
          </p:nvSpPr>
          <p:spPr>
            <a:xfrm>
              <a:off x="8060571" y="3999368"/>
              <a:ext cx="108817" cy="99176"/>
            </a:xfrm>
            <a:custGeom>
              <a:avLst/>
              <a:gdLst/>
              <a:ahLst/>
              <a:cxnLst/>
              <a:rect l="l" t="t" r="r" b="b"/>
              <a:pathLst>
                <a:path w="6591" h="6007" extrusionOk="0">
                  <a:moveTo>
                    <a:pt x="2381" y="915"/>
                  </a:moveTo>
                  <a:cubicBezTo>
                    <a:pt x="2608" y="915"/>
                    <a:pt x="2834" y="994"/>
                    <a:pt x="3037" y="1117"/>
                  </a:cubicBezTo>
                  <a:cubicBezTo>
                    <a:pt x="3120" y="1169"/>
                    <a:pt x="3208" y="1195"/>
                    <a:pt x="3295" y="1195"/>
                  </a:cubicBezTo>
                  <a:cubicBezTo>
                    <a:pt x="3383" y="1195"/>
                    <a:pt x="3470" y="1169"/>
                    <a:pt x="3554" y="1117"/>
                  </a:cubicBezTo>
                  <a:cubicBezTo>
                    <a:pt x="3762" y="988"/>
                    <a:pt x="3998" y="924"/>
                    <a:pt x="4233" y="924"/>
                  </a:cubicBezTo>
                  <a:cubicBezTo>
                    <a:pt x="4556" y="924"/>
                    <a:pt x="4875" y="1045"/>
                    <a:pt x="5112" y="1285"/>
                  </a:cubicBezTo>
                  <a:cubicBezTo>
                    <a:pt x="5112" y="1304"/>
                    <a:pt x="5132" y="1304"/>
                    <a:pt x="5132" y="1324"/>
                  </a:cubicBezTo>
                  <a:cubicBezTo>
                    <a:pt x="5585" y="1797"/>
                    <a:pt x="5565" y="2537"/>
                    <a:pt x="5112" y="3010"/>
                  </a:cubicBezTo>
                  <a:lnTo>
                    <a:pt x="3308" y="4878"/>
                  </a:lnTo>
                  <a:lnTo>
                    <a:pt x="1499" y="3010"/>
                  </a:lnTo>
                  <a:cubicBezTo>
                    <a:pt x="1025" y="2537"/>
                    <a:pt x="1006" y="1797"/>
                    <a:pt x="1459" y="1324"/>
                  </a:cubicBezTo>
                  <a:cubicBezTo>
                    <a:pt x="1459" y="1304"/>
                    <a:pt x="1479" y="1304"/>
                    <a:pt x="1479" y="1285"/>
                  </a:cubicBezTo>
                  <a:cubicBezTo>
                    <a:pt x="1725" y="1058"/>
                    <a:pt x="2051" y="915"/>
                    <a:pt x="2381" y="915"/>
                  </a:cubicBezTo>
                  <a:close/>
                  <a:moveTo>
                    <a:pt x="2388" y="0"/>
                  </a:moveTo>
                  <a:cubicBezTo>
                    <a:pt x="1815" y="0"/>
                    <a:pt x="1245" y="213"/>
                    <a:pt x="818" y="624"/>
                  </a:cubicBezTo>
                  <a:cubicBezTo>
                    <a:pt x="818" y="649"/>
                    <a:pt x="799" y="668"/>
                    <a:pt x="779" y="688"/>
                  </a:cubicBezTo>
                  <a:cubicBezTo>
                    <a:pt x="0" y="1531"/>
                    <a:pt x="20" y="2823"/>
                    <a:pt x="818" y="3646"/>
                  </a:cubicBezTo>
                  <a:lnTo>
                    <a:pt x="2958" y="5864"/>
                  </a:lnTo>
                  <a:cubicBezTo>
                    <a:pt x="3061" y="5948"/>
                    <a:pt x="3160" y="6007"/>
                    <a:pt x="3308" y="6007"/>
                  </a:cubicBezTo>
                  <a:cubicBezTo>
                    <a:pt x="3431" y="6007"/>
                    <a:pt x="3554" y="5948"/>
                    <a:pt x="3633" y="5864"/>
                  </a:cubicBezTo>
                  <a:lnTo>
                    <a:pt x="5772" y="3646"/>
                  </a:lnTo>
                  <a:cubicBezTo>
                    <a:pt x="6571" y="2823"/>
                    <a:pt x="6591" y="1531"/>
                    <a:pt x="5812" y="688"/>
                  </a:cubicBezTo>
                  <a:cubicBezTo>
                    <a:pt x="5812" y="668"/>
                    <a:pt x="5792" y="649"/>
                    <a:pt x="5772" y="624"/>
                  </a:cubicBezTo>
                  <a:cubicBezTo>
                    <a:pt x="5346" y="213"/>
                    <a:pt x="4775" y="0"/>
                    <a:pt x="4210" y="0"/>
                  </a:cubicBezTo>
                  <a:cubicBezTo>
                    <a:pt x="3899" y="0"/>
                    <a:pt x="3591" y="64"/>
                    <a:pt x="3308" y="195"/>
                  </a:cubicBezTo>
                  <a:cubicBezTo>
                    <a:pt x="3016" y="64"/>
                    <a:pt x="2702" y="0"/>
                    <a:pt x="238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6" name="Google Shape;1906;p40"/>
          <p:cNvGrpSpPr/>
          <p:nvPr/>
        </p:nvGrpSpPr>
        <p:grpSpPr>
          <a:xfrm rot="-1799977">
            <a:off x="4324757" y="2015949"/>
            <a:ext cx="514421" cy="422035"/>
            <a:chOff x="4879317" y="4878623"/>
            <a:chExt cx="520874" cy="427329"/>
          </a:xfrm>
        </p:grpSpPr>
        <p:sp>
          <p:nvSpPr>
            <p:cNvPr id="1907" name="Google Shape;1907;p40"/>
            <p:cNvSpPr/>
            <p:nvPr/>
          </p:nvSpPr>
          <p:spPr>
            <a:xfrm>
              <a:off x="5174374" y="4994273"/>
              <a:ext cx="218774" cy="193299"/>
            </a:xfrm>
            <a:custGeom>
              <a:avLst/>
              <a:gdLst/>
              <a:ahLst/>
              <a:cxnLst/>
              <a:rect l="l" t="t" r="r" b="b"/>
              <a:pathLst>
                <a:path w="13251" h="11708" extrusionOk="0">
                  <a:moveTo>
                    <a:pt x="454" y="1"/>
                  </a:moveTo>
                  <a:cubicBezTo>
                    <a:pt x="208" y="1"/>
                    <a:pt x="1" y="208"/>
                    <a:pt x="1" y="454"/>
                  </a:cubicBezTo>
                  <a:lnTo>
                    <a:pt x="1" y="11254"/>
                  </a:lnTo>
                  <a:cubicBezTo>
                    <a:pt x="1" y="11501"/>
                    <a:pt x="208" y="11708"/>
                    <a:pt x="454" y="11708"/>
                  </a:cubicBezTo>
                  <a:lnTo>
                    <a:pt x="7395" y="11708"/>
                  </a:lnTo>
                  <a:cubicBezTo>
                    <a:pt x="9016" y="11708"/>
                    <a:pt x="10475" y="11052"/>
                    <a:pt x="11525" y="9983"/>
                  </a:cubicBezTo>
                  <a:cubicBezTo>
                    <a:pt x="12590" y="8938"/>
                    <a:pt x="13251" y="7479"/>
                    <a:pt x="13251" y="5857"/>
                  </a:cubicBezTo>
                  <a:cubicBezTo>
                    <a:pt x="13251" y="2608"/>
                    <a:pt x="10618" y="1"/>
                    <a:pt x="7395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0"/>
            <p:cNvSpPr/>
            <p:nvPr/>
          </p:nvSpPr>
          <p:spPr>
            <a:xfrm>
              <a:off x="5275148" y="5125560"/>
              <a:ext cx="111591" cy="61054"/>
            </a:xfrm>
            <a:custGeom>
              <a:avLst/>
              <a:gdLst/>
              <a:ahLst/>
              <a:cxnLst/>
              <a:rect l="l" t="t" r="r" b="b"/>
              <a:pathLst>
                <a:path w="6759" h="3698" extrusionOk="0">
                  <a:moveTo>
                    <a:pt x="0" y="1"/>
                  </a:moveTo>
                  <a:lnTo>
                    <a:pt x="2154" y="3698"/>
                  </a:lnTo>
                  <a:cubicBezTo>
                    <a:pt x="3431" y="3510"/>
                    <a:pt x="4560" y="2914"/>
                    <a:pt x="5422" y="2032"/>
                  </a:cubicBezTo>
                  <a:cubicBezTo>
                    <a:pt x="5994" y="1455"/>
                    <a:pt x="6467" y="780"/>
                    <a:pt x="6758" y="1"/>
                  </a:cubicBezTo>
                  <a:close/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0"/>
            <p:cNvSpPr/>
            <p:nvPr/>
          </p:nvSpPr>
          <p:spPr>
            <a:xfrm>
              <a:off x="5300214" y="5149981"/>
              <a:ext cx="52584" cy="36636"/>
            </a:xfrm>
            <a:custGeom>
              <a:avLst/>
              <a:gdLst/>
              <a:ahLst/>
              <a:cxnLst/>
              <a:rect l="l" t="t" r="r" b="b"/>
              <a:pathLst>
                <a:path w="3185" h="2219" extrusionOk="0">
                  <a:moveTo>
                    <a:pt x="1110" y="1"/>
                  </a:moveTo>
                  <a:lnTo>
                    <a:pt x="0" y="1129"/>
                  </a:lnTo>
                  <a:lnTo>
                    <a:pt x="636" y="2219"/>
                  </a:lnTo>
                  <a:cubicBezTo>
                    <a:pt x="1583" y="2071"/>
                    <a:pt x="2445" y="1701"/>
                    <a:pt x="3185" y="1189"/>
                  </a:cubicBezTo>
                  <a:lnTo>
                    <a:pt x="1110" y="1"/>
                  </a:lnTo>
                  <a:close/>
                </a:path>
              </a:pathLst>
            </a:custGeom>
            <a:solidFill>
              <a:srgbClr val="D2CA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0"/>
            <p:cNvSpPr/>
            <p:nvPr/>
          </p:nvSpPr>
          <p:spPr>
            <a:xfrm>
              <a:off x="5275148" y="5125560"/>
              <a:ext cx="68450" cy="24435"/>
            </a:xfrm>
            <a:custGeom>
              <a:avLst/>
              <a:gdLst/>
              <a:ahLst/>
              <a:cxnLst/>
              <a:rect l="l" t="t" r="r" b="b"/>
              <a:pathLst>
                <a:path w="4146" h="1480" extrusionOk="0">
                  <a:moveTo>
                    <a:pt x="0" y="1"/>
                  </a:moveTo>
                  <a:lnTo>
                    <a:pt x="2628" y="1480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D2CA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0"/>
            <p:cNvSpPr/>
            <p:nvPr/>
          </p:nvSpPr>
          <p:spPr>
            <a:xfrm>
              <a:off x="5137750" y="5016663"/>
              <a:ext cx="36636" cy="148540"/>
            </a:xfrm>
            <a:custGeom>
              <a:avLst/>
              <a:gdLst/>
              <a:ahLst/>
              <a:cxnLst/>
              <a:rect l="l" t="t" r="r" b="b"/>
              <a:pathLst>
                <a:path w="2219" h="8997" extrusionOk="0">
                  <a:moveTo>
                    <a:pt x="0" y="0"/>
                  </a:moveTo>
                  <a:lnTo>
                    <a:pt x="0" y="8996"/>
                  </a:lnTo>
                  <a:lnTo>
                    <a:pt x="2219" y="8996"/>
                  </a:lnTo>
                  <a:lnTo>
                    <a:pt x="2219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0"/>
            <p:cNvSpPr/>
            <p:nvPr/>
          </p:nvSpPr>
          <p:spPr>
            <a:xfrm>
              <a:off x="4887458" y="4979049"/>
              <a:ext cx="250275" cy="227904"/>
            </a:xfrm>
            <a:custGeom>
              <a:avLst/>
              <a:gdLst/>
              <a:ahLst/>
              <a:cxnLst/>
              <a:rect l="l" t="t" r="r" b="b"/>
              <a:pathLst>
                <a:path w="15159" h="13804" extrusionOk="0">
                  <a:moveTo>
                    <a:pt x="986" y="1"/>
                  </a:moveTo>
                  <a:cubicBezTo>
                    <a:pt x="434" y="1"/>
                    <a:pt x="1" y="430"/>
                    <a:pt x="1" y="987"/>
                  </a:cubicBezTo>
                  <a:cubicBezTo>
                    <a:pt x="1" y="1253"/>
                    <a:pt x="104" y="1499"/>
                    <a:pt x="291" y="1682"/>
                  </a:cubicBezTo>
                  <a:cubicBezTo>
                    <a:pt x="474" y="1869"/>
                    <a:pt x="720" y="1973"/>
                    <a:pt x="986" y="1973"/>
                  </a:cubicBezTo>
                  <a:lnTo>
                    <a:pt x="10495" y="1973"/>
                  </a:lnTo>
                  <a:cubicBezTo>
                    <a:pt x="11052" y="1973"/>
                    <a:pt x="11481" y="2402"/>
                    <a:pt x="11481" y="2959"/>
                  </a:cubicBezTo>
                  <a:cubicBezTo>
                    <a:pt x="11481" y="3491"/>
                    <a:pt x="11052" y="3944"/>
                    <a:pt x="10495" y="3944"/>
                  </a:cubicBezTo>
                  <a:lnTo>
                    <a:pt x="8445" y="3944"/>
                  </a:lnTo>
                  <a:cubicBezTo>
                    <a:pt x="7888" y="3944"/>
                    <a:pt x="7459" y="4373"/>
                    <a:pt x="7459" y="4930"/>
                  </a:cubicBezTo>
                  <a:cubicBezTo>
                    <a:pt x="7459" y="5196"/>
                    <a:pt x="7562" y="5443"/>
                    <a:pt x="7745" y="5625"/>
                  </a:cubicBezTo>
                  <a:cubicBezTo>
                    <a:pt x="7932" y="5813"/>
                    <a:pt x="8178" y="5916"/>
                    <a:pt x="8445" y="5916"/>
                  </a:cubicBezTo>
                  <a:lnTo>
                    <a:pt x="10495" y="5916"/>
                  </a:lnTo>
                  <a:cubicBezTo>
                    <a:pt x="11052" y="5916"/>
                    <a:pt x="11481" y="6345"/>
                    <a:pt x="11481" y="6902"/>
                  </a:cubicBezTo>
                  <a:cubicBezTo>
                    <a:pt x="11481" y="7434"/>
                    <a:pt x="11052" y="7888"/>
                    <a:pt x="10495" y="7888"/>
                  </a:cubicBezTo>
                  <a:lnTo>
                    <a:pt x="2406" y="7888"/>
                  </a:lnTo>
                  <a:cubicBezTo>
                    <a:pt x="1849" y="7888"/>
                    <a:pt x="1420" y="8317"/>
                    <a:pt x="1420" y="8874"/>
                  </a:cubicBezTo>
                  <a:cubicBezTo>
                    <a:pt x="1420" y="9140"/>
                    <a:pt x="1524" y="9386"/>
                    <a:pt x="1706" y="9569"/>
                  </a:cubicBezTo>
                  <a:cubicBezTo>
                    <a:pt x="1893" y="9756"/>
                    <a:pt x="2140" y="9860"/>
                    <a:pt x="2406" y="9860"/>
                  </a:cubicBezTo>
                  <a:lnTo>
                    <a:pt x="10495" y="9860"/>
                  </a:lnTo>
                  <a:cubicBezTo>
                    <a:pt x="11052" y="9860"/>
                    <a:pt x="11481" y="10288"/>
                    <a:pt x="11481" y="10846"/>
                  </a:cubicBezTo>
                  <a:cubicBezTo>
                    <a:pt x="11481" y="11378"/>
                    <a:pt x="11052" y="11831"/>
                    <a:pt x="10495" y="11831"/>
                  </a:cubicBezTo>
                  <a:lnTo>
                    <a:pt x="5733" y="11831"/>
                  </a:lnTo>
                  <a:cubicBezTo>
                    <a:pt x="5176" y="11831"/>
                    <a:pt x="4748" y="12260"/>
                    <a:pt x="4748" y="12817"/>
                  </a:cubicBezTo>
                  <a:cubicBezTo>
                    <a:pt x="4748" y="13083"/>
                    <a:pt x="4851" y="13330"/>
                    <a:pt x="5033" y="13512"/>
                  </a:cubicBezTo>
                  <a:cubicBezTo>
                    <a:pt x="5221" y="13700"/>
                    <a:pt x="5467" y="13803"/>
                    <a:pt x="5733" y="13803"/>
                  </a:cubicBezTo>
                  <a:lnTo>
                    <a:pt x="14256" y="13803"/>
                  </a:lnTo>
                  <a:cubicBezTo>
                    <a:pt x="14749" y="13803"/>
                    <a:pt x="15158" y="13389"/>
                    <a:pt x="15158" y="12896"/>
                  </a:cubicBezTo>
                  <a:lnTo>
                    <a:pt x="15158" y="903"/>
                  </a:lnTo>
                  <a:cubicBezTo>
                    <a:pt x="15158" y="410"/>
                    <a:pt x="14749" y="1"/>
                    <a:pt x="14256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0"/>
            <p:cNvSpPr/>
            <p:nvPr/>
          </p:nvSpPr>
          <p:spPr>
            <a:xfrm>
              <a:off x="4914967" y="5044172"/>
              <a:ext cx="61054" cy="32574"/>
            </a:xfrm>
            <a:custGeom>
              <a:avLst/>
              <a:gdLst/>
              <a:ahLst/>
              <a:cxnLst/>
              <a:rect l="l" t="t" r="r" b="b"/>
              <a:pathLst>
                <a:path w="3698" h="1973" extrusionOk="0">
                  <a:moveTo>
                    <a:pt x="987" y="0"/>
                  </a:moveTo>
                  <a:cubicBezTo>
                    <a:pt x="430" y="0"/>
                    <a:pt x="1" y="429"/>
                    <a:pt x="1" y="986"/>
                  </a:cubicBezTo>
                  <a:cubicBezTo>
                    <a:pt x="1" y="1252"/>
                    <a:pt x="104" y="1499"/>
                    <a:pt x="287" y="1681"/>
                  </a:cubicBezTo>
                  <a:cubicBezTo>
                    <a:pt x="474" y="1869"/>
                    <a:pt x="720" y="1972"/>
                    <a:pt x="987" y="1972"/>
                  </a:cubicBezTo>
                  <a:lnTo>
                    <a:pt x="2712" y="1972"/>
                  </a:lnTo>
                  <a:cubicBezTo>
                    <a:pt x="3244" y="1972"/>
                    <a:pt x="3698" y="1519"/>
                    <a:pt x="3698" y="986"/>
                  </a:cubicBezTo>
                  <a:cubicBezTo>
                    <a:pt x="3698" y="715"/>
                    <a:pt x="3594" y="469"/>
                    <a:pt x="3407" y="286"/>
                  </a:cubicBezTo>
                  <a:cubicBezTo>
                    <a:pt x="3225" y="99"/>
                    <a:pt x="2978" y="0"/>
                    <a:pt x="2712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0"/>
            <p:cNvSpPr/>
            <p:nvPr/>
          </p:nvSpPr>
          <p:spPr>
            <a:xfrm>
              <a:off x="5303632" y="5053287"/>
              <a:ext cx="46806" cy="35678"/>
            </a:xfrm>
            <a:custGeom>
              <a:avLst/>
              <a:gdLst/>
              <a:ahLst/>
              <a:cxnLst/>
              <a:rect l="l" t="t" r="r" b="b"/>
              <a:pathLst>
                <a:path w="2835" h="2161" extrusionOk="0">
                  <a:moveTo>
                    <a:pt x="183" y="1"/>
                  </a:moveTo>
                  <a:cubicBezTo>
                    <a:pt x="79" y="1"/>
                    <a:pt x="0" y="84"/>
                    <a:pt x="0" y="188"/>
                  </a:cubicBezTo>
                  <a:lnTo>
                    <a:pt x="0" y="740"/>
                  </a:lnTo>
                  <a:cubicBezTo>
                    <a:pt x="0" y="1531"/>
                    <a:pt x="636" y="2160"/>
                    <a:pt x="1423" y="2160"/>
                  </a:cubicBezTo>
                  <a:cubicBezTo>
                    <a:pt x="1435" y="2160"/>
                    <a:pt x="1447" y="2160"/>
                    <a:pt x="1460" y="2160"/>
                  </a:cubicBezTo>
                  <a:cubicBezTo>
                    <a:pt x="2238" y="2135"/>
                    <a:pt x="2835" y="1479"/>
                    <a:pt x="2835" y="700"/>
                  </a:cubicBezTo>
                  <a:lnTo>
                    <a:pt x="2835" y="188"/>
                  </a:lnTo>
                  <a:cubicBezTo>
                    <a:pt x="2835" y="84"/>
                    <a:pt x="2751" y="1"/>
                    <a:pt x="2647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0"/>
            <p:cNvSpPr/>
            <p:nvPr/>
          </p:nvSpPr>
          <p:spPr>
            <a:xfrm>
              <a:off x="4879317" y="4971899"/>
              <a:ext cx="520874" cy="243192"/>
            </a:xfrm>
            <a:custGeom>
              <a:avLst/>
              <a:gdLst/>
              <a:ahLst/>
              <a:cxnLst/>
              <a:rect l="l" t="t" r="r" b="b"/>
              <a:pathLst>
                <a:path w="31549" h="14730" extrusionOk="0">
                  <a:moveTo>
                    <a:pt x="26949" y="9800"/>
                  </a:moveTo>
                  <a:lnTo>
                    <a:pt x="26496" y="10248"/>
                  </a:lnTo>
                  <a:lnTo>
                    <a:pt x="25697" y="9800"/>
                  </a:lnTo>
                  <a:close/>
                  <a:moveTo>
                    <a:pt x="25185" y="10579"/>
                  </a:moveTo>
                  <a:lnTo>
                    <a:pt x="25801" y="10909"/>
                  </a:lnTo>
                  <a:lnTo>
                    <a:pt x="25530" y="11175"/>
                  </a:lnTo>
                  <a:lnTo>
                    <a:pt x="25185" y="10579"/>
                  </a:lnTo>
                  <a:close/>
                  <a:moveTo>
                    <a:pt x="29966" y="9800"/>
                  </a:moveTo>
                  <a:cubicBezTo>
                    <a:pt x="29641" y="10436"/>
                    <a:pt x="29168" y="10988"/>
                    <a:pt x="28611" y="11441"/>
                  </a:cubicBezTo>
                  <a:lnTo>
                    <a:pt x="27339" y="10721"/>
                  </a:lnTo>
                  <a:lnTo>
                    <a:pt x="28285" y="9800"/>
                  </a:lnTo>
                  <a:close/>
                  <a:moveTo>
                    <a:pt x="26639" y="11377"/>
                  </a:moveTo>
                  <a:lnTo>
                    <a:pt x="27748" y="11993"/>
                  </a:lnTo>
                  <a:cubicBezTo>
                    <a:pt x="27319" y="12240"/>
                    <a:pt x="26826" y="12427"/>
                    <a:pt x="26333" y="12531"/>
                  </a:cubicBezTo>
                  <a:lnTo>
                    <a:pt x="26023" y="11993"/>
                  </a:lnTo>
                  <a:lnTo>
                    <a:pt x="26639" y="11377"/>
                  </a:lnTo>
                  <a:close/>
                  <a:moveTo>
                    <a:pt x="25224" y="1849"/>
                  </a:moveTo>
                  <a:cubicBezTo>
                    <a:pt x="28202" y="1849"/>
                    <a:pt x="30627" y="4274"/>
                    <a:pt x="30627" y="7251"/>
                  </a:cubicBezTo>
                  <a:cubicBezTo>
                    <a:pt x="30627" y="7803"/>
                    <a:pt x="30523" y="8360"/>
                    <a:pt x="30361" y="8873"/>
                  </a:cubicBezTo>
                  <a:lnTo>
                    <a:pt x="23928" y="8873"/>
                  </a:lnTo>
                  <a:cubicBezTo>
                    <a:pt x="23765" y="8873"/>
                    <a:pt x="23622" y="8957"/>
                    <a:pt x="23538" y="9100"/>
                  </a:cubicBezTo>
                  <a:cubicBezTo>
                    <a:pt x="23460" y="9243"/>
                    <a:pt x="23460" y="9430"/>
                    <a:pt x="23538" y="9573"/>
                  </a:cubicBezTo>
                  <a:lnTo>
                    <a:pt x="25328" y="12634"/>
                  </a:lnTo>
                  <a:lnTo>
                    <a:pt x="18303" y="12634"/>
                  </a:lnTo>
                  <a:lnTo>
                    <a:pt x="18303" y="6265"/>
                  </a:lnTo>
                  <a:cubicBezTo>
                    <a:pt x="18303" y="5999"/>
                    <a:pt x="18096" y="5792"/>
                    <a:pt x="17830" y="5792"/>
                  </a:cubicBezTo>
                  <a:cubicBezTo>
                    <a:pt x="17584" y="5792"/>
                    <a:pt x="17377" y="5999"/>
                    <a:pt x="17377" y="6265"/>
                  </a:cubicBezTo>
                  <a:lnTo>
                    <a:pt x="17377" y="11279"/>
                  </a:lnTo>
                  <a:lnTo>
                    <a:pt x="16085" y="11279"/>
                  </a:lnTo>
                  <a:lnTo>
                    <a:pt x="16085" y="3204"/>
                  </a:lnTo>
                  <a:lnTo>
                    <a:pt x="17377" y="3204"/>
                  </a:lnTo>
                  <a:lnTo>
                    <a:pt x="17377" y="4417"/>
                  </a:lnTo>
                  <a:cubicBezTo>
                    <a:pt x="17377" y="4663"/>
                    <a:pt x="17584" y="4870"/>
                    <a:pt x="17830" y="4870"/>
                  </a:cubicBezTo>
                  <a:cubicBezTo>
                    <a:pt x="18096" y="4870"/>
                    <a:pt x="18303" y="4663"/>
                    <a:pt x="18303" y="4417"/>
                  </a:cubicBezTo>
                  <a:lnTo>
                    <a:pt x="18303" y="1849"/>
                  </a:lnTo>
                  <a:close/>
                  <a:moveTo>
                    <a:pt x="1440" y="0"/>
                  </a:moveTo>
                  <a:cubicBezTo>
                    <a:pt x="637" y="0"/>
                    <a:pt x="1" y="656"/>
                    <a:pt x="1" y="1459"/>
                  </a:cubicBezTo>
                  <a:cubicBezTo>
                    <a:pt x="1" y="2258"/>
                    <a:pt x="637" y="2899"/>
                    <a:pt x="1440" y="2899"/>
                  </a:cubicBezTo>
                  <a:lnTo>
                    <a:pt x="10969" y="2899"/>
                  </a:lnTo>
                  <a:cubicBezTo>
                    <a:pt x="11259" y="2899"/>
                    <a:pt x="11481" y="3145"/>
                    <a:pt x="11481" y="3431"/>
                  </a:cubicBezTo>
                  <a:cubicBezTo>
                    <a:pt x="11481" y="3717"/>
                    <a:pt x="11259" y="3944"/>
                    <a:pt x="10969" y="3944"/>
                  </a:cubicBezTo>
                  <a:lnTo>
                    <a:pt x="8893" y="3944"/>
                  </a:lnTo>
                  <a:cubicBezTo>
                    <a:pt x="8095" y="3944"/>
                    <a:pt x="7459" y="4599"/>
                    <a:pt x="7459" y="5403"/>
                  </a:cubicBezTo>
                  <a:cubicBezTo>
                    <a:pt x="7459" y="6201"/>
                    <a:pt x="8095" y="6842"/>
                    <a:pt x="8893" y="6842"/>
                  </a:cubicBezTo>
                  <a:lnTo>
                    <a:pt x="10969" y="6842"/>
                  </a:lnTo>
                  <a:cubicBezTo>
                    <a:pt x="11259" y="6842"/>
                    <a:pt x="11481" y="7089"/>
                    <a:pt x="11481" y="7374"/>
                  </a:cubicBezTo>
                  <a:cubicBezTo>
                    <a:pt x="11481" y="7660"/>
                    <a:pt x="11259" y="7887"/>
                    <a:pt x="10969" y="7887"/>
                  </a:cubicBezTo>
                  <a:lnTo>
                    <a:pt x="2855" y="7887"/>
                  </a:lnTo>
                  <a:cubicBezTo>
                    <a:pt x="2056" y="7887"/>
                    <a:pt x="1420" y="8543"/>
                    <a:pt x="1420" y="9346"/>
                  </a:cubicBezTo>
                  <a:cubicBezTo>
                    <a:pt x="1420" y="10145"/>
                    <a:pt x="2056" y="10786"/>
                    <a:pt x="2855" y="10786"/>
                  </a:cubicBezTo>
                  <a:lnTo>
                    <a:pt x="7498" y="10786"/>
                  </a:lnTo>
                  <a:cubicBezTo>
                    <a:pt x="7745" y="10786"/>
                    <a:pt x="7952" y="10579"/>
                    <a:pt x="7952" y="10332"/>
                  </a:cubicBezTo>
                  <a:cubicBezTo>
                    <a:pt x="7952" y="10066"/>
                    <a:pt x="7745" y="9859"/>
                    <a:pt x="7498" y="9859"/>
                  </a:cubicBezTo>
                  <a:lnTo>
                    <a:pt x="2855" y="9859"/>
                  </a:lnTo>
                  <a:cubicBezTo>
                    <a:pt x="2569" y="9859"/>
                    <a:pt x="2342" y="9632"/>
                    <a:pt x="2342" y="9346"/>
                  </a:cubicBezTo>
                  <a:cubicBezTo>
                    <a:pt x="2342" y="9060"/>
                    <a:pt x="2569" y="8814"/>
                    <a:pt x="2855" y="8814"/>
                  </a:cubicBezTo>
                  <a:lnTo>
                    <a:pt x="10969" y="8814"/>
                  </a:lnTo>
                  <a:cubicBezTo>
                    <a:pt x="11772" y="8814"/>
                    <a:pt x="12408" y="8173"/>
                    <a:pt x="12408" y="7374"/>
                  </a:cubicBezTo>
                  <a:cubicBezTo>
                    <a:pt x="12408" y="6571"/>
                    <a:pt x="11772" y="5915"/>
                    <a:pt x="10969" y="5915"/>
                  </a:cubicBezTo>
                  <a:lnTo>
                    <a:pt x="8893" y="5915"/>
                  </a:lnTo>
                  <a:cubicBezTo>
                    <a:pt x="8607" y="5915"/>
                    <a:pt x="8381" y="5689"/>
                    <a:pt x="8381" y="5403"/>
                  </a:cubicBezTo>
                  <a:cubicBezTo>
                    <a:pt x="8381" y="5117"/>
                    <a:pt x="8607" y="4870"/>
                    <a:pt x="8893" y="4870"/>
                  </a:cubicBezTo>
                  <a:lnTo>
                    <a:pt x="10969" y="4870"/>
                  </a:lnTo>
                  <a:cubicBezTo>
                    <a:pt x="11772" y="4870"/>
                    <a:pt x="12408" y="4230"/>
                    <a:pt x="12408" y="3431"/>
                  </a:cubicBezTo>
                  <a:cubicBezTo>
                    <a:pt x="12408" y="2628"/>
                    <a:pt x="11772" y="1972"/>
                    <a:pt x="10969" y="1972"/>
                  </a:cubicBezTo>
                  <a:lnTo>
                    <a:pt x="1440" y="1972"/>
                  </a:lnTo>
                  <a:cubicBezTo>
                    <a:pt x="1154" y="1972"/>
                    <a:pt x="927" y="1745"/>
                    <a:pt x="927" y="1459"/>
                  </a:cubicBezTo>
                  <a:cubicBezTo>
                    <a:pt x="927" y="1173"/>
                    <a:pt x="1154" y="927"/>
                    <a:pt x="1440" y="927"/>
                  </a:cubicBezTo>
                  <a:lnTo>
                    <a:pt x="14710" y="927"/>
                  </a:lnTo>
                  <a:cubicBezTo>
                    <a:pt x="14956" y="927"/>
                    <a:pt x="15158" y="1129"/>
                    <a:pt x="15158" y="1375"/>
                  </a:cubicBezTo>
                  <a:lnTo>
                    <a:pt x="15158" y="13349"/>
                  </a:lnTo>
                  <a:cubicBezTo>
                    <a:pt x="15158" y="13595"/>
                    <a:pt x="14956" y="13802"/>
                    <a:pt x="14710" y="13802"/>
                  </a:cubicBezTo>
                  <a:lnTo>
                    <a:pt x="6182" y="13802"/>
                  </a:lnTo>
                  <a:cubicBezTo>
                    <a:pt x="5896" y="13802"/>
                    <a:pt x="5669" y="13576"/>
                    <a:pt x="5669" y="13290"/>
                  </a:cubicBezTo>
                  <a:cubicBezTo>
                    <a:pt x="5669" y="13004"/>
                    <a:pt x="5896" y="12757"/>
                    <a:pt x="6182" y="12757"/>
                  </a:cubicBezTo>
                  <a:lnTo>
                    <a:pt x="10969" y="12757"/>
                  </a:lnTo>
                  <a:cubicBezTo>
                    <a:pt x="11772" y="12757"/>
                    <a:pt x="12408" y="12117"/>
                    <a:pt x="12408" y="11318"/>
                  </a:cubicBezTo>
                  <a:cubicBezTo>
                    <a:pt x="12408" y="10514"/>
                    <a:pt x="11772" y="9859"/>
                    <a:pt x="10969" y="9859"/>
                  </a:cubicBezTo>
                  <a:lnTo>
                    <a:pt x="9347" y="9859"/>
                  </a:lnTo>
                  <a:cubicBezTo>
                    <a:pt x="9100" y="9859"/>
                    <a:pt x="8874" y="10066"/>
                    <a:pt x="8874" y="10332"/>
                  </a:cubicBezTo>
                  <a:cubicBezTo>
                    <a:pt x="8874" y="10579"/>
                    <a:pt x="9100" y="10786"/>
                    <a:pt x="9347" y="10786"/>
                  </a:cubicBezTo>
                  <a:lnTo>
                    <a:pt x="10969" y="10786"/>
                  </a:lnTo>
                  <a:cubicBezTo>
                    <a:pt x="11259" y="10786"/>
                    <a:pt x="11481" y="11032"/>
                    <a:pt x="11481" y="11318"/>
                  </a:cubicBezTo>
                  <a:cubicBezTo>
                    <a:pt x="11481" y="11604"/>
                    <a:pt x="11259" y="11831"/>
                    <a:pt x="10969" y="11831"/>
                  </a:cubicBezTo>
                  <a:lnTo>
                    <a:pt x="6182" y="11831"/>
                  </a:lnTo>
                  <a:cubicBezTo>
                    <a:pt x="5384" y="11831"/>
                    <a:pt x="4748" y="12486"/>
                    <a:pt x="4748" y="13290"/>
                  </a:cubicBezTo>
                  <a:cubicBezTo>
                    <a:pt x="4748" y="14088"/>
                    <a:pt x="5384" y="14729"/>
                    <a:pt x="6182" y="14729"/>
                  </a:cubicBezTo>
                  <a:lnTo>
                    <a:pt x="14710" y="14729"/>
                  </a:lnTo>
                  <a:cubicBezTo>
                    <a:pt x="15469" y="14729"/>
                    <a:pt x="16085" y="14113"/>
                    <a:pt x="16085" y="13349"/>
                  </a:cubicBezTo>
                  <a:lnTo>
                    <a:pt x="16085" y="12200"/>
                  </a:lnTo>
                  <a:lnTo>
                    <a:pt x="17377" y="12200"/>
                  </a:lnTo>
                  <a:lnTo>
                    <a:pt x="17377" y="12654"/>
                  </a:lnTo>
                  <a:cubicBezTo>
                    <a:pt x="17377" y="13147"/>
                    <a:pt x="17791" y="13556"/>
                    <a:pt x="18284" y="13556"/>
                  </a:cubicBezTo>
                  <a:lnTo>
                    <a:pt x="25224" y="13556"/>
                  </a:lnTo>
                  <a:cubicBezTo>
                    <a:pt x="28714" y="13556"/>
                    <a:pt x="31549" y="10721"/>
                    <a:pt x="31549" y="7251"/>
                  </a:cubicBezTo>
                  <a:cubicBezTo>
                    <a:pt x="31549" y="3761"/>
                    <a:pt x="28714" y="927"/>
                    <a:pt x="25224" y="927"/>
                  </a:cubicBezTo>
                  <a:lnTo>
                    <a:pt x="18284" y="927"/>
                  </a:lnTo>
                  <a:cubicBezTo>
                    <a:pt x="17791" y="927"/>
                    <a:pt x="17377" y="1336"/>
                    <a:pt x="17377" y="1849"/>
                  </a:cubicBezTo>
                  <a:lnTo>
                    <a:pt x="17377" y="2282"/>
                  </a:lnTo>
                  <a:lnTo>
                    <a:pt x="16085" y="2282"/>
                  </a:lnTo>
                  <a:lnTo>
                    <a:pt x="16085" y="1375"/>
                  </a:lnTo>
                  <a:cubicBezTo>
                    <a:pt x="16085" y="616"/>
                    <a:pt x="15469" y="0"/>
                    <a:pt x="14710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0"/>
            <p:cNvSpPr/>
            <p:nvPr/>
          </p:nvSpPr>
          <p:spPr>
            <a:xfrm>
              <a:off x="4907157" y="5036362"/>
              <a:ext cx="76276" cy="47780"/>
            </a:xfrm>
            <a:custGeom>
              <a:avLst/>
              <a:gdLst/>
              <a:ahLst/>
              <a:cxnLst/>
              <a:rect l="l" t="t" r="r" b="b"/>
              <a:pathLst>
                <a:path w="4620" h="2894" extrusionOk="0">
                  <a:moveTo>
                    <a:pt x="3185" y="922"/>
                  </a:moveTo>
                  <a:cubicBezTo>
                    <a:pt x="3471" y="922"/>
                    <a:pt x="3698" y="1168"/>
                    <a:pt x="3698" y="1459"/>
                  </a:cubicBezTo>
                  <a:cubicBezTo>
                    <a:pt x="3698" y="1745"/>
                    <a:pt x="3471" y="1972"/>
                    <a:pt x="3185" y="1972"/>
                  </a:cubicBezTo>
                  <a:lnTo>
                    <a:pt x="1460" y="1972"/>
                  </a:lnTo>
                  <a:cubicBezTo>
                    <a:pt x="1169" y="1972"/>
                    <a:pt x="922" y="1745"/>
                    <a:pt x="922" y="1459"/>
                  </a:cubicBezTo>
                  <a:cubicBezTo>
                    <a:pt x="922" y="1168"/>
                    <a:pt x="1169" y="922"/>
                    <a:pt x="1460" y="922"/>
                  </a:cubicBezTo>
                  <a:close/>
                  <a:moveTo>
                    <a:pt x="1460" y="0"/>
                  </a:moveTo>
                  <a:cubicBezTo>
                    <a:pt x="656" y="0"/>
                    <a:pt x="1" y="656"/>
                    <a:pt x="1" y="1459"/>
                  </a:cubicBezTo>
                  <a:cubicBezTo>
                    <a:pt x="1" y="2258"/>
                    <a:pt x="656" y="2894"/>
                    <a:pt x="1460" y="2894"/>
                  </a:cubicBezTo>
                  <a:lnTo>
                    <a:pt x="3185" y="2894"/>
                  </a:lnTo>
                  <a:cubicBezTo>
                    <a:pt x="3983" y="2894"/>
                    <a:pt x="4619" y="2258"/>
                    <a:pt x="4619" y="1459"/>
                  </a:cubicBezTo>
                  <a:cubicBezTo>
                    <a:pt x="4619" y="656"/>
                    <a:pt x="3983" y="0"/>
                    <a:pt x="3185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0"/>
            <p:cNvSpPr/>
            <p:nvPr/>
          </p:nvSpPr>
          <p:spPr>
            <a:xfrm>
              <a:off x="5280514" y="5045477"/>
              <a:ext cx="77333" cy="50884"/>
            </a:xfrm>
            <a:custGeom>
              <a:avLst/>
              <a:gdLst/>
              <a:ahLst/>
              <a:cxnLst/>
              <a:rect l="l" t="t" r="r" b="b"/>
              <a:pathLst>
                <a:path w="4684" h="3082" extrusionOk="0">
                  <a:moveTo>
                    <a:pt x="3762" y="927"/>
                  </a:moveTo>
                  <a:lnTo>
                    <a:pt x="3762" y="1213"/>
                  </a:lnTo>
                  <a:cubicBezTo>
                    <a:pt x="3762" y="1745"/>
                    <a:pt x="3352" y="2159"/>
                    <a:pt x="2815" y="2159"/>
                  </a:cubicBezTo>
                  <a:cubicBezTo>
                    <a:pt x="2283" y="2159"/>
                    <a:pt x="1849" y="1745"/>
                    <a:pt x="1849" y="1213"/>
                  </a:cubicBezTo>
                  <a:lnTo>
                    <a:pt x="1849" y="927"/>
                  </a:lnTo>
                  <a:close/>
                  <a:moveTo>
                    <a:pt x="474" y="0"/>
                  </a:moveTo>
                  <a:cubicBezTo>
                    <a:pt x="227" y="0"/>
                    <a:pt x="0" y="207"/>
                    <a:pt x="0" y="474"/>
                  </a:cubicBezTo>
                  <a:cubicBezTo>
                    <a:pt x="0" y="720"/>
                    <a:pt x="227" y="927"/>
                    <a:pt x="474" y="927"/>
                  </a:cubicBezTo>
                  <a:lnTo>
                    <a:pt x="927" y="927"/>
                  </a:lnTo>
                  <a:lnTo>
                    <a:pt x="927" y="1213"/>
                  </a:lnTo>
                  <a:cubicBezTo>
                    <a:pt x="927" y="2238"/>
                    <a:pt x="1770" y="3081"/>
                    <a:pt x="2815" y="3081"/>
                  </a:cubicBezTo>
                  <a:cubicBezTo>
                    <a:pt x="3845" y="3081"/>
                    <a:pt x="4683" y="2238"/>
                    <a:pt x="4683" y="1213"/>
                  </a:cubicBezTo>
                  <a:lnTo>
                    <a:pt x="4683" y="474"/>
                  </a:lnTo>
                  <a:cubicBezTo>
                    <a:pt x="4683" y="207"/>
                    <a:pt x="4481" y="0"/>
                    <a:pt x="4235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0"/>
            <p:cNvSpPr/>
            <p:nvPr/>
          </p:nvSpPr>
          <p:spPr>
            <a:xfrm>
              <a:off x="5066533" y="5242531"/>
              <a:ext cx="66172" cy="15305"/>
            </a:xfrm>
            <a:custGeom>
              <a:avLst/>
              <a:gdLst/>
              <a:ahLst/>
              <a:cxnLst/>
              <a:rect l="l" t="t" r="r" b="b"/>
              <a:pathLst>
                <a:path w="4008" h="927" extrusionOk="0">
                  <a:moveTo>
                    <a:pt x="454" y="0"/>
                  </a:moveTo>
                  <a:cubicBezTo>
                    <a:pt x="207" y="0"/>
                    <a:pt x="0" y="207"/>
                    <a:pt x="0" y="473"/>
                  </a:cubicBezTo>
                  <a:cubicBezTo>
                    <a:pt x="0" y="720"/>
                    <a:pt x="207" y="927"/>
                    <a:pt x="454" y="927"/>
                  </a:cubicBezTo>
                  <a:lnTo>
                    <a:pt x="3535" y="927"/>
                  </a:lnTo>
                  <a:cubicBezTo>
                    <a:pt x="3801" y="927"/>
                    <a:pt x="4008" y="720"/>
                    <a:pt x="4008" y="473"/>
                  </a:cubicBezTo>
                  <a:cubicBezTo>
                    <a:pt x="4008" y="207"/>
                    <a:pt x="3801" y="0"/>
                    <a:pt x="3535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0"/>
            <p:cNvSpPr/>
            <p:nvPr/>
          </p:nvSpPr>
          <p:spPr>
            <a:xfrm>
              <a:off x="4909188" y="5290713"/>
              <a:ext cx="113952" cy="15239"/>
            </a:xfrm>
            <a:custGeom>
              <a:avLst/>
              <a:gdLst/>
              <a:ahLst/>
              <a:cxnLst/>
              <a:rect l="l" t="t" r="r" b="b"/>
              <a:pathLst>
                <a:path w="6902" h="923" extrusionOk="0">
                  <a:moveTo>
                    <a:pt x="474" y="0"/>
                  </a:moveTo>
                  <a:cubicBezTo>
                    <a:pt x="228" y="0"/>
                    <a:pt x="1" y="203"/>
                    <a:pt x="1" y="474"/>
                  </a:cubicBezTo>
                  <a:cubicBezTo>
                    <a:pt x="1" y="720"/>
                    <a:pt x="228" y="922"/>
                    <a:pt x="474" y="922"/>
                  </a:cubicBezTo>
                  <a:lnTo>
                    <a:pt x="6448" y="922"/>
                  </a:lnTo>
                  <a:cubicBezTo>
                    <a:pt x="6695" y="922"/>
                    <a:pt x="6902" y="720"/>
                    <a:pt x="6902" y="474"/>
                  </a:cubicBezTo>
                  <a:cubicBezTo>
                    <a:pt x="6902" y="203"/>
                    <a:pt x="6695" y="0"/>
                    <a:pt x="644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0"/>
            <p:cNvSpPr/>
            <p:nvPr/>
          </p:nvSpPr>
          <p:spPr>
            <a:xfrm>
              <a:off x="5147921" y="4928192"/>
              <a:ext cx="66189" cy="15222"/>
            </a:xfrm>
            <a:custGeom>
              <a:avLst/>
              <a:gdLst/>
              <a:ahLst/>
              <a:cxnLst/>
              <a:rect l="l" t="t" r="r" b="b"/>
              <a:pathLst>
                <a:path w="4009" h="922" extrusionOk="0">
                  <a:moveTo>
                    <a:pt x="454" y="0"/>
                  </a:moveTo>
                  <a:cubicBezTo>
                    <a:pt x="208" y="0"/>
                    <a:pt x="1" y="202"/>
                    <a:pt x="1" y="468"/>
                  </a:cubicBezTo>
                  <a:cubicBezTo>
                    <a:pt x="1" y="715"/>
                    <a:pt x="208" y="922"/>
                    <a:pt x="454" y="922"/>
                  </a:cubicBezTo>
                  <a:lnTo>
                    <a:pt x="3535" y="922"/>
                  </a:lnTo>
                  <a:cubicBezTo>
                    <a:pt x="3801" y="922"/>
                    <a:pt x="4008" y="715"/>
                    <a:pt x="4008" y="468"/>
                  </a:cubicBezTo>
                  <a:cubicBezTo>
                    <a:pt x="4008" y="202"/>
                    <a:pt x="3801" y="0"/>
                    <a:pt x="3535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0"/>
            <p:cNvSpPr/>
            <p:nvPr/>
          </p:nvSpPr>
          <p:spPr>
            <a:xfrm>
              <a:off x="4993598" y="4878623"/>
              <a:ext cx="113952" cy="15305"/>
            </a:xfrm>
            <a:custGeom>
              <a:avLst/>
              <a:gdLst/>
              <a:ahLst/>
              <a:cxnLst/>
              <a:rect l="l" t="t" r="r" b="b"/>
              <a:pathLst>
                <a:path w="6902" h="927" extrusionOk="0">
                  <a:moveTo>
                    <a:pt x="474" y="0"/>
                  </a:moveTo>
                  <a:cubicBezTo>
                    <a:pt x="227" y="0"/>
                    <a:pt x="1" y="207"/>
                    <a:pt x="1" y="473"/>
                  </a:cubicBezTo>
                  <a:cubicBezTo>
                    <a:pt x="1" y="720"/>
                    <a:pt x="227" y="927"/>
                    <a:pt x="474" y="927"/>
                  </a:cubicBezTo>
                  <a:lnTo>
                    <a:pt x="6453" y="927"/>
                  </a:lnTo>
                  <a:cubicBezTo>
                    <a:pt x="6700" y="927"/>
                    <a:pt x="6902" y="720"/>
                    <a:pt x="6902" y="473"/>
                  </a:cubicBezTo>
                  <a:cubicBezTo>
                    <a:pt x="6902" y="207"/>
                    <a:pt x="6700" y="0"/>
                    <a:pt x="64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2" name="Google Shape;1922;p40"/>
          <p:cNvGrpSpPr/>
          <p:nvPr/>
        </p:nvGrpSpPr>
        <p:grpSpPr>
          <a:xfrm>
            <a:off x="1732217" y="2019415"/>
            <a:ext cx="245629" cy="414967"/>
            <a:chOff x="4443527" y="4747418"/>
            <a:chExt cx="308308" cy="520857"/>
          </a:xfrm>
        </p:grpSpPr>
        <p:sp>
          <p:nvSpPr>
            <p:cNvPr id="1923" name="Google Shape;1923;p40"/>
            <p:cNvSpPr/>
            <p:nvPr/>
          </p:nvSpPr>
          <p:spPr>
            <a:xfrm>
              <a:off x="4584261" y="4866404"/>
              <a:ext cx="28513" cy="167907"/>
            </a:xfrm>
            <a:custGeom>
              <a:avLst/>
              <a:gdLst/>
              <a:ahLst/>
              <a:cxnLst/>
              <a:rect l="l" t="t" r="r" b="b"/>
              <a:pathLst>
                <a:path w="1727" h="10170" extrusionOk="0">
                  <a:moveTo>
                    <a:pt x="1" y="1"/>
                  </a:moveTo>
                  <a:lnTo>
                    <a:pt x="1" y="10170"/>
                  </a:lnTo>
                  <a:lnTo>
                    <a:pt x="1726" y="10170"/>
                  </a:lnTo>
                  <a:lnTo>
                    <a:pt x="1726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0"/>
            <p:cNvSpPr/>
            <p:nvPr/>
          </p:nvSpPr>
          <p:spPr>
            <a:xfrm>
              <a:off x="4451024" y="5011611"/>
              <a:ext cx="293003" cy="249218"/>
            </a:xfrm>
            <a:custGeom>
              <a:avLst/>
              <a:gdLst/>
              <a:ahLst/>
              <a:cxnLst/>
              <a:rect l="l" t="t" r="r" b="b"/>
              <a:pathLst>
                <a:path w="17747" h="15095" extrusionOk="0">
                  <a:moveTo>
                    <a:pt x="1129" y="1"/>
                  </a:moveTo>
                  <a:cubicBezTo>
                    <a:pt x="513" y="1"/>
                    <a:pt x="0" y="494"/>
                    <a:pt x="0" y="1110"/>
                  </a:cubicBezTo>
                  <a:lnTo>
                    <a:pt x="0" y="13966"/>
                  </a:lnTo>
                  <a:cubicBezTo>
                    <a:pt x="0" y="14582"/>
                    <a:pt x="513" y="15094"/>
                    <a:pt x="1129" y="15094"/>
                  </a:cubicBezTo>
                  <a:lnTo>
                    <a:pt x="16617" y="15094"/>
                  </a:lnTo>
                  <a:cubicBezTo>
                    <a:pt x="17253" y="15094"/>
                    <a:pt x="17746" y="14582"/>
                    <a:pt x="17746" y="13966"/>
                  </a:cubicBezTo>
                  <a:lnTo>
                    <a:pt x="17746" y="1110"/>
                  </a:lnTo>
                  <a:cubicBezTo>
                    <a:pt x="17746" y="494"/>
                    <a:pt x="17253" y="1"/>
                    <a:pt x="16617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0"/>
            <p:cNvSpPr/>
            <p:nvPr/>
          </p:nvSpPr>
          <p:spPr>
            <a:xfrm>
              <a:off x="4481538" y="5042141"/>
              <a:ext cx="231965" cy="188164"/>
            </a:xfrm>
            <a:custGeom>
              <a:avLst/>
              <a:gdLst/>
              <a:ahLst/>
              <a:cxnLst/>
              <a:rect l="l" t="t" r="r" b="b"/>
              <a:pathLst>
                <a:path w="14050" h="11397" extrusionOk="0">
                  <a:moveTo>
                    <a:pt x="371" y="0"/>
                  </a:moveTo>
                  <a:cubicBezTo>
                    <a:pt x="164" y="0"/>
                    <a:pt x="1" y="163"/>
                    <a:pt x="1" y="345"/>
                  </a:cubicBezTo>
                  <a:lnTo>
                    <a:pt x="1" y="11027"/>
                  </a:lnTo>
                  <a:cubicBezTo>
                    <a:pt x="1" y="11234"/>
                    <a:pt x="164" y="11397"/>
                    <a:pt x="371" y="11397"/>
                  </a:cubicBezTo>
                  <a:lnTo>
                    <a:pt x="13680" y="11397"/>
                  </a:lnTo>
                  <a:cubicBezTo>
                    <a:pt x="13882" y="11397"/>
                    <a:pt x="14050" y="11234"/>
                    <a:pt x="14050" y="11027"/>
                  </a:cubicBezTo>
                  <a:lnTo>
                    <a:pt x="14050" y="345"/>
                  </a:lnTo>
                  <a:cubicBezTo>
                    <a:pt x="14050" y="163"/>
                    <a:pt x="13882" y="0"/>
                    <a:pt x="13680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0"/>
            <p:cNvSpPr/>
            <p:nvPr/>
          </p:nvSpPr>
          <p:spPr>
            <a:xfrm>
              <a:off x="4549354" y="5067537"/>
              <a:ext cx="103765" cy="98730"/>
            </a:xfrm>
            <a:custGeom>
              <a:avLst/>
              <a:gdLst/>
              <a:ahLst/>
              <a:cxnLst/>
              <a:rect l="l" t="t" r="r" b="b"/>
              <a:pathLst>
                <a:path w="6285" h="5980" extrusionOk="0">
                  <a:moveTo>
                    <a:pt x="700" y="0"/>
                  </a:moveTo>
                  <a:cubicBezTo>
                    <a:pt x="311" y="0"/>
                    <a:pt x="0" y="330"/>
                    <a:pt x="0" y="720"/>
                  </a:cubicBezTo>
                  <a:lnTo>
                    <a:pt x="0" y="2529"/>
                  </a:lnTo>
                  <a:cubicBezTo>
                    <a:pt x="0" y="2627"/>
                    <a:pt x="64" y="2711"/>
                    <a:pt x="163" y="2711"/>
                  </a:cubicBezTo>
                  <a:lnTo>
                    <a:pt x="1252" y="2711"/>
                  </a:lnTo>
                  <a:cubicBezTo>
                    <a:pt x="1336" y="2711"/>
                    <a:pt x="1420" y="2627"/>
                    <a:pt x="1420" y="2529"/>
                  </a:cubicBezTo>
                  <a:lnTo>
                    <a:pt x="1420" y="1440"/>
                  </a:lnTo>
                  <a:lnTo>
                    <a:pt x="4846" y="1440"/>
                  </a:lnTo>
                  <a:lnTo>
                    <a:pt x="4846" y="3165"/>
                  </a:lnTo>
                  <a:lnTo>
                    <a:pt x="2627" y="4333"/>
                  </a:lnTo>
                  <a:cubicBezTo>
                    <a:pt x="2406" y="4456"/>
                    <a:pt x="2258" y="4703"/>
                    <a:pt x="2258" y="4969"/>
                  </a:cubicBezTo>
                  <a:lnTo>
                    <a:pt x="2258" y="5792"/>
                  </a:lnTo>
                  <a:cubicBezTo>
                    <a:pt x="2258" y="5896"/>
                    <a:pt x="2342" y="5979"/>
                    <a:pt x="2445" y="5979"/>
                  </a:cubicBezTo>
                  <a:lnTo>
                    <a:pt x="3490" y="5979"/>
                  </a:lnTo>
                  <a:cubicBezTo>
                    <a:pt x="3594" y="5979"/>
                    <a:pt x="3677" y="5896"/>
                    <a:pt x="3677" y="5792"/>
                  </a:cubicBezTo>
                  <a:lnTo>
                    <a:pt x="3677" y="5403"/>
                  </a:lnTo>
                  <a:lnTo>
                    <a:pt x="5896" y="4210"/>
                  </a:lnTo>
                  <a:cubicBezTo>
                    <a:pt x="6122" y="4087"/>
                    <a:pt x="6285" y="3840"/>
                    <a:pt x="6285" y="3574"/>
                  </a:cubicBezTo>
                  <a:lnTo>
                    <a:pt x="6285" y="720"/>
                  </a:lnTo>
                  <a:cubicBezTo>
                    <a:pt x="6285" y="330"/>
                    <a:pt x="5955" y="0"/>
                    <a:pt x="5565" y="0"/>
                  </a:cubicBezTo>
                  <a:close/>
                </a:path>
              </a:pathLst>
            </a:custGeom>
            <a:solidFill>
              <a:srgbClr val="E0B1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0"/>
            <p:cNvSpPr/>
            <p:nvPr/>
          </p:nvSpPr>
          <p:spPr>
            <a:xfrm>
              <a:off x="4586622" y="5186935"/>
              <a:ext cx="23461" cy="24435"/>
            </a:xfrm>
            <a:custGeom>
              <a:avLst/>
              <a:gdLst/>
              <a:ahLst/>
              <a:cxnLst/>
              <a:rect l="l" t="t" r="r" b="b"/>
              <a:pathLst>
                <a:path w="1421" h="1480" extrusionOk="0">
                  <a:moveTo>
                    <a:pt x="272" y="0"/>
                  </a:moveTo>
                  <a:cubicBezTo>
                    <a:pt x="104" y="0"/>
                    <a:pt x="1" y="124"/>
                    <a:pt x="1" y="267"/>
                  </a:cubicBezTo>
                  <a:lnTo>
                    <a:pt x="1" y="1213"/>
                  </a:lnTo>
                  <a:cubicBezTo>
                    <a:pt x="1" y="1356"/>
                    <a:pt x="104" y="1479"/>
                    <a:pt x="272" y="1479"/>
                  </a:cubicBezTo>
                  <a:lnTo>
                    <a:pt x="1154" y="1479"/>
                  </a:lnTo>
                  <a:cubicBezTo>
                    <a:pt x="1317" y="1479"/>
                    <a:pt x="1420" y="1356"/>
                    <a:pt x="1420" y="1213"/>
                  </a:cubicBezTo>
                  <a:lnTo>
                    <a:pt x="1420" y="267"/>
                  </a:lnTo>
                  <a:cubicBezTo>
                    <a:pt x="1420" y="124"/>
                    <a:pt x="1317" y="0"/>
                    <a:pt x="1154" y="0"/>
                  </a:cubicBezTo>
                  <a:close/>
                </a:path>
              </a:pathLst>
            </a:custGeom>
            <a:solidFill>
              <a:srgbClr val="E0B1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0"/>
            <p:cNvSpPr/>
            <p:nvPr/>
          </p:nvSpPr>
          <p:spPr>
            <a:xfrm>
              <a:off x="4474389" y="4755229"/>
              <a:ext cx="248228" cy="134292"/>
            </a:xfrm>
            <a:custGeom>
              <a:avLst/>
              <a:gdLst/>
              <a:ahLst/>
              <a:cxnLst/>
              <a:rect l="l" t="t" r="r" b="b"/>
              <a:pathLst>
                <a:path w="15035" h="8134" extrusionOk="0">
                  <a:moveTo>
                    <a:pt x="4067" y="0"/>
                  </a:moveTo>
                  <a:cubicBezTo>
                    <a:pt x="2938" y="0"/>
                    <a:pt x="1932" y="449"/>
                    <a:pt x="1193" y="1188"/>
                  </a:cubicBezTo>
                  <a:cubicBezTo>
                    <a:pt x="454" y="1908"/>
                    <a:pt x="0" y="2933"/>
                    <a:pt x="0" y="4067"/>
                  </a:cubicBezTo>
                  <a:cubicBezTo>
                    <a:pt x="0" y="6305"/>
                    <a:pt x="1829" y="8134"/>
                    <a:pt x="4067" y="8134"/>
                  </a:cubicBezTo>
                  <a:lnTo>
                    <a:pt x="10968" y="8134"/>
                  </a:lnTo>
                  <a:cubicBezTo>
                    <a:pt x="12097" y="8134"/>
                    <a:pt x="13107" y="7660"/>
                    <a:pt x="13847" y="6941"/>
                  </a:cubicBezTo>
                  <a:cubicBezTo>
                    <a:pt x="14586" y="6201"/>
                    <a:pt x="15035" y="5176"/>
                    <a:pt x="15035" y="4067"/>
                  </a:cubicBezTo>
                  <a:cubicBezTo>
                    <a:pt x="15035" y="1804"/>
                    <a:pt x="13206" y="0"/>
                    <a:pt x="1096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0"/>
            <p:cNvSpPr/>
            <p:nvPr/>
          </p:nvSpPr>
          <p:spPr>
            <a:xfrm>
              <a:off x="4505960" y="4786717"/>
              <a:ext cx="185160" cy="71241"/>
            </a:xfrm>
            <a:custGeom>
              <a:avLst/>
              <a:gdLst/>
              <a:ahLst/>
              <a:cxnLst/>
              <a:rect l="l" t="t" r="r" b="b"/>
              <a:pathLst>
                <a:path w="11215" h="4315" extrusionOk="0">
                  <a:moveTo>
                    <a:pt x="2155" y="1"/>
                  </a:moveTo>
                  <a:cubicBezTo>
                    <a:pt x="967" y="1"/>
                    <a:pt x="1" y="967"/>
                    <a:pt x="1" y="2160"/>
                  </a:cubicBezTo>
                  <a:cubicBezTo>
                    <a:pt x="1" y="3348"/>
                    <a:pt x="967" y="4314"/>
                    <a:pt x="2155" y="4314"/>
                  </a:cubicBezTo>
                  <a:lnTo>
                    <a:pt x="9056" y="4314"/>
                  </a:lnTo>
                  <a:cubicBezTo>
                    <a:pt x="10249" y="4314"/>
                    <a:pt x="11215" y="3348"/>
                    <a:pt x="11215" y="2160"/>
                  </a:cubicBezTo>
                  <a:cubicBezTo>
                    <a:pt x="11215" y="967"/>
                    <a:pt x="10249" y="1"/>
                    <a:pt x="905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0"/>
            <p:cNvSpPr/>
            <p:nvPr/>
          </p:nvSpPr>
          <p:spPr>
            <a:xfrm>
              <a:off x="4530051" y="4810494"/>
              <a:ext cx="137314" cy="23362"/>
            </a:xfrm>
            <a:custGeom>
              <a:avLst/>
              <a:gdLst/>
              <a:ahLst/>
              <a:cxnLst/>
              <a:rect l="l" t="t" r="r" b="b"/>
              <a:pathLst>
                <a:path w="8317" h="1415" extrusionOk="0">
                  <a:moveTo>
                    <a:pt x="696" y="0"/>
                  </a:moveTo>
                  <a:cubicBezTo>
                    <a:pt x="306" y="0"/>
                    <a:pt x="1" y="326"/>
                    <a:pt x="1" y="720"/>
                  </a:cubicBezTo>
                  <a:cubicBezTo>
                    <a:pt x="1" y="1109"/>
                    <a:pt x="306" y="1415"/>
                    <a:pt x="696" y="1415"/>
                  </a:cubicBezTo>
                  <a:lnTo>
                    <a:pt x="7597" y="1415"/>
                  </a:lnTo>
                  <a:cubicBezTo>
                    <a:pt x="7986" y="1415"/>
                    <a:pt x="8317" y="1109"/>
                    <a:pt x="8317" y="720"/>
                  </a:cubicBezTo>
                  <a:cubicBezTo>
                    <a:pt x="8317" y="326"/>
                    <a:pt x="7986" y="0"/>
                    <a:pt x="7597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40"/>
            <p:cNvSpPr/>
            <p:nvPr/>
          </p:nvSpPr>
          <p:spPr>
            <a:xfrm>
              <a:off x="4612761" y="4956675"/>
              <a:ext cx="68203" cy="54945"/>
            </a:xfrm>
            <a:custGeom>
              <a:avLst/>
              <a:gdLst/>
              <a:ahLst/>
              <a:cxnLst/>
              <a:rect l="l" t="t" r="r" b="b"/>
              <a:pathLst>
                <a:path w="4131" h="3328" extrusionOk="0">
                  <a:moveTo>
                    <a:pt x="2139" y="0"/>
                  </a:moveTo>
                  <a:cubicBezTo>
                    <a:pt x="966" y="0"/>
                    <a:pt x="0" y="942"/>
                    <a:pt x="0" y="2135"/>
                  </a:cubicBezTo>
                  <a:lnTo>
                    <a:pt x="0" y="3328"/>
                  </a:lnTo>
                  <a:lnTo>
                    <a:pt x="1991" y="3328"/>
                  </a:lnTo>
                  <a:cubicBezTo>
                    <a:pt x="3165" y="3328"/>
                    <a:pt x="4131" y="2362"/>
                    <a:pt x="4131" y="1169"/>
                  </a:cubicBezTo>
                  <a:lnTo>
                    <a:pt x="4131" y="222"/>
                  </a:lnTo>
                  <a:cubicBezTo>
                    <a:pt x="4131" y="99"/>
                    <a:pt x="4027" y="0"/>
                    <a:pt x="3904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0"/>
            <p:cNvSpPr/>
            <p:nvPr/>
          </p:nvSpPr>
          <p:spPr>
            <a:xfrm>
              <a:off x="4516131" y="4956675"/>
              <a:ext cx="68137" cy="54945"/>
            </a:xfrm>
            <a:custGeom>
              <a:avLst/>
              <a:gdLst/>
              <a:ahLst/>
              <a:cxnLst/>
              <a:rect l="l" t="t" r="r" b="b"/>
              <a:pathLst>
                <a:path w="4127" h="3328" extrusionOk="0">
                  <a:moveTo>
                    <a:pt x="228" y="0"/>
                  </a:moveTo>
                  <a:cubicBezTo>
                    <a:pt x="104" y="0"/>
                    <a:pt x="1" y="99"/>
                    <a:pt x="1" y="222"/>
                  </a:cubicBezTo>
                  <a:lnTo>
                    <a:pt x="1" y="1169"/>
                  </a:lnTo>
                  <a:cubicBezTo>
                    <a:pt x="1" y="2362"/>
                    <a:pt x="967" y="3328"/>
                    <a:pt x="2135" y="3328"/>
                  </a:cubicBezTo>
                  <a:lnTo>
                    <a:pt x="4127" y="3328"/>
                  </a:lnTo>
                  <a:lnTo>
                    <a:pt x="4127" y="2135"/>
                  </a:lnTo>
                  <a:cubicBezTo>
                    <a:pt x="4127" y="942"/>
                    <a:pt x="3161" y="0"/>
                    <a:pt x="1992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40"/>
            <p:cNvSpPr/>
            <p:nvPr/>
          </p:nvSpPr>
          <p:spPr>
            <a:xfrm>
              <a:off x="4578894" y="5179455"/>
              <a:ext cx="38997" cy="39723"/>
            </a:xfrm>
            <a:custGeom>
              <a:avLst/>
              <a:gdLst/>
              <a:ahLst/>
              <a:cxnLst/>
              <a:rect l="l" t="t" r="r" b="b"/>
              <a:pathLst>
                <a:path w="2362" h="2406" extrusionOk="0">
                  <a:moveTo>
                    <a:pt x="1435" y="927"/>
                  </a:moveTo>
                  <a:lnTo>
                    <a:pt x="1435" y="1479"/>
                  </a:lnTo>
                  <a:lnTo>
                    <a:pt x="922" y="1479"/>
                  </a:lnTo>
                  <a:lnTo>
                    <a:pt x="922" y="927"/>
                  </a:lnTo>
                  <a:close/>
                  <a:moveTo>
                    <a:pt x="740" y="0"/>
                  </a:moveTo>
                  <a:cubicBezTo>
                    <a:pt x="326" y="0"/>
                    <a:pt x="0" y="330"/>
                    <a:pt x="0" y="720"/>
                  </a:cubicBezTo>
                  <a:lnTo>
                    <a:pt x="0" y="1666"/>
                  </a:lnTo>
                  <a:cubicBezTo>
                    <a:pt x="0" y="2075"/>
                    <a:pt x="326" y="2406"/>
                    <a:pt x="740" y="2406"/>
                  </a:cubicBezTo>
                  <a:lnTo>
                    <a:pt x="1622" y="2406"/>
                  </a:lnTo>
                  <a:cubicBezTo>
                    <a:pt x="2031" y="2406"/>
                    <a:pt x="2362" y="2075"/>
                    <a:pt x="2362" y="1666"/>
                  </a:cubicBezTo>
                  <a:lnTo>
                    <a:pt x="2362" y="720"/>
                  </a:lnTo>
                  <a:cubicBezTo>
                    <a:pt x="2362" y="330"/>
                    <a:pt x="2031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40"/>
            <p:cNvSpPr/>
            <p:nvPr/>
          </p:nvSpPr>
          <p:spPr>
            <a:xfrm>
              <a:off x="4443527" y="4747418"/>
              <a:ext cx="308308" cy="520857"/>
            </a:xfrm>
            <a:custGeom>
              <a:avLst/>
              <a:gdLst/>
              <a:ahLst/>
              <a:cxnLst/>
              <a:rect l="l" t="t" r="r" b="b"/>
              <a:pathLst>
                <a:path w="18674" h="31548" extrusionOk="0">
                  <a:moveTo>
                    <a:pt x="12837" y="922"/>
                  </a:moveTo>
                  <a:cubicBezTo>
                    <a:pt x="14828" y="922"/>
                    <a:pt x="16455" y="2544"/>
                    <a:pt x="16455" y="4540"/>
                  </a:cubicBezTo>
                  <a:cubicBezTo>
                    <a:pt x="16455" y="6512"/>
                    <a:pt x="14828" y="8133"/>
                    <a:pt x="12837" y="8133"/>
                  </a:cubicBezTo>
                  <a:lnTo>
                    <a:pt x="5936" y="8133"/>
                  </a:lnTo>
                  <a:cubicBezTo>
                    <a:pt x="3944" y="8133"/>
                    <a:pt x="2342" y="6512"/>
                    <a:pt x="2342" y="4540"/>
                  </a:cubicBezTo>
                  <a:cubicBezTo>
                    <a:pt x="2342" y="2544"/>
                    <a:pt x="3944" y="922"/>
                    <a:pt x="5936" y="922"/>
                  </a:cubicBezTo>
                  <a:close/>
                  <a:moveTo>
                    <a:pt x="6389" y="13122"/>
                  </a:moveTo>
                  <a:cubicBezTo>
                    <a:pt x="7311" y="13122"/>
                    <a:pt x="8075" y="13881"/>
                    <a:pt x="8075" y="14808"/>
                  </a:cubicBezTo>
                  <a:lnTo>
                    <a:pt x="8075" y="15527"/>
                  </a:lnTo>
                  <a:lnTo>
                    <a:pt x="6532" y="15527"/>
                  </a:lnTo>
                  <a:cubicBezTo>
                    <a:pt x="5611" y="15527"/>
                    <a:pt x="4871" y="14768"/>
                    <a:pt x="4871" y="13842"/>
                  </a:cubicBezTo>
                  <a:lnTo>
                    <a:pt x="4871" y="13122"/>
                  </a:lnTo>
                  <a:close/>
                  <a:moveTo>
                    <a:pt x="13926" y="13122"/>
                  </a:moveTo>
                  <a:lnTo>
                    <a:pt x="13926" y="13842"/>
                  </a:lnTo>
                  <a:cubicBezTo>
                    <a:pt x="13926" y="14768"/>
                    <a:pt x="13167" y="15527"/>
                    <a:pt x="12240" y="15527"/>
                  </a:cubicBezTo>
                  <a:lnTo>
                    <a:pt x="10722" y="15527"/>
                  </a:lnTo>
                  <a:lnTo>
                    <a:pt x="10722" y="14808"/>
                  </a:lnTo>
                  <a:cubicBezTo>
                    <a:pt x="10722" y="13881"/>
                    <a:pt x="11462" y="13122"/>
                    <a:pt x="12388" y="13122"/>
                  </a:cubicBezTo>
                  <a:close/>
                  <a:moveTo>
                    <a:pt x="17071" y="16449"/>
                  </a:moveTo>
                  <a:cubicBezTo>
                    <a:pt x="17441" y="16449"/>
                    <a:pt x="17747" y="16760"/>
                    <a:pt x="17747" y="17110"/>
                  </a:cubicBezTo>
                  <a:lnTo>
                    <a:pt x="17747" y="29966"/>
                  </a:lnTo>
                  <a:cubicBezTo>
                    <a:pt x="17747" y="30335"/>
                    <a:pt x="17441" y="30621"/>
                    <a:pt x="17071" y="30621"/>
                  </a:cubicBezTo>
                  <a:lnTo>
                    <a:pt x="1583" y="30621"/>
                  </a:lnTo>
                  <a:cubicBezTo>
                    <a:pt x="1214" y="30621"/>
                    <a:pt x="928" y="30335"/>
                    <a:pt x="928" y="29966"/>
                  </a:cubicBezTo>
                  <a:lnTo>
                    <a:pt x="928" y="17110"/>
                  </a:lnTo>
                  <a:cubicBezTo>
                    <a:pt x="928" y="16760"/>
                    <a:pt x="1214" y="16449"/>
                    <a:pt x="1583" y="16449"/>
                  </a:cubicBezTo>
                  <a:close/>
                  <a:moveTo>
                    <a:pt x="5936" y="0"/>
                  </a:moveTo>
                  <a:cubicBezTo>
                    <a:pt x="3432" y="0"/>
                    <a:pt x="1421" y="2031"/>
                    <a:pt x="1421" y="4540"/>
                  </a:cubicBezTo>
                  <a:cubicBezTo>
                    <a:pt x="1421" y="7024"/>
                    <a:pt x="3432" y="9055"/>
                    <a:pt x="5936" y="9055"/>
                  </a:cubicBezTo>
                  <a:lnTo>
                    <a:pt x="8075" y="9055"/>
                  </a:lnTo>
                  <a:lnTo>
                    <a:pt x="8075" y="12816"/>
                  </a:lnTo>
                  <a:cubicBezTo>
                    <a:pt x="7602" y="12427"/>
                    <a:pt x="7025" y="12200"/>
                    <a:pt x="6389" y="12200"/>
                  </a:cubicBezTo>
                  <a:lnTo>
                    <a:pt x="4398" y="12200"/>
                  </a:lnTo>
                  <a:cubicBezTo>
                    <a:pt x="4151" y="12200"/>
                    <a:pt x="3944" y="12402"/>
                    <a:pt x="3944" y="12673"/>
                  </a:cubicBezTo>
                  <a:lnTo>
                    <a:pt x="3944" y="13842"/>
                  </a:lnTo>
                  <a:cubicBezTo>
                    <a:pt x="3944" y="14478"/>
                    <a:pt x="4171" y="15074"/>
                    <a:pt x="4561" y="15527"/>
                  </a:cubicBezTo>
                  <a:lnTo>
                    <a:pt x="1583" y="15527"/>
                  </a:lnTo>
                  <a:cubicBezTo>
                    <a:pt x="701" y="15527"/>
                    <a:pt x="1" y="16247"/>
                    <a:pt x="1" y="17110"/>
                  </a:cubicBezTo>
                  <a:lnTo>
                    <a:pt x="1" y="29966"/>
                  </a:lnTo>
                  <a:cubicBezTo>
                    <a:pt x="1" y="30848"/>
                    <a:pt x="701" y="31548"/>
                    <a:pt x="1583" y="31548"/>
                  </a:cubicBezTo>
                  <a:lnTo>
                    <a:pt x="17071" y="31548"/>
                  </a:lnTo>
                  <a:cubicBezTo>
                    <a:pt x="17954" y="31548"/>
                    <a:pt x="18673" y="30848"/>
                    <a:pt x="18673" y="29966"/>
                  </a:cubicBezTo>
                  <a:lnTo>
                    <a:pt x="18673" y="17110"/>
                  </a:lnTo>
                  <a:cubicBezTo>
                    <a:pt x="18673" y="16247"/>
                    <a:pt x="17954" y="15527"/>
                    <a:pt x="17071" y="15527"/>
                  </a:cubicBezTo>
                  <a:lnTo>
                    <a:pt x="14237" y="15527"/>
                  </a:lnTo>
                  <a:cubicBezTo>
                    <a:pt x="14607" y="15074"/>
                    <a:pt x="14853" y="14478"/>
                    <a:pt x="14853" y="13842"/>
                  </a:cubicBezTo>
                  <a:lnTo>
                    <a:pt x="14853" y="12673"/>
                  </a:lnTo>
                  <a:cubicBezTo>
                    <a:pt x="14853" y="12402"/>
                    <a:pt x="14626" y="12200"/>
                    <a:pt x="14380" y="12200"/>
                  </a:cubicBezTo>
                  <a:lnTo>
                    <a:pt x="12388" y="12200"/>
                  </a:lnTo>
                  <a:cubicBezTo>
                    <a:pt x="11748" y="12200"/>
                    <a:pt x="11176" y="12427"/>
                    <a:pt x="10722" y="12816"/>
                  </a:cubicBezTo>
                  <a:lnTo>
                    <a:pt x="10722" y="11688"/>
                  </a:lnTo>
                  <a:cubicBezTo>
                    <a:pt x="10722" y="11416"/>
                    <a:pt x="10496" y="11214"/>
                    <a:pt x="10249" y="11214"/>
                  </a:cubicBezTo>
                  <a:cubicBezTo>
                    <a:pt x="10003" y="11214"/>
                    <a:pt x="9800" y="11416"/>
                    <a:pt x="9800" y="11688"/>
                  </a:cubicBezTo>
                  <a:lnTo>
                    <a:pt x="9800" y="15527"/>
                  </a:lnTo>
                  <a:lnTo>
                    <a:pt x="8997" y="15527"/>
                  </a:lnTo>
                  <a:lnTo>
                    <a:pt x="8997" y="9055"/>
                  </a:lnTo>
                  <a:lnTo>
                    <a:pt x="9800" y="9055"/>
                  </a:lnTo>
                  <a:lnTo>
                    <a:pt x="9800" y="9839"/>
                  </a:lnTo>
                  <a:cubicBezTo>
                    <a:pt x="9800" y="10085"/>
                    <a:pt x="10003" y="10288"/>
                    <a:pt x="10249" y="10288"/>
                  </a:cubicBezTo>
                  <a:cubicBezTo>
                    <a:pt x="10496" y="10288"/>
                    <a:pt x="10722" y="10085"/>
                    <a:pt x="10722" y="9839"/>
                  </a:cubicBezTo>
                  <a:lnTo>
                    <a:pt x="10722" y="9055"/>
                  </a:lnTo>
                  <a:lnTo>
                    <a:pt x="12837" y="9055"/>
                  </a:lnTo>
                  <a:cubicBezTo>
                    <a:pt x="15346" y="9055"/>
                    <a:pt x="17377" y="7024"/>
                    <a:pt x="17377" y="4540"/>
                  </a:cubicBezTo>
                  <a:cubicBezTo>
                    <a:pt x="17377" y="2031"/>
                    <a:pt x="15346" y="0"/>
                    <a:pt x="1283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0"/>
            <p:cNvSpPr/>
            <p:nvPr/>
          </p:nvSpPr>
          <p:spPr>
            <a:xfrm>
              <a:off x="4474058" y="5034315"/>
              <a:ext cx="247254" cy="203486"/>
            </a:xfrm>
            <a:custGeom>
              <a:avLst/>
              <a:gdLst/>
              <a:ahLst/>
              <a:cxnLst/>
              <a:rect l="l" t="t" r="r" b="b"/>
              <a:pathLst>
                <a:path w="14976" h="12325" extrusionOk="0">
                  <a:moveTo>
                    <a:pt x="454" y="1"/>
                  </a:moveTo>
                  <a:cubicBezTo>
                    <a:pt x="207" y="1"/>
                    <a:pt x="0" y="203"/>
                    <a:pt x="0" y="474"/>
                  </a:cubicBezTo>
                  <a:lnTo>
                    <a:pt x="0" y="7558"/>
                  </a:lnTo>
                  <a:cubicBezTo>
                    <a:pt x="0" y="7804"/>
                    <a:pt x="207" y="8011"/>
                    <a:pt x="454" y="8011"/>
                  </a:cubicBezTo>
                  <a:cubicBezTo>
                    <a:pt x="700" y="8011"/>
                    <a:pt x="927" y="7804"/>
                    <a:pt x="927" y="7558"/>
                  </a:cubicBezTo>
                  <a:lnTo>
                    <a:pt x="927" y="923"/>
                  </a:lnTo>
                  <a:lnTo>
                    <a:pt x="14049" y="923"/>
                  </a:lnTo>
                  <a:lnTo>
                    <a:pt x="14049" y="11398"/>
                  </a:lnTo>
                  <a:lnTo>
                    <a:pt x="927" y="11398"/>
                  </a:lnTo>
                  <a:lnTo>
                    <a:pt x="927" y="9406"/>
                  </a:lnTo>
                  <a:cubicBezTo>
                    <a:pt x="927" y="9140"/>
                    <a:pt x="700" y="8933"/>
                    <a:pt x="454" y="8933"/>
                  </a:cubicBezTo>
                  <a:cubicBezTo>
                    <a:pt x="207" y="8933"/>
                    <a:pt x="0" y="9140"/>
                    <a:pt x="0" y="9406"/>
                  </a:cubicBezTo>
                  <a:lnTo>
                    <a:pt x="0" y="11871"/>
                  </a:lnTo>
                  <a:cubicBezTo>
                    <a:pt x="0" y="12117"/>
                    <a:pt x="207" y="12324"/>
                    <a:pt x="454" y="12324"/>
                  </a:cubicBezTo>
                  <a:lnTo>
                    <a:pt x="14503" y="12324"/>
                  </a:lnTo>
                  <a:cubicBezTo>
                    <a:pt x="14749" y="12324"/>
                    <a:pt x="14976" y="12117"/>
                    <a:pt x="14976" y="11871"/>
                  </a:cubicBezTo>
                  <a:lnTo>
                    <a:pt x="14976" y="474"/>
                  </a:lnTo>
                  <a:cubicBezTo>
                    <a:pt x="14976" y="203"/>
                    <a:pt x="14749" y="1"/>
                    <a:pt x="1450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0"/>
            <p:cNvSpPr/>
            <p:nvPr/>
          </p:nvSpPr>
          <p:spPr>
            <a:xfrm>
              <a:off x="4681617" y="5056705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43" y="1110"/>
                    <a:pt x="1109" y="863"/>
                    <a:pt x="1109" y="553"/>
                  </a:cubicBezTo>
                  <a:cubicBezTo>
                    <a:pt x="1109" y="247"/>
                    <a:pt x="84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0"/>
            <p:cNvSpPr/>
            <p:nvPr/>
          </p:nvSpPr>
          <p:spPr>
            <a:xfrm>
              <a:off x="4497506" y="5056705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2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2" y="1110"/>
                  </a:cubicBezTo>
                  <a:cubicBezTo>
                    <a:pt x="838" y="1110"/>
                    <a:pt x="1109" y="863"/>
                    <a:pt x="1109" y="553"/>
                  </a:cubicBezTo>
                  <a:cubicBezTo>
                    <a:pt x="1109" y="247"/>
                    <a:pt x="838" y="1"/>
                    <a:pt x="55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0"/>
            <p:cNvSpPr/>
            <p:nvPr/>
          </p:nvSpPr>
          <p:spPr>
            <a:xfrm>
              <a:off x="4681617" y="5197107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43" y="1110"/>
                    <a:pt x="1109" y="863"/>
                    <a:pt x="1109" y="553"/>
                  </a:cubicBezTo>
                  <a:cubicBezTo>
                    <a:pt x="1109" y="247"/>
                    <a:pt x="84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0"/>
            <p:cNvSpPr/>
            <p:nvPr/>
          </p:nvSpPr>
          <p:spPr>
            <a:xfrm>
              <a:off x="4497506" y="5197107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2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2" y="1110"/>
                  </a:cubicBezTo>
                  <a:cubicBezTo>
                    <a:pt x="838" y="1110"/>
                    <a:pt x="1109" y="863"/>
                    <a:pt x="1109" y="553"/>
                  </a:cubicBezTo>
                  <a:cubicBezTo>
                    <a:pt x="1109" y="247"/>
                    <a:pt x="838" y="1"/>
                    <a:pt x="55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0"/>
            <p:cNvSpPr/>
            <p:nvPr/>
          </p:nvSpPr>
          <p:spPr>
            <a:xfrm>
              <a:off x="4541527" y="5060040"/>
              <a:ext cx="119087" cy="113952"/>
            </a:xfrm>
            <a:custGeom>
              <a:avLst/>
              <a:gdLst/>
              <a:ahLst/>
              <a:cxnLst/>
              <a:rect l="l" t="t" r="r" b="b"/>
              <a:pathLst>
                <a:path w="7213" h="6902" extrusionOk="0">
                  <a:moveTo>
                    <a:pt x="6039" y="927"/>
                  </a:moveTo>
                  <a:cubicBezTo>
                    <a:pt x="6163" y="927"/>
                    <a:pt x="6286" y="1031"/>
                    <a:pt x="6286" y="1174"/>
                  </a:cubicBezTo>
                  <a:lnTo>
                    <a:pt x="6286" y="4028"/>
                  </a:lnTo>
                  <a:cubicBezTo>
                    <a:pt x="6286" y="4131"/>
                    <a:pt x="6246" y="4215"/>
                    <a:pt x="6143" y="4255"/>
                  </a:cubicBezTo>
                  <a:lnTo>
                    <a:pt x="3944" y="5448"/>
                  </a:lnTo>
                  <a:cubicBezTo>
                    <a:pt x="3782" y="5526"/>
                    <a:pt x="3698" y="5669"/>
                    <a:pt x="3698" y="5857"/>
                  </a:cubicBezTo>
                  <a:lnTo>
                    <a:pt x="3698" y="5980"/>
                  </a:lnTo>
                  <a:lnTo>
                    <a:pt x="3185" y="5980"/>
                  </a:lnTo>
                  <a:lnTo>
                    <a:pt x="3185" y="5423"/>
                  </a:lnTo>
                  <a:cubicBezTo>
                    <a:pt x="3185" y="5324"/>
                    <a:pt x="3249" y="5241"/>
                    <a:pt x="3328" y="5201"/>
                  </a:cubicBezTo>
                  <a:lnTo>
                    <a:pt x="5527" y="4008"/>
                  </a:lnTo>
                  <a:cubicBezTo>
                    <a:pt x="5689" y="3924"/>
                    <a:pt x="5773" y="3781"/>
                    <a:pt x="5773" y="3619"/>
                  </a:cubicBezTo>
                  <a:lnTo>
                    <a:pt x="5773" y="1894"/>
                  </a:lnTo>
                  <a:cubicBezTo>
                    <a:pt x="5773" y="1627"/>
                    <a:pt x="5566" y="1420"/>
                    <a:pt x="5320" y="1420"/>
                  </a:cubicBezTo>
                  <a:lnTo>
                    <a:pt x="1894" y="1420"/>
                  </a:lnTo>
                  <a:cubicBezTo>
                    <a:pt x="1647" y="1420"/>
                    <a:pt x="1440" y="1627"/>
                    <a:pt x="1440" y="1894"/>
                  </a:cubicBezTo>
                  <a:lnTo>
                    <a:pt x="1440" y="2692"/>
                  </a:lnTo>
                  <a:lnTo>
                    <a:pt x="928" y="2692"/>
                  </a:lnTo>
                  <a:lnTo>
                    <a:pt x="928" y="1174"/>
                  </a:lnTo>
                  <a:cubicBezTo>
                    <a:pt x="928" y="1031"/>
                    <a:pt x="1051" y="927"/>
                    <a:pt x="1174" y="927"/>
                  </a:cubicBezTo>
                  <a:close/>
                  <a:moveTo>
                    <a:pt x="1174" y="1"/>
                  </a:moveTo>
                  <a:cubicBezTo>
                    <a:pt x="538" y="1"/>
                    <a:pt x="1" y="518"/>
                    <a:pt x="1" y="1174"/>
                  </a:cubicBezTo>
                  <a:lnTo>
                    <a:pt x="1" y="2983"/>
                  </a:lnTo>
                  <a:cubicBezTo>
                    <a:pt x="1" y="3328"/>
                    <a:pt x="292" y="3619"/>
                    <a:pt x="637" y="3619"/>
                  </a:cubicBezTo>
                  <a:lnTo>
                    <a:pt x="1726" y="3619"/>
                  </a:lnTo>
                  <a:cubicBezTo>
                    <a:pt x="2076" y="3619"/>
                    <a:pt x="2362" y="3328"/>
                    <a:pt x="2362" y="2983"/>
                  </a:cubicBezTo>
                  <a:lnTo>
                    <a:pt x="2362" y="2342"/>
                  </a:lnTo>
                  <a:lnTo>
                    <a:pt x="4851" y="2342"/>
                  </a:lnTo>
                  <a:lnTo>
                    <a:pt x="4851" y="3328"/>
                  </a:lnTo>
                  <a:lnTo>
                    <a:pt x="2899" y="4378"/>
                  </a:lnTo>
                  <a:cubicBezTo>
                    <a:pt x="2510" y="4585"/>
                    <a:pt x="2263" y="4974"/>
                    <a:pt x="2263" y="5423"/>
                  </a:cubicBezTo>
                  <a:lnTo>
                    <a:pt x="2263" y="6246"/>
                  </a:lnTo>
                  <a:cubicBezTo>
                    <a:pt x="2263" y="6616"/>
                    <a:pt x="2549" y="6902"/>
                    <a:pt x="2919" y="6902"/>
                  </a:cubicBezTo>
                  <a:lnTo>
                    <a:pt x="3964" y="6902"/>
                  </a:lnTo>
                  <a:cubicBezTo>
                    <a:pt x="4334" y="6902"/>
                    <a:pt x="4625" y="6616"/>
                    <a:pt x="4625" y="6246"/>
                  </a:cubicBezTo>
                  <a:lnTo>
                    <a:pt x="4625" y="6123"/>
                  </a:lnTo>
                  <a:lnTo>
                    <a:pt x="6596" y="5078"/>
                  </a:lnTo>
                  <a:cubicBezTo>
                    <a:pt x="6966" y="4871"/>
                    <a:pt x="7212" y="4481"/>
                    <a:pt x="7212" y="4028"/>
                  </a:cubicBezTo>
                  <a:lnTo>
                    <a:pt x="7212" y="1174"/>
                  </a:lnTo>
                  <a:cubicBezTo>
                    <a:pt x="7212" y="518"/>
                    <a:pt x="6675" y="1"/>
                    <a:pt x="603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0"/>
            <p:cNvSpPr/>
            <p:nvPr/>
          </p:nvSpPr>
          <p:spPr>
            <a:xfrm>
              <a:off x="4498480" y="4778907"/>
              <a:ext cx="200464" cy="86529"/>
            </a:xfrm>
            <a:custGeom>
              <a:avLst/>
              <a:gdLst/>
              <a:ahLst/>
              <a:cxnLst/>
              <a:rect l="l" t="t" r="r" b="b"/>
              <a:pathLst>
                <a:path w="12142" h="5241" extrusionOk="0">
                  <a:moveTo>
                    <a:pt x="2608" y="1"/>
                  </a:moveTo>
                  <a:cubicBezTo>
                    <a:pt x="1173" y="1"/>
                    <a:pt x="0" y="1174"/>
                    <a:pt x="0" y="2633"/>
                  </a:cubicBezTo>
                  <a:cubicBezTo>
                    <a:pt x="0" y="4067"/>
                    <a:pt x="1173" y="5241"/>
                    <a:pt x="2608" y="5241"/>
                  </a:cubicBezTo>
                  <a:lnTo>
                    <a:pt x="9509" y="5241"/>
                  </a:lnTo>
                  <a:cubicBezTo>
                    <a:pt x="10948" y="5241"/>
                    <a:pt x="12141" y="4067"/>
                    <a:pt x="12141" y="2633"/>
                  </a:cubicBezTo>
                  <a:cubicBezTo>
                    <a:pt x="12141" y="1174"/>
                    <a:pt x="10948" y="1"/>
                    <a:pt x="9509" y="1"/>
                  </a:cubicBezTo>
                  <a:lnTo>
                    <a:pt x="4930" y="1"/>
                  </a:lnTo>
                  <a:cubicBezTo>
                    <a:pt x="4683" y="1"/>
                    <a:pt x="4476" y="208"/>
                    <a:pt x="4476" y="474"/>
                  </a:cubicBezTo>
                  <a:cubicBezTo>
                    <a:pt x="4476" y="720"/>
                    <a:pt x="4683" y="927"/>
                    <a:pt x="4930" y="927"/>
                  </a:cubicBezTo>
                  <a:lnTo>
                    <a:pt x="9509" y="927"/>
                  </a:lnTo>
                  <a:cubicBezTo>
                    <a:pt x="10455" y="927"/>
                    <a:pt x="11215" y="1687"/>
                    <a:pt x="11215" y="2633"/>
                  </a:cubicBezTo>
                  <a:cubicBezTo>
                    <a:pt x="11215" y="3555"/>
                    <a:pt x="10455" y="4314"/>
                    <a:pt x="9509" y="4314"/>
                  </a:cubicBezTo>
                  <a:lnTo>
                    <a:pt x="2608" y="4314"/>
                  </a:lnTo>
                  <a:cubicBezTo>
                    <a:pt x="1686" y="4314"/>
                    <a:pt x="927" y="3555"/>
                    <a:pt x="927" y="2633"/>
                  </a:cubicBezTo>
                  <a:cubicBezTo>
                    <a:pt x="927" y="1687"/>
                    <a:pt x="1686" y="927"/>
                    <a:pt x="2608" y="927"/>
                  </a:cubicBezTo>
                  <a:lnTo>
                    <a:pt x="3081" y="927"/>
                  </a:lnTo>
                  <a:cubicBezTo>
                    <a:pt x="3347" y="927"/>
                    <a:pt x="3554" y="720"/>
                    <a:pt x="3554" y="474"/>
                  </a:cubicBezTo>
                  <a:cubicBezTo>
                    <a:pt x="3554" y="208"/>
                    <a:pt x="3347" y="1"/>
                    <a:pt x="308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30F804E6-CFCD-D6BC-EFCD-4B4A15B52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6DB2727-4E42-13B8-4631-FB9E81847E43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41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aphicFrame>
        <p:nvGraphicFramePr>
          <p:cNvPr id="1947" name="Google Shape;1947;p41"/>
          <p:cNvGraphicFramePr/>
          <p:nvPr/>
        </p:nvGraphicFramePr>
        <p:xfrm>
          <a:off x="972663" y="1317538"/>
          <a:ext cx="7202175" cy="3192455"/>
        </p:xfrm>
        <a:graphic>
          <a:graphicData uri="http://schemas.openxmlformats.org/drawingml/2006/table">
            <a:tbl>
              <a:tblPr>
                <a:noFill/>
                <a:tableStyleId>{53BAE949-E040-40C8-B60A-91FA4EEEBF5B}</a:tableStyleId>
              </a:tblPr>
              <a:tblGrid>
                <a:gridCol w="261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5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5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8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Nunito ExtraBold"/>
                        <a:ea typeface="Nunito ExtraBold"/>
                        <a:cs typeface="Nunito ExtraBold"/>
                        <a:sym typeface="Nunito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Earth</a:t>
                      </a:r>
                      <a:endParaRPr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Pluto</a:t>
                      </a:r>
                      <a:endParaRPr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Mars</a:t>
                      </a:r>
                      <a:endParaRPr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Venus</a:t>
                      </a:r>
                      <a:endParaRPr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Player 1</a:t>
                      </a:r>
                      <a:endParaRPr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Yes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No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Yes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Yes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Player 2</a:t>
                      </a:r>
                      <a:endParaRPr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No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Yes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No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Yes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Press Start 2P"/>
                          <a:ea typeface="Press Start 2P"/>
                          <a:cs typeface="Press Start 2P"/>
                          <a:sym typeface="Press Start 2P"/>
                        </a:rPr>
                        <a:t>Player 3</a:t>
                      </a:r>
                      <a:endParaRPr>
                        <a:solidFill>
                          <a:schemeClr val="accent1"/>
                        </a:solidFill>
                        <a:latin typeface="Press Start 2P"/>
                        <a:ea typeface="Press Start 2P"/>
                        <a:cs typeface="Press Start 2P"/>
                        <a:sym typeface="Press Start 2P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Yes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Yes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No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No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Venus has a beautiful name and is the second planet from the Sun. It’s terribly hot, even hotter than Mercury, and its atmosphere is extremely poisonous</a:t>
                      </a:r>
                      <a:endParaRPr sz="16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035D586B-551E-990B-F33C-677DDA71D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55ECB33-CE53-714C-FBA0-FCEB201C331A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42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1953" name="Google Shape;1953;p42"/>
          <p:cNvGrpSpPr/>
          <p:nvPr/>
        </p:nvGrpSpPr>
        <p:grpSpPr>
          <a:xfrm>
            <a:off x="3999038" y="1265175"/>
            <a:ext cx="4195802" cy="930300"/>
            <a:chOff x="3999038" y="1265175"/>
            <a:chExt cx="4195802" cy="930300"/>
          </a:xfrm>
        </p:grpSpPr>
        <p:sp>
          <p:nvSpPr>
            <p:cNvPr id="1954" name="Google Shape;1954;p42"/>
            <p:cNvSpPr txBox="1"/>
            <p:nvPr/>
          </p:nvSpPr>
          <p:spPr>
            <a:xfrm>
              <a:off x="3999040" y="1622775"/>
              <a:ext cx="41958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a gas giant and the biggest one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955" name="Google Shape;1955;p42"/>
            <p:cNvSpPr/>
            <p:nvPr/>
          </p:nvSpPr>
          <p:spPr>
            <a:xfrm>
              <a:off x="3999038" y="1265175"/>
              <a:ext cx="4195800" cy="4338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Jupiter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1956" name="Google Shape;1956;p42"/>
          <p:cNvGrpSpPr/>
          <p:nvPr/>
        </p:nvGrpSpPr>
        <p:grpSpPr>
          <a:xfrm>
            <a:off x="3998909" y="3579700"/>
            <a:ext cx="4195811" cy="930300"/>
            <a:chOff x="3998909" y="3579700"/>
            <a:chExt cx="4195811" cy="930300"/>
          </a:xfrm>
        </p:grpSpPr>
        <p:sp>
          <p:nvSpPr>
            <p:cNvPr id="1957" name="Google Shape;1957;p42"/>
            <p:cNvSpPr txBox="1"/>
            <p:nvPr/>
          </p:nvSpPr>
          <p:spPr>
            <a:xfrm>
              <a:off x="3998909" y="3937300"/>
              <a:ext cx="41958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Pluto is considered a dwarf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Earth is the third planet from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958" name="Google Shape;1958;p42"/>
            <p:cNvSpPr/>
            <p:nvPr/>
          </p:nvSpPr>
          <p:spPr>
            <a:xfrm>
              <a:off x="3998920" y="3579700"/>
              <a:ext cx="4195800" cy="4338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Pluto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1959" name="Google Shape;1959;p42"/>
          <p:cNvGrpSpPr/>
          <p:nvPr/>
        </p:nvGrpSpPr>
        <p:grpSpPr>
          <a:xfrm>
            <a:off x="3998900" y="2422438"/>
            <a:ext cx="4195809" cy="930300"/>
            <a:chOff x="3998900" y="2422438"/>
            <a:chExt cx="4195809" cy="930300"/>
          </a:xfrm>
        </p:grpSpPr>
        <p:sp>
          <p:nvSpPr>
            <p:cNvPr id="1960" name="Google Shape;1960;p42"/>
            <p:cNvSpPr txBox="1"/>
            <p:nvPr/>
          </p:nvSpPr>
          <p:spPr>
            <a:xfrm>
              <a:off x="3998909" y="2780038"/>
              <a:ext cx="41958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Neptune is the farthest one from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Despite being red, Mars is a cold place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961" name="Google Shape;1961;p42"/>
            <p:cNvSpPr/>
            <p:nvPr/>
          </p:nvSpPr>
          <p:spPr>
            <a:xfrm>
              <a:off x="3998900" y="2422438"/>
              <a:ext cx="4195800" cy="4338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Neptune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sp>
        <p:nvSpPr>
          <p:cNvPr id="1962" name="Google Shape;1962;p42"/>
          <p:cNvSpPr/>
          <p:nvPr/>
        </p:nvSpPr>
        <p:spPr>
          <a:xfrm>
            <a:off x="948050" y="3579700"/>
            <a:ext cx="2437500" cy="433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Gamer list</a:t>
            </a:r>
            <a:endParaRPr sz="1600">
              <a:solidFill>
                <a:schemeClr val="accent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cxnSp>
        <p:nvCxnSpPr>
          <p:cNvPr id="1963" name="Google Shape;1963;p42"/>
          <p:cNvCxnSpPr>
            <a:stCxn id="1962" idx="3"/>
            <a:endCxn id="1961" idx="1"/>
          </p:cNvCxnSpPr>
          <p:nvPr/>
        </p:nvCxnSpPr>
        <p:spPr>
          <a:xfrm rot="10800000" flipH="1">
            <a:off x="3385550" y="2639200"/>
            <a:ext cx="613500" cy="1157400"/>
          </a:xfrm>
          <a:prstGeom prst="bentConnector3">
            <a:avLst>
              <a:gd name="adj1" fmla="val 4998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4" name="Google Shape;1964;p42"/>
          <p:cNvCxnSpPr>
            <a:stCxn id="1962" idx="3"/>
            <a:endCxn id="1958" idx="1"/>
          </p:cNvCxnSpPr>
          <p:nvPr/>
        </p:nvCxnSpPr>
        <p:spPr>
          <a:xfrm>
            <a:off x="3385550" y="3796600"/>
            <a:ext cx="613500" cy="600"/>
          </a:xfrm>
          <a:prstGeom prst="bentConnector3">
            <a:avLst>
              <a:gd name="adj1" fmla="val 49988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5" name="Google Shape;1965;p42"/>
          <p:cNvCxnSpPr>
            <a:stCxn id="1962" idx="3"/>
            <a:endCxn id="1955" idx="1"/>
          </p:cNvCxnSpPr>
          <p:nvPr/>
        </p:nvCxnSpPr>
        <p:spPr>
          <a:xfrm rot="10800000" flipH="1">
            <a:off x="3385550" y="1482100"/>
            <a:ext cx="613500" cy="2314500"/>
          </a:xfrm>
          <a:prstGeom prst="bentConnector3">
            <a:avLst>
              <a:gd name="adj1" fmla="val 49998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966" name="Google Shape;1966;p42"/>
          <p:cNvGrpSpPr/>
          <p:nvPr/>
        </p:nvGrpSpPr>
        <p:grpSpPr>
          <a:xfrm>
            <a:off x="1524643" y="1710717"/>
            <a:ext cx="1284317" cy="1564144"/>
            <a:chOff x="4009135" y="2938277"/>
            <a:chExt cx="385253" cy="469220"/>
          </a:xfrm>
        </p:grpSpPr>
        <p:sp>
          <p:nvSpPr>
            <p:cNvPr id="1967" name="Google Shape;1967;p42"/>
            <p:cNvSpPr/>
            <p:nvPr/>
          </p:nvSpPr>
          <p:spPr>
            <a:xfrm>
              <a:off x="4015649" y="2971882"/>
              <a:ext cx="80947" cy="158844"/>
            </a:xfrm>
            <a:custGeom>
              <a:avLst/>
              <a:gdLst/>
              <a:ahLst/>
              <a:cxnLst/>
              <a:rect l="l" t="t" r="r" b="b"/>
              <a:pathLst>
                <a:path w="2734" h="5365" extrusionOk="0">
                  <a:moveTo>
                    <a:pt x="593" y="0"/>
                  </a:moveTo>
                  <a:cubicBezTo>
                    <a:pt x="477" y="0"/>
                    <a:pt x="374" y="52"/>
                    <a:pt x="219" y="206"/>
                  </a:cubicBezTo>
                  <a:cubicBezTo>
                    <a:pt x="103" y="374"/>
                    <a:pt x="0" y="593"/>
                    <a:pt x="0" y="967"/>
                  </a:cubicBezTo>
                  <a:lnTo>
                    <a:pt x="0" y="1238"/>
                  </a:lnTo>
                  <a:cubicBezTo>
                    <a:pt x="52" y="1612"/>
                    <a:pt x="219" y="2308"/>
                    <a:pt x="477" y="3005"/>
                  </a:cubicBezTo>
                  <a:cubicBezTo>
                    <a:pt x="748" y="3701"/>
                    <a:pt x="1186" y="4462"/>
                    <a:pt x="1767" y="4887"/>
                  </a:cubicBezTo>
                  <a:cubicBezTo>
                    <a:pt x="2037" y="5158"/>
                    <a:pt x="2360" y="5313"/>
                    <a:pt x="2734" y="5364"/>
                  </a:cubicBezTo>
                  <a:cubicBezTo>
                    <a:pt x="2631" y="5106"/>
                    <a:pt x="2527" y="4836"/>
                    <a:pt x="2411" y="4565"/>
                  </a:cubicBezTo>
                  <a:cubicBezTo>
                    <a:pt x="2308" y="4513"/>
                    <a:pt x="2205" y="4462"/>
                    <a:pt x="2089" y="4397"/>
                  </a:cubicBezTo>
                  <a:cubicBezTo>
                    <a:pt x="1831" y="4191"/>
                    <a:pt x="1560" y="3920"/>
                    <a:pt x="1393" y="3379"/>
                  </a:cubicBezTo>
                  <a:cubicBezTo>
                    <a:pt x="1122" y="2631"/>
                    <a:pt x="916" y="1883"/>
                    <a:pt x="800" y="1444"/>
                  </a:cubicBezTo>
                  <a:cubicBezTo>
                    <a:pt x="748" y="1290"/>
                    <a:pt x="748" y="1122"/>
                    <a:pt x="748" y="1019"/>
                  </a:cubicBezTo>
                  <a:lnTo>
                    <a:pt x="748" y="916"/>
                  </a:lnTo>
                  <a:cubicBezTo>
                    <a:pt x="748" y="851"/>
                    <a:pt x="800" y="800"/>
                    <a:pt x="800" y="748"/>
                  </a:cubicBezTo>
                  <a:cubicBezTo>
                    <a:pt x="864" y="748"/>
                    <a:pt x="916" y="696"/>
                    <a:pt x="916" y="696"/>
                  </a:cubicBezTo>
                  <a:lnTo>
                    <a:pt x="1019" y="696"/>
                  </a:lnTo>
                  <a:cubicBezTo>
                    <a:pt x="1238" y="696"/>
                    <a:pt x="1560" y="748"/>
                    <a:pt x="1831" y="748"/>
                  </a:cubicBezTo>
                  <a:lnTo>
                    <a:pt x="1934" y="748"/>
                  </a:lnTo>
                  <a:lnTo>
                    <a:pt x="1934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42"/>
            <p:cNvSpPr/>
            <p:nvPr/>
          </p:nvSpPr>
          <p:spPr>
            <a:xfrm>
              <a:off x="4306543" y="2971882"/>
              <a:ext cx="81361" cy="158844"/>
            </a:xfrm>
            <a:custGeom>
              <a:avLst/>
              <a:gdLst/>
              <a:ahLst/>
              <a:cxnLst/>
              <a:rect l="l" t="t" r="r" b="b"/>
              <a:pathLst>
                <a:path w="2748" h="5365" extrusionOk="0">
                  <a:moveTo>
                    <a:pt x="813" y="0"/>
                  </a:moveTo>
                  <a:lnTo>
                    <a:pt x="813" y="748"/>
                  </a:lnTo>
                  <a:lnTo>
                    <a:pt x="916" y="748"/>
                  </a:lnTo>
                  <a:cubicBezTo>
                    <a:pt x="1187" y="748"/>
                    <a:pt x="1509" y="696"/>
                    <a:pt x="1729" y="696"/>
                  </a:cubicBezTo>
                  <a:lnTo>
                    <a:pt x="1832" y="696"/>
                  </a:lnTo>
                  <a:cubicBezTo>
                    <a:pt x="1832" y="696"/>
                    <a:pt x="1883" y="748"/>
                    <a:pt x="1935" y="748"/>
                  </a:cubicBezTo>
                  <a:cubicBezTo>
                    <a:pt x="1935" y="800"/>
                    <a:pt x="1935" y="800"/>
                    <a:pt x="1999" y="851"/>
                  </a:cubicBezTo>
                  <a:lnTo>
                    <a:pt x="1999" y="1019"/>
                  </a:lnTo>
                  <a:cubicBezTo>
                    <a:pt x="1999" y="1122"/>
                    <a:pt x="1999" y="1290"/>
                    <a:pt x="1935" y="1444"/>
                  </a:cubicBezTo>
                  <a:cubicBezTo>
                    <a:pt x="1935" y="1612"/>
                    <a:pt x="1883" y="1767"/>
                    <a:pt x="1832" y="1986"/>
                  </a:cubicBezTo>
                  <a:cubicBezTo>
                    <a:pt x="1729" y="2360"/>
                    <a:pt x="1509" y="2901"/>
                    <a:pt x="1355" y="3379"/>
                  </a:cubicBezTo>
                  <a:cubicBezTo>
                    <a:pt x="1187" y="3920"/>
                    <a:pt x="916" y="4191"/>
                    <a:pt x="645" y="4397"/>
                  </a:cubicBezTo>
                  <a:cubicBezTo>
                    <a:pt x="542" y="4462"/>
                    <a:pt x="439" y="4513"/>
                    <a:pt x="323" y="4565"/>
                  </a:cubicBezTo>
                  <a:cubicBezTo>
                    <a:pt x="220" y="4836"/>
                    <a:pt x="117" y="5106"/>
                    <a:pt x="1" y="5364"/>
                  </a:cubicBezTo>
                  <a:cubicBezTo>
                    <a:pt x="388" y="5313"/>
                    <a:pt x="710" y="5158"/>
                    <a:pt x="968" y="4887"/>
                  </a:cubicBezTo>
                  <a:cubicBezTo>
                    <a:pt x="1355" y="4616"/>
                    <a:pt x="1677" y="4191"/>
                    <a:pt x="1935" y="3701"/>
                  </a:cubicBezTo>
                  <a:cubicBezTo>
                    <a:pt x="2425" y="2785"/>
                    <a:pt x="2696" y="1715"/>
                    <a:pt x="2747" y="1238"/>
                  </a:cubicBezTo>
                  <a:lnTo>
                    <a:pt x="2747" y="967"/>
                  </a:lnTo>
                  <a:cubicBezTo>
                    <a:pt x="2747" y="593"/>
                    <a:pt x="2644" y="374"/>
                    <a:pt x="2528" y="206"/>
                  </a:cubicBezTo>
                  <a:cubicBezTo>
                    <a:pt x="2373" y="52"/>
                    <a:pt x="2257" y="0"/>
                    <a:pt x="2154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42"/>
            <p:cNvSpPr/>
            <p:nvPr/>
          </p:nvSpPr>
          <p:spPr>
            <a:xfrm>
              <a:off x="4079394" y="2962319"/>
              <a:ext cx="244736" cy="321123"/>
            </a:xfrm>
            <a:custGeom>
              <a:avLst/>
              <a:gdLst/>
              <a:ahLst/>
              <a:cxnLst/>
              <a:rect l="l" t="t" r="r" b="b"/>
              <a:pathLst>
                <a:path w="8266" h="10846" extrusionOk="0">
                  <a:moveTo>
                    <a:pt x="697" y="323"/>
                  </a:moveTo>
                  <a:cubicBezTo>
                    <a:pt x="800" y="323"/>
                    <a:pt x="903" y="426"/>
                    <a:pt x="903" y="529"/>
                  </a:cubicBezTo>
                  <a:lnTo>
                    <a:pt x="903" y="594"/>
                  </a:lnTo>
                  <a:lnTo>
                    <a:pt x="903" y="645"/>
                  </a:lnTo>
                  <a:lnTo>
                    <a:pt x="903" y="916"/>
                  </a:lnTo>
                  <a:lnTo>
                    <a:pt x="903" y="1613"/>
                  </a:lnTo>
                  <a:cubicBezTo>
                    <a:pt x="903" y="1716"/>
                    <a:pt x="852" y="1819"/>
                    <a:pt x="697" y="1883"/>
                  </a:cubicBezTo>
                  <a:cubicBezTo>
                    <a:pt x="852" y="1883"/>
                    <a:pt x="968" y="1987"/>
                    <a:pt x="968" y="2141"/>
                  </a:cubicBezTo>
                  <a:cubicBezTo>
                    <a:pt x="968" y="2309"/>
                    <a:pt x="968" y="2631"/>
                    <a:pt x="1071" y="2954"/>
                  </a:cubicBezTo>
                  <a:lnTo>
                    <a:pt x="1071" y="3005"/>
                  </a:lnTo>
                  <a:cubicBezTo>
                    <a:pt x="1071" y="3108"/>
                    <a:pt x="968" y="3224"/>
                    <a:pt x="852" y="3224"/>
                  </a:cubicBezTo>
                  <a:lnTo>
                    <a:pt x="800" y="3224"/>
                  </a:lnTo>
                  <a:cubicBezTo>
                    <a:pt x="697" y="3224"/>
                    <a:pt x="581" y="3173"/>
                    <a:pt x="581" y="3057"/>
                  </a:cubicBezTo>
                  <a:cubicBezTo>
                    <a:pt x="478" y="2683"/>
                    <a:pt x="478" y="2309"/>
                    <a:pt x="478" y="2141"/>
                  </a:cubicBezTo>
                  <a:cubicBezTo>
                    <a:pt x="478" y="2038"/>
                    <a:pt x="478" y="1987"/>
                    <a:pt x="529" y="1935"/>
                  </a:cubicBezTo>
                  <a:cubicBezTo>
                    <a:pt x="581" y="1935"/>
                    <a:pt x="645" y="1883"/>
                    <a:pt x="697" y="1883"/>
                  </a:cubicBezTo>
                  <a:cubicBezTo>
                    <a:pt x="529" y="1883"/>
                    <a:pt x="426" y="1767"/>
                    <a:pt x="426" y="1613"/>
                  </a:cubicBezTo>
                  <a:lnTo>
                    <a:pt x="426" y="916"/>
                  </a:lnTo>
                  <a:lnTo>
                    <a:pt x="426" y="529"/>
                  </a:lnTo>
                  <a:cubicBezTo>
                    <a:pt x="426" y="426"/>
                    <a:pt x="529" y="323"/>
                    <a:pt x="697" y="323"/>
                  </a:cubicBezTo>
                  <a:close/>
                  <a:moveTo>
                    <a:pt x="52" y="1"/>
                  </a:moveTo>
                  <a:cubicBezTo>
                    <a:pt x="0" y="529"/>
                    <a:pt x="0" y="1019"/>
                    <a:pt x="0" y="1497"/>
                  </a:cubicBezTo>
                  <a:cubicBezTo>
                    <a:pt x="0" y="4192"/>
                    <a:pt x="800" y="5855"/>
                    <a:pt x="1612" y="6874"/>
                  </a:cubicBezTo>
                  <a:cubicBezTo>
                    <a:pt x="2412" y="7841"/>
                    <a:pt x="3224" y="8163"/>
                    <a:pt x="3276" y="8215"/>
                  </a:cubicBezTo>
                  <a:cubicBezTo>
                    <a:pt x="3327" y="8215"/>
                    <a:pt x="3327" y="8266"/>
                    <a:pt x="3327" y="8331"/>
                  </a:cubicBezTo>
                  <a:lnTo>
                    <a:pt x="3327" y="10845"/>
                  </a:lnTo>
                  <a:lnTo>
                    <a:pt x="4939" y="10845"/>
                  </a:lnTo>
                  <a:lnTo>
                    <a:pt x="4939" y="8331"/>
                  </a:lnTo>
                  <a:cubicBezTo>
                    <a:pt x="4939" y="8266"/>
                    <a:pt x="4939" y="8215"/>
                    <a:pt x="4991" y="8215"/>
                  </a:cubicBezTo>
                  <a:lnTo>
                    <a:pt x="5042" y="8163"/>
                  </a:lnTo>
                  <a:lnTo>
                    <a:pt x="5158" y="8163"/>
                  </a:lnTo>
                  <a:cubicBezTo>
                    <a:pt x="5210" y="8111"/>
                    <a:pt x="5313" y="8008"/>
                    <a:pt x="5481" y="7944"/>
                  </a:cubicBezTo>
                  <a:cubicBezTo>
                    <a:pt x="5803" y="7738"/>
                    <a:pt x="6229" y="7415"/>
                    <a:pt x="6602" y="6925"/>
                  </a:cubicBezTo>
                  <a:cubicBezTo>
                    <a:pt x="7466" y="5906"/>
                    <a:pt x="8266" y="4243"/>
                    <a:pt x="8266" y="1497"/>
                  </a:cubicBezTo>
                  <a:cubicBezTo>
                    <a:pt x="8266" y="1019"/>
                    <a:pt x="8266" y="529"/>
                    <a:pt x="8214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42"/>
            <p:cNvSpPr/>
            <p:nvPr/>
          </p:nvSpPr>
          <p:spPr>
            <a:xfrm>
              <a:off x="4177898" y="2962319"/>
              <a:ext cx="146231" cy="321123"/>
            </a:xfrm>
            <a:custGeom>
              <a:avLst/>
              <a:gdLst/>
              <a:ahLst/>
              <a:cxnLst/>
              <a:rect l="l" t="t" r="r" b="b"/>
              <a:pathLst>
                <a:path w="4939" h="10846" extrusionOk="0">
                  <a:moveTo>
                    <a:pt x="3972" y="1"/>
                  </a:moveTo>
                  <a:cubicBezTo>
                    <a:pt x="4565" y="1497"/>
                    <a:pt x="4410" y="3328"/>
                    <a:pt x="3869" y="4785"/>
                  </a:cubicBezTo>
                  <a:cubicBezTo>
                    <a:pt x="3224" y="6551"/>
                    <a:pt x="1831" y="7841"/>
                    <a:pt x="0" y="8434"/>
                  </a:cubicBezTo>
                  <a:lnTo>
                    <a:pt x="0" y="10845"/>
                  </a:lnTo>
                  <a:lnTo>
                    <a:pt x="1612" y="10845"/>
                  </a:lnTo>
                  <a:lnTo>
                    <a:pt x="1612" y="8331"/>
                  </a:lnTo>
                  <a:cubicBezTo>
                    <a:pt x="1612" y="8266"/>
                    <a:pt x="1612" y="8215"/>
                    <a:pt x="1664" y="8215"/>
                  </a:cubicBezTo>
                  <a:lnTo>
                    <a:pt x="1715" y="8163"/>
                  </a:lnTo>
                  <a:lnTo>
                    <a:pt x="1831" y="8163"/>
                  </a:lnTo>
                  <a:cubicBezTo>
                    <a:pt x="1883" y="8111"/>
                    <a:pt x="1986" y="8008"/>
                    <a:pt x="2154" y="7944"/>
                  </a:cubicBezTo>
                  <a:cubicBezTo>
                    <a:pt x="2476" y="7738"/>
                    <a:pt x="2902" y="7415"/>
                    <a:pt x="3275" y="6925"/>
                  </a:cubicBezTo>
                  <a:cubicBezTo>
                    <a:pt x="4139" y="5906"/>
                    <a:pt x="4939" y="4243"/>
                    <a:pt x="4939" y="1497"/>
                  </a:cubicBezTo>
                  <a:cubicBezTo>
                    <a:pt x="4939" y="1019"/>
                    <a:pt x="4939" y="529"/>
                    <a:pt x="4887" y="1"/>
                  </a:cubicBezTo>
                  <a:close/>
                </a:path>
              </a:pathLst>
            </a:custGeom>
            <a:solidFill>
              <a:srgbClr val="434343">
                <a:alpha val="16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2"/>
            <p:cNvSpPr/>
            <p:nvPr/>
          </p:nvSpPr>
          <p:spPr>
            <a:xfrm>
              <a:off x="4082443" y="2944761"/>
              <a:ext cx="238636" cy="11103"/>
            </a:xfrm>
            <a:custGeom>
              <a:avLst/>
              <a:gdLst/>
              <a:ahLst/>
              <a:cxnLst/>
              <a:rect l="l" t="t" r="r" b="b"/>
              <a:pathLst>
                <a:path w="8060" h="375" extrusionOk="0">
                  <a:moveTo>
                    <a:pt x="52" y="1"/>
                  </a:moveTo>
                  <a:cubicBezTo>
                    <a:pt x="1" y="155"/>
                    <a:pt x="1" y="271"/>
                    <a:pt x="1" y="375"/>
                  </a:cubicBezTo>
                  <a:lnTo>
                    <a:pt x="8060" y="375"/>
                  </a:lnTo>
                  <a:cubicBezTo>
                    <a:pt x="8060" y="271"/>
                    <a:pt x="8060" y="155"/>
                    <a:pt x="8008" y="1"/>
                  </a:cubicBezTo>
                  <a:close/>
                </a:path>
              </a:pathLst>
            </a:custGeom>
            <a:solidFill>
              <a:srgbClr val="E2A9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2"/>
            <p:cNvSpPr/>
            <p:nvPr/>
          </p:nvSpPr>
          <p:spPr>
            <a:xfrm>
              <a:off x="4098491" y="3022659"/>
              <a:ext cx="7668" cy="30170"/>
            </a:xfrm>
            <a:custGeom>
              <a:avLst/>
              <a:gdLst/>
              <a:ahLst/>
              <a:cxnLst/>
              <a:rect l="l" t="t" r="r" b="b"/>
              <a:pathLst>
                <a:path w="259" h="1019" extrusionOk="0">
                  <a:moveTo>
                    <a:pt x="52" y="0"/>
                  </a:moveTo>
                  <a:cubicBezTo>
                    <a:pt x="52" y="0"/>
                    <a:pt x="0" y="0"/>
                    <a:pt x="0" y="52"/>
                  </a:cubicBezTo>
                  <a:lnTo>
                    <a:pt x="0" y="103"/>
                  </a:lnTo>
                  <a:cubicBezTo>
                    <a:pt x="0" y="271"/>
                    <a:pt x="0" y="645"/>
                    <a:pt x="103" y="967"/>
                  </a:cubicBezTo>
                  <a:cubicBezTo>
                    <a:pt x="103" y="1019"/>
                    <a:pt x="103" y="1019"/>
                    <a:pt x="155" y="1019"/>
                  </a:cubicBezTo>
                  <a:lnTo>
                    <a:pt x="207" y="1019"/>
                  </a:lnTo>
                  <a:lnTo>
                    <a:pt x="258" y="967"/>
                  </a:lnTo>
                  <a:lnTo>
                    <a:pt x="258" y="916"/>
                  </a:lnTo>
                  <a:cubicBezTo>
                    <a:pt x="155" y="593"/>
                    <a:pt x="155" y="271"/>
                    <a:pt x="155" y="103"/>
                  </a:cubicBezTo>
                  <a:cubicBezTo>
                    <a:pt x="155" y="52"/>
                    <a:pt x="103" y="0"/>
                    <a:pt x="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42"/>
            <p:cNvSpPr/>
            <p:nvPr/>
          </p:nvSpPr>
          <p:spPr>
            <a:xfrm>
              <a:off x="4096566" y="2976441"/>
              <a:ext cx="5004" cy="36684"/>
            </a:xfrm>
            <a:custGeom>
              <a:avLst/>
              <a:gdLst/>
              <a:ahLst/>
              <a:cxnLst/>
              <a:rect l="l" t="t" r="r" b="b"/>
              <a:pathLst>
                <a:path w="169" h="1239" extrusionOk="0">
                  <a:moveTo>
                    <a:pt x="117" y="1"/>
                  </a:moveTo>
                  <a:cubicBezTo>
                    <a:pt x="65" y="1"/>
                    <a:pt x="1" y="1"/>
                    <a:pt x="1" y="52"/>
                  </a:cubicBezTo>
                  <a:lnTo>
                    <a:pt x="1" y="439"/>
                  </a:lnTo>
                  <a:lnTo>
                    <a:pt x="1" y="1136"/>
                  </a:lnTo>
                  <a:cubicBezTo>
                    <a:pt x="1" y="1187"/>
                    <a:pt x="65" y="1239"/>
                    <a:pt x="117" y="1239"/>
                  </a:cubicBezTo>
                  <a:cubicBezTo>
                    <a:pt x="168" y="1187"/>
                    <a:pt x="168" y="1187"/>
                    <a:pt x="168" y="1136"/>
                  </a:cubicBezTo>
                  <a:lnTo>
                    <a:pt x="168" y="439"/>
                  </a:lnTo>
                  <a:lnTo>
                    <a:pt x="168" y="117"/>
                  </a:lnTo>
                  <a:lnTo>
                    <a:pt x="168" y="52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42"/>
            <p:cNvSpPr/>
            <p:nvPr/>
          </p:nvSpPr>
          <p:spPr>
            <a:xfrm>
              <a:off x="4119098" y="3291406"/>
              <a:ext cx="165328" cy="76387"/>
            </a:xfrm>
            <a:custGeom>
              <a:avLst/>
              <a:gdLst/>
              <a:ahLst/>
              <a:cxnLst/>
              <a:rect l="l" t="t" r="r" b="b"/>
              <a:pathLst>
                <a:path w="5584" h="2580" extrusionOk="0">
                  <a:moveTo>
                    <a:pt x="4991" y="594"/>
                  </a:moveTo>
                  <a:cubicBezTo>
                    <a:pt x="5042" y="646"/>
                    <a:pt x="5042" y="646"/>
                    <a:pt x="5042" y="697"/>
                  </a:cubicBezTo>
                  <a:lnTo>
                    <a:pt x="5042" y="1987"/>
                  </a:lnTo>
                  <a:cubicBezTo>
                    <a:pt x="5042" y="1987"/>
                    <a:pt x="5042" y="2051"/>
                    <a:pt x="4991" y="2051"/>
                  </a:cubicBezTo>
                  <a:cubicBezTo>
                    <a:pt x="4991" y="2103"/>
                    <a:pt x="4939" y="2103"/>
                    <a:pt x="4888" y="2103"/>
                  </a:cubicBezTo>
                  <a:lnTo>
                    <a:pt x="697" y="2103"/>
                  </a:lnTo>
                  <a:cubicBezTo>
                    <a:pt x="645" y="2103"/>
                    <a:pt x="594" y="2103"/>
                    <a:pt x="594" y="2051"/>
                  </a:cubicBezTo>
                  <a:cubicBezTo>
                    <a:pt x="529" y="2051"/>
                    <a:pt x="529" y="1987"/>
                    <a:pt x="529" y="1987"/>
                  </a:cubicBezTo>
                  <a:lnTo>
                    <a:pt x="529" y="697"/>
                  </a:lnTo>
                  <a:cubicBezTo>
                    <a:pt x="529" y="646"/>
                    <a:pt x="529" y="646"/>
                    <a:pt x="594" y="594"/>
                  </a:cubicBezTo>
                  <a:close/>
                  <a:moveTo>
                    <a:pt x="1" y="1"/>
                  </a:moveTo>
                  <a:lnTo>
                    <a:pt x="1" y="2580"/>
                  </a:lnTo>
                  <a:lnTo>
                    <a:pt x="5584" y="2580"/>
                  </a:lnTo>
                  <a:lnTo>
                    <a:pt x="5584" y="1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42"/>
            <p:cNvSpPr/>
            <p:nvPr/>
          </p:nvSpPr>
          <p:spPr>
            <a:xfrm>
              <a:off x="4142754" y="3315477"/>
              <a:ext cx="118015" cy="30170"/>
            </a:xfrm>
            <a:custGeom>
              <a:avLst/>
              <a:gdLst/>
              <a:ahLst/>
              <a:cxnLst/>
              <a:rect l="l" t="t" r="r" b="b"/>
              <a:pathLst>
                <a:path w="3986" h="1019" extrusionOk="0">
                  <a:moveTo>
                    <a:pt x="1" y="0"/>
                  </a:moveTo>
                  <a:lnTo>
                    <a:pt x="1" y="1019"/>
                  </a:lnTo>
                  <a:lnTo>
                    <a:pt x="3985" y="1019"/>
                  </a:lnTo>
                  <a:lnTo>
                    <a:pt x="3985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42"/>
            <p:cNvSpPr/>
            <p:nvPr/>
          </p:nvSpPr>
          <p:spPr>
            <a:xfrm>
              <a:off x="4077469" y="3374277"/>
              <a:ext cx="248200" cy="25581"/>
            </a:xfrm>
            <a:custGeom>
              <a:avLst/>
              <a:gdLst/>
              <a:ahLst/>
              <a:cxnLst/>
              <a:rect l="l" t="t" r="r" b="b"/>
              <a:pathLst>
                <a:path w="8383" h="864" extrusionOk="0">
                  <a:moveTo>
                    <a:pt x="1" y="0"/>
                  </a:moveTo>
                  <a:lnTo>
                    <a:pt x="1" y="864"/>
                  </a:lnTo>
                  <a:lnTo>
                    <a:pt x="8382" y="864"/>
                  </a:lnTo>
                  <a:lnTo>
                    <a:pt x="8382" y="0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42"/>
            <p:cNvSpPr/>
            <p:nvPr/>
          </p:nvSpPr>
          <p:spPr>
            <a:xfrm>
              <a:off x="4009135" y="2963858"/>
              <a:ext cx="92435" cy="174892"/>
            </a:xfrm>
            <a:custGeom>
              <a:avLst/>
              <a:gdLst/>
              <a:ahLst/>
              <a:cxnLst/>
              <a:rect l="l" t="t" r="r" b="b"/>
              <a:pathLst>
                <a:path w="3122" h="5907" extrusionOk="0">
                  <a:moveTo>
                    <a:pt x="813" y="0"/>
                  </a:moveTo>
                  <a:cubicBezTo>
                    <a:pt x="646" y="0"/>
                    <a:pt x="439" y="103"/>
                    <a:pt x="272" y="323"/>
                  </a:cubicBezTo>
                  <a:cubicBezTo>
                    <a:pt x="117" y="542"/>
                    <a:pt x="1" y="800"/>
                    <a:pt x="1" y="1238"/>
                  </a:cubicBezTo>
                  <a:lnTo>
                    <a:pt x="1" y="1561"/>
                  </a:lnTo>
                  <a:cubicBezTo>
                    <a:pt x="52" y="2038"/>
                    <a:pt x="272" y="3121"/>
                    <a:pt x="813" y="4088"/>
                  </a:cubicBezTo>
                  <a:cubicBezTo>
                    <a:pt x="1084" y="4565"/>
                    <a:pt x="1406" y="5055"/>
                    <a:pt x="1832" y="5377"/>
                  </a:cubicBezTo>
                  <a:cubicBezTo>
                    <a:pt x="2206" y="5635"/>
                    <a:pt x="2580" y="5854"/>
                    <a:pt x="3121" y="5906"/>
                  </a:cubicBezTo>
                  <a:cubicBezTo>
                    <a:pt x="3070" y="5854"/>
                    <a:pt x="3018" y="5751"/>
                    <a:pt x="2954" y="5635"/>
                  </a:cubicBezTo>
                  <a:cubicBezTo>
                    <a:pt x="2580" y="5584"/>
                    <a:pt x="2257" y="5429"/>
                    <a:pt x="1987" y="5158"/>
                  </a:cubicBezTo>
                  <a:cubicBezTo>
                    <a:pt x="1406" y="4733"/>
                    <a:pt x="968" y="3972"/>
                    <a:pt x="697" y="3276"/>
                  </a:cubicBezTo>
                  <a:cubicBezTo>
                    <a:pt x="439" y="2579"/>
                    <a:pt x="272" y="1883"/>
                    <a:pt x="220" y="1509"/>
                  </a:cubicBezTo>
                  <a:lnTo>
                    <a:pt x="220" y="1238"/>
                  </a:lnTo>
                  <a:cubicBezTo>
                    <a:pt x="220" y="864"/>
                    <a:pt x="323" y="645"/>
                    <a:pt x="439" y="477"/>
                  </a:cubicBezTo>
                  <a:cubicBezTo>
                    <a:pt x="594" y="323"/>
                    <a:pt x="697" y="271"/>
                    <a:pt x="813" y="271"/>
                  </a:cubicBezTo>
                  <a:lnTo>
                    <a:pt x="2154" y="271"/>
                  </a:lnTo>
                  <a:cubicBezTo>
                    <a:pt x="2154" y="220"/>
                    <a:pt x="2206" y="103"/>
                    <a:pt x="220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42"/>
            <p:cNvSpPr/>
            <p:nvPr/>
          </p:nvSpPr>
          <p:spPr>
            <a:xfrm>
              <a:off x="4037766" y="2992489"/>
              <a:ext cx="49296" cy="114551"/>
            </a:xfrm>
            <a:custGeom>
              <a:avLst/>
              <a:gdLst/>
              <a:ahLst/>
              <a:cxnLst/>
              <a:rect l="l" t="t" r="r" b="b"/>
              <a:pathLst>
                <a:path w="1665" h="3869" extrusionOk="0">
                  <a:moveTo>
                    <a:pt x="169" y="0"/>
                  </a:moveTo>
                  <a:cubicBezTo>
                    <a:pt x="169" y="0"/>
                    <a:pt x="117" y="52"/>
                    <a:pt x="53" y="52"/>
                  </a:cubicBezTo>
                  <a:cubicBezTo>
                    <a:pt x="53" y="104"/>
                    <a:pt x="1" y="155"/>
                    <a:pt x="1" y="220"/>
                  </a:cubicBezTo>
                  <a:lnTo>
                    <a:pt x="1" y="323"/>
                  </a:lnTo>
                  <a:cubicBezTo>
                    <a:pt x="1" y="426"/>
                    <a:pt x="1" y="594"/>
                    <a:pt x="53" y="748"/>
                  </a:cubicBezTo>
                  <a:cubicBezTo>
                    <a:pt x="169" y="1187"/>
                    <a:pt x="375" y="1935"/>
                    <a:pt x="646" y="2683"/>
                  </a:cubicBezTo>
                  <a:cubicBezTo>
                    <a:pt x="813" y="3224"/>
                    <a:pt x="1084" y="3495"/>
                    <a:pt x="1342" y="3701"/>
                  </a:cubicBezTo>
                  <a:cubicBezTo>
                    <a:pt x="1458" y="3766"/>
                    <a:pt x="1561" y="3817"/>
                    <a:pt x="1664" y="3869"/>
                  </a:cubicBezTo>
                  <a:cubicBezTo>
                    <a:pt x="1613" y="3766"/>
                    <a:pt x="1613" y="3650"/>
                    <a:pt x="1561" y="3546"/>
                  </a:cubicBezTo>
                  <a:cubicBezTo>
                    <a:pt x="1510" y="3546"/>
                    <a:pt x="1510" y="3495"/>
                    <a:pt x="1458" y="3495"/>
                  </a:cubicBezTo>
                  <a:cubicBezTo>
                    <a:pt x="1290" y="3327"/>
                    <a:pt x="1084" y="3121"/>
                    <a:pt x="865" y="2631"/>
                  </a:cubicBezTo>
                  <a:cubicBezTo>
                    <a:pt x="697" y="2089"/>
                    <a:pt x="543" y="1612"/>
                    <a:pt x="439" y="1238"/>
                  </a:cubicBezTo>
                  <a:cubicBezTo>
                    <a:pt x="375" y="1019"/>
                    <a:pt x="323" y="800"/>
                    <a:pt x="272" y="697"/>
                  </a:cubicBezTo>
                  <a:cubicBezTo>
                    <a:pt x="272" y="542"/>
                    <a:pt x="220" y="426"/>
                    <a:pt x="220" y="323"/>
                  </a:cubicBezTo>
                  <a:lnTo>
                    <a:pt x="220" y="271"/>
                  </a:lnTo>
                  <a:lnTo>
                    <a:pt x="272" y="271"/>
                  </a:lnTo>
                  <a:cubicBezTo>
                    <a:pt x="439" y="271"/>
                    <a:pt x="762" y="271"/>
                    <a:pt x="1084" y="323"/>
                  </a:cubicBezTo>
                  <a:lnTo>
                    <a:pt x="1136" y="323"/>
                  </a:lnTo>
                  <a:cubicBezTo>
                    <a:pt x="1187" y="220"/>
                    <a:pt x="1187" y="155"/>
                    <a:pt x="1187" y="52"/>
                  </a:cubicBezTo>
                  <a:lnTo>
                    <a:pt x="1084" y="52"/>
                  </a:lnTo>
                  <a:cubicBezTo>
                    <a:pt x="813" y="52"/>
                    <a:pt x="491" y="0"/>
                    <a:pt x="27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42"/>
            <p:cNvSpPr/>
            <p:nvPr/>
          </p:nvSpPr>
          <p:spPr>
            <a:xfrm>
              <a:off x="4301983" y="2963858"/>
              <a:ext cx="92405" cy="174892"/>
            </a:xfrm>
            <a:custGeom>
              <a:avLst/>
              <a:gdLst/>
              <a:ahLst/>
              <a:cxnLst/>
              <a:rect l="l" t="t" r="r" b="b"/>
              <a:pathLst>
                <a:path w="3121" h="5907" extrusionOk="0">
                  <a:moveTo>
                    <a:pt x="916" y="0"/>
                  </a:moveTo>
                  <a:cubicBezTo>
                    <a:pt x="916" y="103"/>
                    <a:pt x="967" y="220"/>
                    <a:pt x="967" y="271"/>
                  </a:cubicBezTo>
                  <a:lnTo>
                    <a:pt x="2308" y="271"/>
                  </a:lnTo>
                  <a:cubicBezTo>
                    <a:pt x="2411" y="271"/>
                    <a:pt x="2527" y="323"/>
                    <a:pt x="2682" y="477"/>
                  </a:cubicBezTo>
                  <a:cubicBezTo>
                    <a:pt x="2798" y="645"/>
                    <a:pt x="2901" y="864"/>
                    <a:pt x="2901" y="1238"/>
                  </a:cubicBezTo>
                  <a:lnTo>
                    <a:pt x="2901" y="1509"/>
                  </a:lnTo>
                  <a:cubicBezTo>
                    <a:pt x="2850" y="1986"/>
                    <a:pt x="2579" y="3056"/>
                    <a:pt x="2089" y="3972"/>
                  </a:cubicBezTo>
                  <a:cubicBezTo>
                    <a:pt x="1831" y="4462"/>
                    <a:pt x="1509" y="4887"/>
                    <a:pt x="1122" y="5158"/>
                  </a:cubicBezTo>
                  <a:cubicBezTo>
                    <a:pt x="864" y="5429"/>
                    <a:pt x="542" y="5584"/>
                    <a:pt x="155" y="5635"/>
                  </a:cubicBezTo>
                  <a:cubicBezTo>
                    <a:pt x="103" y="5751"/>
                    <a:pt x="52" y="5854"/>
                    <a:pt x="0" y="5906"/>
                  </a:cubicBezTo>
                  <a:cubicBezTo>
                    <a:pt x="542" y="5854"/>
                    <a:pt x="967" y="5635"/>
                    <a:pt x="1289" y="5377"/>
                  </a:cubicBezTo>
                  <a:cubicBezTo>
                    <a:pt x="1934" y="4887"/>
                    <a:pt x="2360" y="4088"/>
                    <a:pt x="2631" y="3379"/>
                  </a:cubicBezTo>
                  <a:cubicBezTo>
                    <a:pt x="2953" y="2631"/>
                    <a:pt x="3056" y="1935"/>
                    <a:pt x="3121" y="1561"/>
                  </a:cubicBezTo>
                  <a:lnTo>
                    <a:pt x="3121" y="1238"/>
                  </a:lnTo>
                  <a:cubicBezTo>
                    <a:pt x="3121" y="800"/>
                    <a:pt x="3004" y="542"/>
                    <a:pt x="2850" y="323"/>
                  </a:cubicBezTo>
                  <a:cubicBezTo>
                    <a:pt x="2682" y="103"/>
                    <a:pt x="2476" y="0"/>
                    <a:pt x="230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42"/>
            <p:cNvSpPr/>
            <p:nvPr/>
          </p:nvSpPr>
          <p:spPr>
            <a:xfrm>
              <a:off x="4316106" y="2992489"/>
              <a:ext cx="49652" cy="114551"/>
            </a:xfrm>
            <a:custGeom>
              <a:avLst/>
              <a:gdLst/>
              <a:ahLst/>
              <a:cxnLst/>
              <a:rect l="l" t="t" r="r" b="b"/>
              <a:pathLst>
                <a:path w="1677" h="3869" extrusionOk="0">
                  <a:moveTo>
                    <a:pt x="1406" y="0"/>
                  </a:moveTo>
                  <a:cubicBezTo>
                    <a:pt x="1186" y="0"/>
                    <a:pt x="864" y="52"/>
                    <a:pt x="593" y="52"/>
                  </a:cubicBezTo>
                  <a:lnTo>
                    <a:pt x="490" y="52"/>
                  </a:lnTo>
                  <a:cubicBezTo>
                    <a:pt x="542" y="155"/>
                    <a:pt x="542" y="220"/>
                    <a:pt x="542" y="323"/>
                  </a:cubicBezTo>
                  <a:lnTo>
                    <a:pt x="593" y="323"/>
                  </a:lnTo>
                  <a:cubicBezTo>
                    <a:pt x="916" y="271"/>
                    <a:pt x="1238" y="271"/>
                    <a:pt x="1406" y="271"/>
                  </a:cubicBezTo>
                  <a:lnTo>
                    <a:pt x="1457" y="271"/>
                  </a:lnTo>
                  <a:lnTo>
                    <a:pt x="1457" y="323"/>
                  </a:lnTo>
                  <a:cubicBezTo>
                    <a:pt x="1457" y="426"/>
                    <a:pt x="1406" y="542"/>
                    <a:pt x="1406" y="697"/>
                  </a:cubicBezTo>
                  <a:cubicBezTo>
                    <a:pt x="1290" y="1122"/>
                    <a:pt x="1083" y="1831"/>
                    <a:pt x="812" y="2631"/>
                  </a:cubicBezTo>
                  <a:cubicBezTo>
                    <a:pt x="593" y="3121"/>
                    <a:pt x="387" y="3327"/>
                    <a:pt x="219" y="3495"/>
                  </a:cubicBezTo>
                  <a:cubicBezTo>
                    <a:pt x="168" y="3495"/>
                    <a:pt x="168" y="3546"/>
                    <a:pt x="116" y="3546"/>
                  </a:cubicBezTo>
                  <a:cubicBezTo>
                    <a:pt x="65" y="3650"/>
                    <a:pt x="65" y="3766"/>
                    <a:pt x="0" y="3869"/>
                  </a:cubicBezTo>
                  <a:cubicBezTo>
                    <a:pt x="116" y="3817"/>
                    <a:pt x="219" y="3766"/>
                    <a:pt x="322" y="3701"/>
                  </a:cubicBezTo>
                  <a:cubicBezTo>
                    <a:pt x="593" y="3495"/>
                    <a:pt x="864" y="3224"/>
                    <a:pt x="1032" y="2683"/>
                  </a:cubicBezTo>
                  <a:cubicBezTo>
                    <a:pt x="1186" y="2205"/>
                    <a:pt x="1406" y="1664"/>
                    <a:pt x="1509" y="1290"/>
                  </a:cubicBezTo>
                  <a:cubicBezTo>
                    <a:pt x="1560" y="1071"/>
                    <a:pt x="1612" y="916"/>
                    <a:pt x="1612" y="748"/>
                  </a:cubicBezTo>
                  <a:cubicBezTo>
                    <a:pt x="1676" y="594"/>
                    <a:pt x="1676" y="426"/>
                    <a:pt x="1676" y="323"/>
                  </a:cubicBezTo>
                  <a:lnTo>
                    <a:pt x="1676" y="155"/>
                  </a:lnTo>
                  <a:cubicBezTo>
                    <a:pt x="1612" y="104"/>
                    <a:pt x="1612" y="104"/>
                    <a:pt x="1612" y="52"/>
                  </a:cubicBezTo>
                  <a:cubicBezTo>
                    <a:pt x="1560" y="52"/>
                    <a:pt x="1509" y="0"/>
                    <a:pt x="150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42"/>
            <p:cNvSpPr/>
            <p:nvPr/>
          </p:nvSpPr>
          <p:spPr>
            <a:xfrm>
              <a:off x="4071370" y="2938277"/>
              <a:ext cx="260783" cy="345164"/>
            </a:xfrm>
            <a:custGeom>
              <a:avLst/>
              <a:gdLst/>
              <a:ahLst/>
              <a:cxnLst/>
              <a:rect l="l" t="t" r="r" b="b"/>
              <a:pathLst>
                <a:path w="8808" h="11658" extrusionOk="0">
                  <a:moveTo>
                    <a:pt x="323" y="0"/>
                  </a:moveTo>
                  <a:cubicBezTo>
                    <a:pt x="271" y="0"/>
                    <a:pt x="207" y="52"/>
                    <a:pt x="155" y="116"/>
                  </a:cubicBezTo>
                  <a:cubicBezTo>
                    <a:pt x="155" y="374"/>
                    <a:pt x="104" y="645"/>
                    <a:pt x="104" y="864"/>
                  </a:cubicBezTo>
                  <a:cubicBezTo>
                    <a:pt x="104" y="967"/>
                    <a:pt x="52" y="1084"/>
                    <a:pt x="52" y="1135"/>
                  </a:cubicBezTo>
                  <a:lnTo>
                    <a:pt x="52" y="1883"/>
                  </a:lnTo>
                  <a:cubicBezTo>
                    <a:pt x="52" y="1986"/>
                    <a:pt x="52" y="2051"/>
                    <a:pt x="1" y="2154"/>
                  </a:cubicBezTo>
                  <a:lnTo>
                    <a:pt x="1" y="2309"/>
                  </a:lnTo>
                  <a:cubicBezTo>
                    <a:pt x="1" y="3546"/>
                    <a:pt x="155" y="4514"/>
                    <a:pt x="426" y="5377"/>
                  </a:cubicBezTo>
                  <a:cubicBezTo>
                    <a:pt x="478" y="5481"/>
                    <a:pt x="478" y="5597"/>
                    <a:pt x="529" y="5700"/>
                  </a:cubicBezTo>
                  <a:cubicBezTo>
                    <a:pt x="645" y="5971"/>
                    <a:pt x="749" y="6241"/>
                    <a:pt x="852" y="6499"/>
                  </a:cubicBezTo>
                  <a:cubicBezTo>
                    <a:pt x="916" y="6615"/>
                    <a:pt x="968" y="6718"/>
                    <a:pt x="1019" y="6770"/>
                  </a:cubicBezTo>
                  <a:cubicBezTo>
                    <a:pt x="1239" y="7208"/>
                    <a:pt x="1496" y="7582"/>
                    <a:pt x="1716" y="7905"/>
                  </a:cubicBezTo>
                  <a:cubicBezTo>
                    <a:pt x="2412" y="8704"/>
                    <a:pt x="3173" y="9078"/>
                    <a:pt x="3379" y="9194"/>
                  </a:cubicBezTo>
                  <a:lnTo>
                    <a:pt x="3379" y="11657"/>
                  </a:lnTo>
                  <a:lnTo>
                    <a:pt x="3598" y="11657"/>
                  </a:lnTo>
                  <a:lnTo>
                    <a:pt x="3598" y="9143"/>
                  </a:lnTo>
                  <a:cubicBezTo>
                    <a:pt x="3598" y="9078"/>
                    <a:pt x="3598" y="9027"/>
                    <a:pt x="3547" y="9027"/>
                  </a:cubicBezTo>
                  <a:cubicBezTo>
                    <a:pt x="3495" y="8975"/>
                    <a:pt x="2683" y="8653"/>
                    <a:pt x="1883" y="7686"/>
                  </a:cubicBezTo>
                  <a:cubicBezTo>
                    <a:pt x="1071" y="6667"/>
                    <a:pt x="271" y="5004"/>
                    <a:pt x="271" y="2309"/>
                  </a:cubicBezTo>
                  <a:cubicBezTo>
                    <a:pt x="271" y="1831"/>
                    <a:pt x="271" y="1341"/>
                    <a:pt x="323" y="813"/>
                  </a:cubicBezTo>
                  <a:cubicBezTo>
                    <a:pt x="271" y="813"/>
                    <a:pt x="207" y="761"/>
                    <a:pt x="207" y="697"/>
                  </a:cubicBezTo>
                  <a:cubicBezTo>
                    <a:pt x="207" y="645"/>
                    <a:pt x="271" y="594"/>
                    <a:pt x="323" y="594"/>
                  </a:cubicBezTo>
                  <a:lnTo>
                    <a:pt x="375" y="594"/>
                  </a:lnTo>
                  <a:cubicBezTo>
                    <a:pt x="375" y="490"/>
                    <a:pt x="375" y="374"/>
                    <a:pt x="426" y="220"/>
                  </a:cubicBezTo>
                  <a:lnTo>
                    <a:pt x="8382" y="220"/>
                  </a:lnTo>
                  <a:cubicBezTo>
                    <a:pt x="8434" y="374"/>
                    <a:pt x="8434" y="490"/>
                    <a:pt x="8434" y="594"/>
                  </a:cubicBezTo>
                  <a:lnTo>
                    <a:pt x="8485" y="594"/>
                  </a:lnTo>
                  <a:cubicBezTo>
                    <a:pt x="8588" y="594"/>
                    <a:pt x="8653" y="645"/>
                    <a:pt x="8653" y="697"/>
                  </a:cubicBezTo>
                  <a:cubicBezTo>
                    <a:pt x="8653" y="761"/>
                    <a:pt x="8588" y="813"/>
                    <a:pt x="8485" y="813"/>
                  </a:cubicBezTo>
                  <a:cubicBezTo>
                    <a:pt x="8537" y="1341"/>
                    <a:pt x="8537" y="1831"/>
                    <a:pt x="8537" y="2309"/>
                  </a:cubicBezTo>
                  <a:cubicBezTo>
                    <a:pt x="8537" y="5055"/>
                    <a:pt x="7737" y="6718"/>
                    <a:pt x="6873" y="7737"/>
                  </a:cubicBezTo>
                  <a:cubicBezTo>
                    <a:pt x="6500" y="8227"/>
                    <a:pt x="6074" y="8550"/>
                    <a:pt x="5752" y="8756"/>
                  </a:cubicBezTo>
                  <a:cubicBezTo>
                    <a:pt x="5584" y="8820"/>
                    <a:pt x="5481" y="8923"/>
                    <a:pt x="5429" y="8975"/>
                  </a:cubicBezTo>
                  <a:lnTo>
                    <a:pt x="5313" y="8975"/>
                  </a:lnTo>
                  <a:lnTo>
                    <a:pt x="5262" y="9027"/>
                  </a:lnTo>
                  <a:cubicBezTo>
                    <a:pt x="5210" y="9027"/>
                    <a:pt x="5210" y="9078"/>
                    <a:pt x="5210" y="9143"/>
                  </a:cubicBezTo>
                  <a:lnTo>
                    <a:pt x="5210" y="11657"/>
                  </a:lnTo>
                  <a:lnTo>
                    <a:pt x="5429" y="11657"/>
                  </a:lnTo>
                  <a:lnTo>
                    <a:pt x="5429" y="9194"/>
                  </a:lnTo>
                  <a:cubicBezTo>
                    <a:pt x="5636" y="9078"/>
                    <a:pt x="6396" y="8704"/>
                    <a:pt x="7093" y="7905"/>
                  </a:cubicBezTo>
                  <a:cubicBezTo>
                    <a:pt x="7363" y="7582"/>
                    <a:pt x="7570" y="7208"/>
                    <a:pt x="7789" y="6770"/>
                  </a:cubicBezTo>
                  <a:cubicBezTo>
                    <a:pt x="7841" y="6718"/>
                    <a:pt x="7892" y="6615"/>
                    <a:pt x="7944" y="6499"/>
                  </a:cubicBezTo>
                  <a:cubicBezTo>
                    <a:pt x="8060" y="6241"/>
                    <a:pt x="8163" y="5971"/>
                    <a:pt x="8266" y="5700"/>
                  </a:cubicBezTo>
                  <a:cubicBezTo>
                    <a:pt x="8331" y="5597"/>
                    <a:pt x="8331" y="5481"/>
                    <a:pt x="8382" y="5377"/>
                  </a:cubicBezTo>
                  <a:cubicBezTo>
                    <a:pt x="8653" y="4514"/>
                    <a:pt x="8808" y="3546"/>
                    <a:pt x="8808" y="2309"/>
                  </a:cubicBezTo>
                  <a:lnTo>
                    <a:pt x="8808" y="2154"/>
                  </a:lnTo>
                  <a:cubicBezTo>
                    <a:pt x="8808" y="2051"/>
                    <a:pt x="8808" y="1986"/>
                    <a:pt x="8756" y="1883"/>
                  </a:cubicBezTo>
                  <a:lnTo>
                    <a:pt x="8756" y="1135"/>
                  </a:lnTo>
                  <a:cubicBezTo>
                    <a:pt x="8756" y="1084"/>
                    <a:pt x="8705" y="967"/>
                    <a:pt x="8705" y="864"/>
                  </a:cubicBezTo>
                  <a:cubicBezTo>
                    <a:pt x="8705" y="645"/>
                    <a:pt x="8653" y="374"/>
                    <a:pt x="8653" y="116"/>
                  </a:cubicBezTo>
                  <a:cubicBezTo>
                    <a:pt x="8588" y="52"/>
                    <a:pt x="8537" y="0"/>
                    <a:pt x="8485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42"/>
            <p:cNvSpPr/>
            <p:nvPr/>
          </p:nvSpPr>
          <p:spPr>
            <a:xfrm>
              <a:off x="4077469" y="2955835"/>
              <a:ext cx="250095" cy="6514"/>
            </a:xfrm>
            <a:custGeom>
              <a:avLst/>
              <a:gdLst/>
              <a:ahLst/>
              <a:cxnLst/>
              <a:rect l="l" t="t" r="r" b="b"/>
              <a:pathLst>
                <a:path w="8447" h="220" extrusionOk="0">
                  <a:moveTo>
                    <a:pt x="117" y="1"/>
                  </a:moveTo>
                  <a:cubicBezTo>
                    <a:pt x="65" y="1"/>
                    <a:pt x="1" y="52"/>
                    <a:pt x="1" y="104"/>
                  </a:cubicBezTo>
                  <a:cubicBezTo>
                    <a:pt x="1" y="168"/>
                    <a:pt x="65" y="220"/>
                    <a:pt x="117" y="220"/>
                  </a:cubicBezTo>
                  <a:lnTo>
                    <a:pt x="8279" y="220"/>
                  </a:lnTo>
                  <a:cubicBezTo>
                    <a:pt x="8382" y="220"/>
                    <a:pt x="8447" y="168"/>
                    <a:pt x="8447" y="104"/>
                  </a:cubicBezTo>
                  <a:cubicBezTo>
                    <a:pt x="8447" y="52"/>
                    <a:pt x="8382" y="1"/>
                    <a:pt x="827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42"/>
            <p:cNvSpPr/>
            <p:nvPr/>
          </p:nvSpPr>
          <p:spPr>
            <a:xfrm>
              <a:off x="4093517" y="3018070"/>
              <a:ext cx="17587" cy="39733"/>
            </a:xfrm>
            <a:custGeom>
              <a:avLst/>
              <a:gdLst/>
              <a:ahLst/>
              <a:cxnLst/>
              <a:rect l="l" t="t" r="r" b="b"/>
              <a:pathLst>
                <a:path w="594" h="1342" extrusionOk="0">
                  <a:moveTo>
                    <a:pt x="220" y="155"/>
                  </a:moveTo>
                  <a:cubicBezTo>
                    <a:pt x="271" y="155"/>
                    <a:pt x="323" y="207"/>
                    <a:pt x="323" y="258"/>
                  </a:cubicBezTo>
                  <a:cubicBezTo>
                    <a:pt x="323" y="426"/>
                    <a:pt x="323" y="748"/>
                    <a:pt x="426" y="1071"/>
                  </a:cubicBezTo>
                  <a:lnTo>
                    <a:pt x="426" y="1122"/>
                  </a:lnTo>
                  <a:lnTo>
                    <a:pt x="375" y="1174"/>
                  </a:lnTo>
                  <a:lnTo>
                    <a:pt x="323" y="1174"/>
                  </a:lnTo>
                  <a:cubicBezTo>
                    <a:pt x="271" y="1174"/>
                    <a:pt x="271" y="1174"/>
                    <a:pt x="271" y="1122"/>
                  </a:cubicBezTo>
                  <a:cubicBezTo>
                    <a:pt x="168" y="800"/>
                    <a:pt x="168" y="426"/>
                    <a:pt x="168" y="258"/>
                  </a:cubicBezTo>
                  <a:lnTo>
                    <a:pt x="168" y="207"/>
                  </a:lnTo>
                  <a:cubicBezTo>
                    <a:pt x="168" y="155"/>
                    <a:pt x="220" y="155"/>
                    <a:pt x="220" y="155"/>
                  </a:cubicBezTo>
                  <a:close/>
                  <a:moveTo>
                    <a:pt x="220" y="0"/>
                  </a:moveTo>
                  <a:cubicBezTo>
                    <a:pt x="168" y="0"/>
                    <a:pt x="104" y="52"/>
                    <a:pt x="52" y="52"/>
                  </a:cubicBezTo>
                  <a:cubicBezTo>
                    <a:pt x="1" y="104"/>
                    <a:pt x="1" y="155"/>
                    <a:pt x="1" y="258"/>
                  </a:cubicBezTo>
                  <a:cubicBezTo>
                    <a:pt x="1" y="426"/>
                    <a:pt x="1" y="800"/>
                    <a:pt x="104" y="1174"/>
                  </a:cubicBezTo>
                  <a:cubicBezTo>
                    <a:pt x="104" y="1290"/>
                    <a:pt x="220" y="1341"/>
                    <a:pt x="323" y="1341"/>
                  </a:cubicBezTo>
                  <a:lnTo>
                    <a:pt x="375" y="1341"/>
                  </a:lnTo>
                  <a:cubicBezTo>
                    <a:pt x="491" y="1341"/>
                    <a:pt x="594" y="1225"/>
                    <a:pt x="594" y="1122"/>
                  </a:cubicBezTo>
                  <a:lnTo>
                    <a:pt x="594" y="1071"/>
                  </a:lnTo>
                  <a:cubicBezTo>
                    <a:pt x="491" y="748"/>
                    <a:pt x="491" y="426"/>
                    <a:pt x="491" y="258"/>
                  </a:cubicBezTo>
                  <a:cubicBezTo>
                    <a:pt x="491" y="104"/>
                    <a:pt x="375" y="0"/>
                    <a:pt x="220" y="0"/>
                  </a:cubicBezTo>
                  <a:close/>
                </a:path>
              </a:pathLst>
            </a:custGeom>
            <a:solidFill>
              <a:srgbClr val="4927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42"/>
            <p:cNvSpPr/>
            <p:nvPr/>
          </p:nvSpPr>
          <p:spPr>
            <a:xfrm>
              <a:off x="4091977" y="2971882"/>
              <a:ext cx="14182" cy="46217"/>
            </a:xfrm>
            <a:custGeom>
              <a:avLst/>
              <a:gdLst/>
              <a:ahLst/>
              <a:cxnLst/>
              <a:rect l="l" t="t" r="r" b="b"/>
              <a:pathLst>
                <a:path w="479" h="1561" extrusionOk="0">
                  <a:moveTo>
                    <a:pt x="272" y="155"/>
                  </a:moveTo>
                  <a:lnTo>
                    <a:pt x="323" y="206"/>
                  </a:lnTo>
                  <a:lnTo>
                    <a:pt x="323" y="271"/>
                  </a:lnTo>
                  <a:lnTo>
                    <a:pt x="323" y="593"/>
                  </a:lnTo>
                  <a:lnTo>
                    <a:pt x="323" y="1290"/>
                  </a:lnTo>
                  <a:cubicBezTo>
                    <a:pt x="323" y="1341"/>
                    <a:pt x="323" y="1341"/>
                    <a:pt x="272" y="1393"/>
                  </a:cubicBezTo>
                  <a:cubicBezTo>
                    <a:pt x="220" y="1393"/>
                    <a:pt x="156" y="1341"/>
                    <a:pt x="156" y="1290"/>
                  </a:cubicBezTo>
                  <a:lnTo>
                    <a:pt x="156" y="593"/>
                  </a:lnTo>
                  <a:lnTo>
                    <a:pt x="156" y="206"/>
                  </a:lnTo>
                  <a:cubicBezTo>
                    <a:pt x="156" y="155"/>
                    <a:pt x="220" y="155"/>
                    <a:pt x="272" y="155"/>
                  </a:cubicBezTo>
                  <a:close/>
                  <a:moveTo>
                    <a:pt x="272" y="0"/>
                  </a:moveTo>
                  <a:cubicBezTo>
                    <a:pt x="104" y="0"/>
                    <a:pt x="1" y="103"/>
                    <a:pt x="1" y="206"/>
                  </a:cubicBezTo>
                  <a:lnTo>
                    <a:pt x="1" y="593"/>
                  </a:lnTo>
                  <a:lnTo>
                    <a:pt x="1" y="1290"/>
                  </a:lnTo>
                  <a:cubicBezTo>
                    <a:pt x="1" y="1444"/>
                    <a:pt x="104" y="1560"/>
                    <a:pt x="272" y="1560"/>
                  </a:cubicBezTo>
                  <a:cubicBezTo>
                    <a:pt x="427" y="1496"/>
                    <a:pt x="478" y="1393"/>
                    <a:pt x="478" y="1290"/>
                  </a:cubicBezTo>
                  <a:lnTo>
                    <a:pt x="478" y="593"/>
                  </a:lnTo>
                  <a:lnTo>
                    <a:pt x="478" y="322"/>
                  </a:lnTo>
                  <a:lnTo>
                    <a:pt x="478" y="271"/>
                  </a:lnTo>
                  <a:lnTo>
                    <a:pt x="478" y="206"/>
                  </a:lnTo>
                  <a:cubicBezTo>
                    <a:pt x="478" y="103"/>
                    <a:pt x="375" y="0"/>
                    <a:pt x="272" y="0"/>
                  </a:cubicBezTo>
                  <a:close/>
                </a:path>
              </a:pathLst>
            </a:custGeom>
            <a:solidFill>
              <a:srgbClr val="4927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2"/>
            <p:cNvSpPr/>
            <p:nvPr/>
          </p:nvSpPr>
          <p:spPr>
            <a:xfrm>
              <a:off x="4111074" y="3283412"/>
              <a:ext cx="181376" cy="84381"/>
            </a:xfrm>
            <a:custGeom>
              <a:avLst/>
              <a:gdLst/>
              <a:ahLst/>
              <a:cxnLst/>
              <a:rect l="l" t="t" r="r" b="b"/>
              <a:pathLst>
                <a:path w="6126" h="2850" extrusionOk="0">
                  <a:moveTo>
                    <a:pt x="155" y="0"/>
                  </a:moveTo>
                  <a:cubicBezTo>
                    <a:pt x="104" y="0"/>
                    <a:pt x="52" y="0"/>
                    <a:pt x="52" y="65"/>
                  </a:cubicBezTo>
                  <a:lnTo>
                    <a:pt x="1" y="116"/>
                  </a:lnTo>
                  <a:lnTo>
                    <a:pt x="1" y="2850"/>
                  </a:lnTo>
                  <a:lnTo>
                    <a:pt x="272" y="2850"/>
                  </a:lnTo>
                  <a:lnTo>
                    <a:pt x="272" y="271"/>
                  </a:lnTo>
                  <a:lnTo>
                    <a:pt x="5855" y="271"/>
                  </a:lnTo>
                  <a:lnTo>
                    <a:pt x="5855" y="2850"/>
                  </a:lnTo>
                  <a:lnTo>
                    <a:pt x="6126" y="2850"/>
                  </a:lnTo>
                  <a:lnTo>
                    <a:pt x="6126" y="116"/>
                  </a:lnTo>
                  <a:lnTo>
                    <a:pt x="6074" y="65"/>
                  </a:lnTo>
                  <a:cubicBezTo>
                    <a:pt x="6074" y="0"/>
                    <a:pt x="6022" y="0"/>
                    <a:pt x="59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2"/>
            <p:cNvSpPr/>
            <p:nvPr/>
          </p:nvSpPr>
          <p:spPr>
            <a:xfrm>
              <a:off x="4134760" y="3308993"/>
              <a:ext cx="133648" cy="44678"/>
            </a:xfrm>
            <a:custGeom>
              <a:avLst/>
              <a:gdLst/>
              <a:ahLst/>
              <a:cxnLst/>
              <a:rect l="l" t="t" r="r" b="b"/>
              <a:pathLst>
                <a:path w="4514" h="1509" extrusionOk="0">
                  <a:moveTo>
                    <a:pt x="4255" y="219"/>
                  </a:moveTo>
                  <a:lnTo>
                    <a:pt x="4255" y="1238"/>
                  </a:lnTo>
                  <a:lnTo>
                    <a:pt x="271" y="1238"/>
                  </a:lnTo>
                  <a:lnTo>
                    <a:pt x="271" y="219"/>
                  </a:lnTo>
                  <a:close/>
                  <a:moveTo>
                    <a:pt x="65" y="0"/>
                  </a:moveTo>
                  <a:cubicBezTo>
                    <a:pt x="0" y="52"/>
                    <a:pt x="0" y="52"/>
                    <a:pt x="0" y="103"/>
                  </a:cubicBezTo>
                  <a:lnTo>
                    <a:pt x="0" y="1393"/>
                  </a:lnTo>
                  <a:cubicBezTo>
                    <a:pt x="0" y="1393"/>
                    <a:pt x="0" y="1457"/>
                    <a:pt x="65" y="1457"/>
                  </a:cubicBezTo>
                  <a:cubicBezTo>
                    <a:pt x="65" y="1509"/>
                    <a:pt x="116" y="1509"/>
                    <a:pt x="168" y="1509"/>
                  </a:cubicBezTo>
                  <a:lnTo>
                    <a:pt x="4359" y="1509"/>
                  </a:lnTo>
                  <a:cubicBezTo>
                    <a:pt x="4410" y="1509"/>
                    <a:pt x="4462" y="1509"/>
                    <a:pt x="4462" y="1457"/>
                  </a:cubicBezTo>
                  <a:cubicBezTo>
                    <a:pt x="4513" y="1457"/>
                    <a:pt x="4513" y="1393"/>
                    <a:pt x="4513" y="1393"/>
                  </a:cubicBezTo>
                  <a:lnTo>
                    <a:pt x="4513" y="103"/>
                  </a:lnTo>
                  <a:cubicBezTo>
                    <a:pt x="4513" y="52"/>
                    <a:pt x="4513" y="52"/>
                    <a:pt x="446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42"/>
            <p:cNvSpPr/>
            <p:nvPr/>
          </p:nvSpPr>
          <p:spPr>
            <a:xfrm>
              <a:off x="4071370" y="3367764"/>
              <a:ext cx="260783" cy="39733"/>
            </a:xfrm>
            <a:custGeom>
              <a:avLst/>
              <a:gdLst/>
              <a:ahLst/>
              <a:cxnLst/>
              <a:rect l="l" t="t" r="r" b="b"/>
              <a:pathLst>
                <a:path w="8808" h="1342" extrusionOk="0">
                  <a:moveTo>
                    <a:pt x="8588" y="220"/>
                  </a:moveTo>
                  <a:lnTo>
                    <a:pt x="8588" y="1084"/>
                  </a:lnTo>
                  <a:lnTo>
                    <a:pt x="207" y="1084"/>
                  </a:lnTo>
                  <a:lnTo>
                    <a:pt x="207" y="220"/>
                  </a:lnTo>
                  <a:close/>
                  <a:moveTo>
                    <a:pt x="1" y="1"/>
                  </a:moveTo>
                  <a:lnTo>
                    <a:pt x="1" y="117"/>
                  </a:lnTo>
                  <a:lnTo>
                    <a:pt x="1" y="1239"/>
                  </a:lnTo>
                  <a:lnTo>
                    <a:pt x="1" y="1290"/>
                  </a:lnTo>
                  <a:cubicBezTo>
                    <a:pt x="52" y="1342"/>
                    <a:pt x="104" y="1342"/>
                    <a:pt x="104" y="1342"/>
                  </a:cubicBezTo>
                  <a:lnTo>
                    <a:pt x="8705" y="1342"/>
                  </a:lnTo>
                  <a:cubicBezTo>
                    <a:pt x="8756" y="1342"/>
                    <a:pt x="8756" y="1342"/>
                    <a:pt x="8808" y="1290"/>
                  </a:cubicBezTo>
                  <a:lnTo>
                    <a:pt x="8808" y="1239"/>
                  </a:lnTo>
                  <a:lnTo>
                    <a:pt x="8808" y="117"/>
                  </a:lnTo>
                  <a:lnTo>
                    <a:pt x="8808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ED03488-D500-D5E6-1A3E-EB7E038E9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D774CD0-8F33-640C-319F-07DBB84A935D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43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sp>
        <p:nvSpPr>
          <p:cNvPr id="1993" name="Google Shape;1993;p43"/>
          <p:cNvSpPr/>
          <p:nvPr/>
        </p:nvSpPr>
        <p:spPr>
          <a:xfrm>
            <a:off x="3451063" y="1363475"/>
            <a:ext cx="2241900" cy="505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Games</a:t>
            </a:r>
            <a:endParaRPr sz="1600">
              <a:solidFill>
                <a:schemeClr val="accent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cxnSp>
        <p:nvCxnSpPr>
          <p:cNvPr id="1994" name="Google Shape;1994;p43"/>
          <p:cNvCxnSpPr>
            <a:stCxn id="1995" idx="0"/>
            <a:endCxn id="1993" idx="2"/>
          </p:cNvCxnSpPr>
          <p:nvPr/>
        </p:nvCxnSpPr>
        <p:spPr>
          <a:xfrm rot="10800000">
            <a:off x="4572013" y="1869388"/>
            <a:ext cx="0" cy="4467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6" name="Google Shape;1996;p43"/>
          <p:cNvCxnSpPr>
            <a:stCxn id="1997" idx="2"/>
            <a:endCxn id="1998" idx="1"/>
          </p:cNvCxnSpPr>
          <p:nvPr/>
        </p:nvCxnSpPr>
        <p:spPr>
          <a:xfrm rot="-5400000" flipH="1">
            <a:off x="1515600" y="3380512"/>
            <a:ext cx="974700" cy="3252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9" name="Google Shape;1999;p43"/>
          <p:cNvCxnSpPr>
            <a:stCxn id="2000" idx="2"/>
            <a:endCxn id="1998" idx="3"/>
          </p:cNvCxnSpPr>
          <p:nvPr/>
        </p:nvCxnSpPr>
        <p:spPr>
          <a:xfrm rot="5400000">
            <a:off x="3928350" y="3376912"/>
            <a:ext cx="974700" cy="3324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01" name="Google Shape;2001;p43"/>
          <p:cNvGrpSpPr/>
          <p:nvPr/>
        </p:nvGrpSpPr>
        <p:grpSpPr>
          <a:xfrm>
            <a:off x="2165550" y="3551475"/>
            <a:ext cx="4812900" cy="958200"/>
            <a:chOff x="2165550" y="3551475"/>
            <a:chExt cx="4812900" cy="958200"/>
          </a:xfrm>
        </p:grpSpPr>
        <p:sp>
          <p:nvSpPr>
            <p:cNvPr id="1998" name="Google Shape;1998;p43"/>
            <p:cNvSpPr/>
            <p:nvPr/>
          </p:nvSpPr>
          <p:spPr>
            <a:xfrm>
              <a:off x="2165550" y="3551475"/>
              <a:ext cx="2083800" cy="9582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smallest planet in the Solar System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002" name="Google Shape;2002;p43"/>
            <p:cNvSpPr/>
            <p:nvPr/>
          </p:nvSpPr>
          <p:spPr>
            <a:xfrm>
              <a:off x="4894650" y="3551475"/>
              <a:ext cx="2083800" cy="9582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Despite being red, planet Mars is a very cold place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cxnSp>
        <p:nvCxnSpPr>
          <p:cNvPr id="2003" name="Google Shape;2003;p43"/>
          <p:cNvCxnSpPr>
            <a:stCxn id="2000" idx="2"/>
            <a:endCxn id="2002" idx="1"/>
          </p:cNvCxnSpPr>
          <p:nvPr/>
        </p:nvCxnSpPr>
        <p:spPr>
          <a:xfrm rot="-5400000" flipH="1">
            <a:off x="4251000" y="3386662"/>
            <a:ext cx="974700" cy="3129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4" name="Google Shape;2004;p43"/>
          <p:cNvCxnSpPr>
            <a:stCxn id="2005" idx="2"/>
            <a:endCxn id="2002" idx="3"/>
          </p:cNvCxnSpPr>
          <p:nvPr/>
        </p:nvCxnSpPr>
        <p:spPr>
          <a:xfrm rot="5400000">
            <a:off x="6653700" y="3380512"/>
            <a:ext cx="974700" cy="3252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6" name="Google Shape;2006;p43"/>
          <p:cNvCxnSpPr>
            <a:stCxn id="1993" idx="1"/>
            <a:endCxn id="2007" idx="0"/>
          </p:cNvCxnSpPr>
          <p:nvPr/>
        </p:nvCxnSpPr>
        <p:spPr>
          <a:xfrm flipH="1">
            <a:off x="1840363" y="1616375"/>
            <a:ext cx="1610700" cy="6996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8" name="Google Shape;2008;p43"/>
          <p:cNvCxnSpPr>
            <a:stCxn id="1993" idx="3"/>
            <a:endCxn id="2009" idx="0"/>
          </p:cNvCxnSpPr>
          <p:nvPr/>
        </p:nvCxnSpPr>
        <p:spPr>
          <a:xfrm>
            <a:off x="5692963" y="1616375"/>
            <a:ext cx="1610700" cy="6996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10" name="Google Shape;2010;p43"/>
          <p:cNvGrpSpPr/>
          <p:nvPr/>
        </p:nvGrpSpPr>
        <p:grpSpPr>
          <a:xfrm>
            <a:off x="719400" y="2316088"/>
            <a:ext cx="2241950" cy="739674"/>
            <a:chOff x="719400" y="2316088"/>
            <a:chExt cx="2241950" cy="739674"/>
          </a:xfrm>
        </p:grpSpPr>
        <p:sp>
          <p:nvSpPr>
            <p:cNvPr id="2007" name="Google Shape;2007;p43"/>
            <p:cNvSpPr/>
            <p:nvPr/>
          </p:nvSpPr>
          <p:spPr>
            <a:xfrm>
              <a:off x="719450" y="2316088"/>
              <a:ext cx="2241900" cy="5058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Design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997" name="Google Shape;1997;p43"/>
            <p:cNvSpPr/>
            <p:nvPr/>
          </p:nvSpPr>
          <p:spPr>
            <a:xfrm>
              <a:off x="719400" y="2673562"/>
              <a:ext cx="2241900" cy="3822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We all live on Earth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2011" name="Google Shape;2011;p43"/>
          <p:cNvGrpSpPr/>
          <p:nvPr/>
        </p:nvGrpSpPr>
        <p:grpSpPr>
          <a:xfrm>
            <a:off x="3451063" y="2316088"/>
            <a:ext cx="2251788" cy="739674"/>
            <a:chOff x="3451063" y="2316088"/>
            <a:chExt cx="2251788" cy="739674"/>
          </a:xfrm>
        </p:grpSpPr>
        <p:sp>
          <p:nvSpPr>
            <p:cNvPr id="1995" name="Google Shape;1995;p43"/>
            <p:cNvSpPr/>
            <p:nvPr/>
          </p:nvSpPr>
          <p:spPr>
            <a:xfrm>
              <a:off x="3451063" y="2316088"/>
              <a:ext cx="2241900" cy="5058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Code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000" name="Google Shape;2000;p43"/>
            <p:cNvSpPr/>
            <p:nvPr/>
          </p:nvSpPr>
          <p:spPr>
            <a:xfrm>
              <a:off x="3460950" y="2673562"/>
              <a:ext cx="2241900" cy="3822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a big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2012" name="Google Shape;2012;p43"/>
          <p:cNvGrpSpPr/>
          <p:nvPr/>
        </p:nvGrpSpPr>
        <p:grpSpPr>
          <a:xfrm>
            <a:off x="6182688" y="2316088"/>
            <a:ext cx="2241913" cy="739674"/>
            <a:chOff x="6182688" y="2316088"/>
            <a:chExt cx="2241913" cy="739674"/>
          </a:xfrm>
        </p:grpSpPr>
        <p:sp>
          <p:nvSpPr>
            <p:cNvPr id="2009" name="Google Shape;2009;p43"/>
            <p:cNvSpPr/>
            <p:nvPr/>
          </p:nvSpPr>
          <p:spPr>
            <a:xfrm>
              <a:off x="6182688" y="2316088"/>
              <a:ext cx="2241900" cy="5058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Characters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005" name="Google Shape;2005;p43"/>
            <p:cNvSpPr/>
            <p:nvPr/>
          </p:nvSpPr>
          <p:spPr>
            <a:xfrm>
              <a:off x="6182700" y="2673562"/>
              <a:ext cx="2241900" cy="3822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Neptune is an ice giant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320FEA1-F30C-A73F-F4C5-039A68BCB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1FF203A-E0E0-AEA7-6BF0-08B0EA931C5D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44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2018" name="Google Shape;2018;p44"/>
          <p:cNvGrpSpPr/>
          <p:nvPr/>
        </p:nvGrpSpPr>
        <p:grpSpPr>
          <a:xfrm>
            <a:off x="722375" y="1161375"/>
            <a:ext cx="3661300" cy="1506288"/>
            <a:chOff x="722375" y="1161375"/>
            <a:chExt cx="3661300" cy="1506288"/>
          </a:xfrm>
        </p:grpSpPr>
        <p:sp>
          <p:nvSpPr>
            <p:cNvPr id="2019" name="Google Shape;2019;p44"/>
            <p:cNvSpPr/>
            <p:nvPr/>
          </p:nvSpPr>
          <p:spPr>
            <a:xfrm>
              <a:off x="2427075" y="2094963"/>
              <a:ext cx="1956600" cy="5727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Pluto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020" name="Google Shape;2020;p44"/>
            <p:cNvSpPr/>
            <p:nvPr/>
          </p:nvSpPr>
          <p:spPr>
            <a:xfrm>
              <a:off x="722375" y="1161375"/>
              <a:ext cx="1759500" cy="933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Pluto is now considered a dwarf planet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cxnSp>
        <p:nvCxnSpPr>
          <p:cNvPr id="2021" name="Google Shape;2021;p44"/>
          <p:cNvCxnSpPr>
            <a:stCxn id="2019" idx="1"/>
            <a:endCxn id="2020" idx="2"/>
          </p:cNvCxnSpPr>
          <p:nvPr/>
        </p:nvCxnSpPr>
        <p:spPr>
          <a:xfrm rot="10800000">
            <a:off x="1602075" y="2095113"/>
            <a:ext cx="825000" cy="2862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22" name="Google Shape;2022;p44"/>
          <p:cNvGrpSpPr/>
          <p:nvPr/>
        </p:nvGrpSpPr>
        <p:grpSpPr>
          <a:xfrm>
            <a:off x="722375" y="3003688"/>
            <a:ext cx="3661300" cy="1506313"/>
            <a:chOff x="722375" y="3003688"/>
            <a:chExt cx="3661300" cy="1506313"/>
          </a:xfrm>
        </p:grpSpPr>
        <p:sp>
          <p:nvSpPr>
            <p:cNvPr id="2023" name="Google Shape;2023;p44"/>
            <p:cNvSpPr/>
            <p:nvPr/>
          </p:nvSpPr>
          <p:spPr>
            <a:xfrm>
              <a:off x="2427075" y="3003688"/>
              <a:ext cx="1956600" cy="5727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Moon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024" name="Google Shape;2024;p44"/>
            <p:cNvSpPr/>
            <p:nvPr/>
          </p:nvSpPr>
          <p:spPr>
            <a:xfrm>
              <a:off x="722375" y="3576400"/>
              <a:ext cx="1759500" cy="933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The Moon is Earth’s only natural satellite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cxnSp>
        <p:nvCxnSpPr>
          <p:cNvPr id="2025" name="Google Shape;2025;p44"/>
          <p:cNvCxnSpPr>
            <a:stCxn id="2023" idx="1"/>
            <a:endCxn id="2024" idx="0"/>
          </p:cNvCxnSpPr>
          <p:nvPr/>
        </p:nvCxnSpPr>
        <p:spPr>
          <a:xfrm flipH="1">
            <a:off x="1602075" y="3290038"/>
            <a:ext cx="825000" cy="2865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26" name="Google Shape;2026;p44"/>
          <p:cNvGrpSpPr/>
          <p:nvPr/>
        </p:nvGrpSpPr>
        <p:grpSpPr>
          <a:xfrm>
            <a:off x="4760325" y="1161375"/>
            <a:ext cx="3663125" cy="1506288"/>
            <a:chOff x="4760325" y="1161375"/>
            <a:chExt cx="3663125" cy="1506288"/>
          </a:xfrm>
        </p:grpSpPr>
        <p:sp>
          <p:nvSpPr>
            <p:cNvPr id="2027" name="Google Shape;2027;p44"/>
            <p:cNvSpPr/>
            <p:nvPr/>
          </p:nvSpPr>
          <p:spPr>
            <a:xfrm>
              <a:off x="6663950" y="1161375"/>
              <a:ext cx="1759500" cy="933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028" name="Google Shape;2028;p44"/>
            <p:cNvSpPr/>
            <p:nvPr/>
          </p:nvSpPr>
          <p:spPr>
            <a:xfrm>
              <a:off x="4760325" y="2094963"/>
              <a:ext cx="1956600" cy="5727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Mercury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2029" name="Google Shape;2029;p44"/>
          <p:cNvGrpSpPr/>
          <p:nvPr/>
        </p:nvGrpSpPr>
        <p:grpSpPr>
          <a:xfrm>
            <a:off x="4760325" y="3003688"/>
            <a:ext cx="3663125" cy="1506313"/>
            <a:chOff x="4760325" y="3003688"/>
            <a:chExt cx="3663125" cy="1506313"/>
          </a:xfrm>
        </p:grpSpPr>
        <p:sp>
          <p:nvSpPr>
            <p:cNvPr id="2030" name="Google Shape;2030;p44"/>
            <p:cNvSpPr/>
            <p:nvPr/>
          </p:nvSpPr>
          <p:spPr>
            <a:xfrm>
              <a:off x="6663950" y="3576400"/>
              <a:ext cx="1759500" cy="933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Neptune is the farthest planet from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031" name="Google Shape;2031;p44"/>
            <p:cNvSpPr/>
            <p:nvPr/>
          </p:nvSpPr>
          <p:spPr>
            <a:xfrm>
              <a:off x="4760325" y="3003688"/>
              <a:ext cx="1956600" cy="5727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Neptune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cxnSp>
        <p:nvCxnSpPr>
          <p:cNvPr id="2032" name="Google Shape;2032;p44"/>
          <p:cNvCxnSpPr>
            <a:stCxn id="2028" idx="3"/>
            <a:endCxn id="2027" idx="2"/>
          </p:cNvCxnSpPr>
          <p:nvPr/>
        </p:nvCxnSpPr>
        <p:spPr>
          <a:xfrm rot="10800000" flipH="1">
            <a:off x="6716925" y="2095113"/>
            <a:ext cx="826800" cy="2862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3" name="Google Shape;2033;p44"/>
          <p:cNvCxnSpPr>
            <a:stCxn id="2031" idx="3"/>
            <a:endCxn id="2030" idx="0"/>
          </p:cNvCxnSpPr>
          <p:nvPr/>
        </p:nvCxnSpPr>
        <p:spPr>
          <a:xfrm>
            <a:off x="6716925" y="3290038"/>
            <a:ext cx="826800" cy="2865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4" name="Google Shape;2034;p44"/>
          <p:cNvCxnSpPr>
            <a:stCxn id="2019" idx="2"/>
            <a:endCxn id="2023" idx="0"/>
          </p:cNvCxnSpPr>
          <p:nvPr/>
        </p:nvCxnSpPr>
        <p:spPr>
          <a:xfrm rot="-5400000" flipH="1">
            <a:off x="3237675" y="2835363"/>
            <a:ext cx="336000" cy="6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5" name="Google Shape;2035;p44"/>
          <p:cNvCxnSpPr>
            <a:stCxn id="2028" idx="2"/>
            <a:endCxn id="2031" idx="0"/>
          </p:cNvCxnSpPr>
          <p:nvPr/>
        </p:nvCxnSpPr>
        <p:spPr>
          <a:xfrm rot="-5400000" flipH="1">
            <a:off x="5570925" y="2835363"/>
            <a:ext cx="336000" cy="600"/>
          </a:xfrm>
          <a:prstGeom prst="bentConnector3">
            <a:avLst>
              <a:gd name="adj1" fmla="val 50004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6" name="Google Shape;2036;p44"/>
          <p:cNvCxnSpPr>
            <a:endCxn id="2028" idx="1"/>
          </p:cNvCxnSpPr>
          <p:nvPr/>
        </p:nvCxnSpPr>
        <p:spPr>
          <a:xfrm>
            <a:off x="4383525" y="2380713"/>
            <a:ext cx="376800" cy="600"/>
          </a:xfrm>
          <a:prstGeom prst="bentConnector3">
            <a:avLst>
              <a:gd name="adj1" fmla="val 49998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7" name="Google Shape;2037;p44"/>
          <p:cNvCxnSpPr>
            <a:stCxn id="2023" idx="3"/>
            <a:endCxn id="2031" idx="1"/>
          </p:cNvCxnSpPr>
          <p:nvPr/>
        </p:nvCxnSpPr>
        <p:spPr>
          <a:xfrm>
            <a:off x="4383675" y="3290038"/>
            <a:ext cx="376800" cy="600"/>
          </a:xfrm>
          <a:prstGeom prst="bentConnector3">
            <a:avLst>
              <a:gd name="adj1" fmla="val 4998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38" name="Google Shape;2038;p44"/>
          <p:cNvGrpSpPr/>
          <p:nvPr/>
        </p:nvGrpSpPr>
        <p:grpSpPr>
          <a:xfrm>
            <a:off x="5603646" y="1705328"/>
            <a:ext cx="270554" cy="418391"/>
            <a:chOff x="3640485" y="3760068"/>
            <a:chExt cx="353990" cy="547561"/>
          </a:xfrm>
        </p:grpSpPr>
        <p:sp>
          <p:nvSpPr>
            <p:cNvPr id="2039" name="Google Shape;2039;p44"/>
            <p:cNvSpPr/>
            <p:nvPr/>
          </p:nvSpPr>
          <p:spPr>
            <a:xfrm>
              <a:off x="3648328" y="3768267"/>
              <a:ext cx="337948" cy="531519"/>
            </a:xfrm>
            <a:custGeom>
              <a:avLst/>
              <a:gdLst/>
              <a:ahLst/>
              <a:cxnLst/>
              <a:rect l="l" t="t" r="r" b="b"/>
              <a:pathLst>
                <a:path w="948" h="1491" extrusionOk="0">
                  <a:moveTo>
                    <a:pt x="948" y="97"/>
                  </a:moveTo>
                  <a:cubicBezTo>
                    <a:pt x="948" y="1244"/>
                    <a:pt x="948" y="1244"/>
                    <a:pt x="948" y="1244"/>
                  </a:cubicBezTo>
                  <a:cubicBezTo>
                    <a:pt x="948" y="1267"/>
                    <a:pt x="939" y="1290"/>
                    <a:pt x="922" y="1307"/>
                  </a:cubicBezTo>
                  <a:cubicBezTo>
                    <a:pt x="764" y="1465"/>
                    <a:pt x="764" y="1465"/>
                    <a:pt x="764" y="1465"/>
                  </a:cubicBezTo>
                  <a:cubicBezTo>
                    <a:pt x="748" y="1481"/>
                    <a:pt x="725" y="1491"/>
                    <a:pt x="701" y="1491"/>
                  </a:cubicBezTo>
                  <a:cubicBezTo>
                    <a:pt x="97" y="1491"/>
                    <a:pt x="97" y="1491"/>
                    <a:pt x="97" y="1491"/>
                  </a:cubicBezTo>
                  <a:cubicBezTo>
                    <a:pt x="43" y="1491"/>
                    <a:pt x="0" y="1447"/>
                    <a:pt x="0" y="1394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43"/>
                    <a:pt x="43" y="0"/>
                    <a:pt x="97" y="0"/>
                  </a:cubicBezTo>
                  <a:cubicBezTo>
                    <a:pt x="851" y="0"/>
                    <a:pt x="851" y="0"/>
                    <a:pt x="851" y="0"/>
                  </a:cubicBezTo>
                  <a:cubicBezTo>
                    <a:pt x="905" y="0"/>
                    <a:pt x="948" y="43"/>
                    <a:pt x="948" y="97"/>
                  </a:cubicBezTo>
                  <a:close/>
                  <a:moveTo>
                    <a:pt x="948" y="97"/>
                  </a:moveTo>
                  <a:cubicBezTo>
                    <a:pt x="948" y="97"/>
                    <a:pt x="948" y="97"/>
                    <a:pt x="948" y="97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44"/>
            <p:cNvSpPr/>
            <p:nvPr/>
          </p:nvSpPr>
          <p:spPr>
            <a:xfrm>
              <a:off x="3678273" y="4130456"/>
              <a:ext cx="19250" cy="37074"/>
            </a:xfrm>
            <a:custGeom>
              <a:avLst/>
              <a:gdLst/>
              <a:ahLst/>
              <a:cxnLst/>
              <a:rect l="l" t="t" r="r" b="b"/>
              <a:pathLst>
                <a:path w="54" h="104" extrusionOk="0">
                  <a:moveTo>
                    <a:pt x="54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8"/>
                    <a:pt x="5" y="104"/>
                    <a:pt x="12" y="104"/>
                  </a:cubicBezTo>
                  <a:cubicBezTo>
                    <a:pt x="54" y="104"/>
                    <a:pt x="54" y="104"/>
                    <a:pt x="54" y="104"/>
                  </a:cubicBezTo>
                  <a:lnTo>
                    <a:pt x="54" y="0"/>
                  </a:lnTo>
                  <a:close/>
                  <a:moveTo>
                    <a:pt x="54" y="0"/>
                  </a:moveTo>
                  <a:cubicBezTo>
                    <a:pt x="54" y="0"/>
                    <a:pt x="54" y="0"/>
                    <a:pt x="54" y="0"/>
                  </a:cubicBezTo>
                </a:path>
              </a:pathLst>
            </a:custGeom>
            <a:solidFill>
              <a:srgbClr val="F2CA6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44"/>
            <p:cNvSpPr/>
            <p:nvPr/>
          </p:nvSpPr>
          <p:spPr>
            <a:xfrm>
              <a:off x="3682550" y="3802490"/>
              <a:ext cx="269503" cy="245975"/>
            </a:xfrm>
            <a:custGeom>
              <a:avLst/>
              <a:gdLst/>
              <a:ahLst/>
              <a:cxnLst/>
              <a:rect l="l" t="t" r="r" b="b"/>
              <a:pathLst>
                <a:path w="756" h="690" extrusionOk="0">
                  <a:moveTo>
                    <a:pt x="756" y="31"/>
                  </a:moveTo>
                  <a:cubicBezTo>
                    <a:pt x="756" y="659"/>
                    <a:pt x="756" y="659"/>
                    <a:pt x="756" y="659"/>
                  </a:cubicBezTo>
                  <a:cubicBezTo>
                    <a:pt x="756" y="676"/>
                    <a:pt x="742" y="690"/>
                    <a:pt x="725" y="690"/>
                  </a:cubicBezTo>
                  <a:cubicBezTo>
                    <a:pt x="31" y="690"/>
                    <a:pt x="31" y="690"/>
                    <a:pt x="31" y="690"/>
                  </a:cubicBezTo>
                  <a:cubicBezTo>
                    <a:pt x="14" y="690"/>
                    <a:pt x="0" y="676"/>
                    <a:pt x="0" y="659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14"/>
                    <a:pt x="14" y="0"/>
                    <a:pt x="31" y="0"/>
                  </a:cubicBezTo>
                  <a:cubicBezTo>
                    <a:pt x="725" y="0"/>
                    <a:pt x="725" y="0"/>
                    <a:pt x="725" y="0"/>
                  </a:cubicBezTo>
                  <a:cubicBezTo>
                    <a:pt x="742" y="0"/>
                    <a:pt x="756" y="14"/>
                    <a:pt x="756" y="31"/>
                  </a:cubicBezTo>
                  <a:close/>
                  <a:moveTo>
                    <a:pt x="756" y="31"/>
                  </a:moveTo>
                  <a:cubicBezTo>
                    <a:pt x="756" y="31"/>
                    <a:pt x="756" y="31"/>
                    <a:pt x="756" y="31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44"/>
            <p:cNvSpPr/>
            <p:nvPr/>
          </p:nvSpPr>
          <p:spPr>
            <a:xfrm>
              <a:off x="3727468" y="3830296"/>
              <a:ext cx="179668" cy="190363"/>
            </a:xfrm>
            <a:custGeom>
              <a:avLst/>
              <a:gdLst/>
              <a:ahLst/>
              <a:cxnLst/>
              <a:rect l="l" t="t" r="r" b="b"/>
              <a:pathLst>
                <a:path w="504" h="534" extrusionOk="0">
                  <a:moveTo>
                    <a:pt x="504" y="14"/>
                  </a:moveTo>
                  <a:cubicBezTo>
                    <a:pt x="504" y="520"/>
                    <a:pt x="504" y="520"/>
                    <a:pt x="504" y="520"/>
                  </a:cubicBezTo>
                  <a:cubicBezTo>
                    <a:pt x="504" y="528"/>
                    <a:pt x="498" y="534"/>
                    <a:pt x="490" y="534"/>
                  </a:cubicBezTo>
                  <a:cubicBezTo>
                    <a:pt x="14" y="534"/>
                    <a:pt x="14" y="534"/>
                    <a:pt x="14" y="534"/>
                  </a:cubicBezTo>
                  <a:cubicBezTo>
                    <a:pt x="6" y="534"/>
                    <a:pt x="0" y="528"/>
                    <a:pt x="0" y="52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490" y="0"/>
                    <a:pt x="490" y="0"/>
                    <a:pt x="490" y="0"/>
                  </a:cubicBezTo>
                  <a:cubicBezTo>
                    <a:pt x="498" y="0"/>
                    <a:pt x="504" y="6"/>
                    <a:pt x="504" y="14"/>
                  </a:cubicBezTo>
                  <a:close/>
                  <a:moveTo>
                    <a:pt x="504" y="14"/>
                  </a:moveTo>
                  <a:cubicBezTo>
                    <a:pt x="504" y="14"/>
                    <a:pt x="504" y="14"/>
                    <a:pt x="504" y="14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44"/>
            <p:cNvSpPr/>
            <p:nvPr/>
          </p:nvSpPr>
          <p:spPr>
            <a:xfrm>
              <a:off x="3687541" y="4083044"/>
              <a:ext cx="103737" cy="103737"/>
            </a:xfrm>
            <a:custGeom>
              <a:avLst/>
              <a:gdLst/>
              <a:ahLst/>
              <a:cxnLst/>
              <a:rect l="l" t="t" r="r" b="b"/>
              <a:pathLst>
                <a:path w="291" h="291" extrusionOk="0">
                  <a:moveTo>
                    <a:pt x="291" y="106"/>
                  </a:moveTo>
                  <a:cubicBezTo>
                    <a:pt x="291" y="186"/>
                    <a:pt x="291" y="186"/>
                    <a:pt x="291" y="186"/>
                  </a:cubicBezTo>
                  <a:cubicBezTo>
                    <a:pt x="291" y="192"/>
                    <a:pt x="285" y="198"/>
                    <a:pt x="279" y="198"/>
                  </a:cubicBezTo>
                  <a:cubicBezTo>
                    <a:pt x="209" y="198"/>
                    <a:pt x="209" y="198"/>
                    <a:pt x="209" y="198"/>
                  </a:cubicBezTo>
                  <a:cubicBezTo>
                    <a:pt x="202" y="198"/>
                    <a:pt x="197" y="203"/>
                    <a:pt x="197" y="210"/>
                  </a:cubicBezTo>
                  <a:cubicBezTo>
                    <a:pt x="197" y="279"/>
                    <a:pt x="197" y="279"/>
                    <a:pt x="197" y="279"/>
                  </a:cubicBezTo>
                  <a:cubicBezTo>
                    <a:pt x="197" y="286"/>
                    <a:pt x="192" y="291"/>
                    <a:pt x="185" y="291"/>
                  </a:cubicBezTo>
                  <a:cubicBezTo>
                    <a:pt x="105" y="291"/>
                    <a:pt x="105" y="291"/>
                    <a:pt x="105" y="291"/>
                  </a:cubicBezTo>
                  <a:cubicBezTo>
                    <a:pt x="98" y="291"/>
                    <a:pt x="93" y="286"/>
                    <a:pt x="93" y="279"/>
                  </a:cubicBezTo>
                  <a:cubicBezTo>
                    <a:pt x="93" y="210"/>
                    <a:pt x="93" y="210"/>
                    <a:pt x="93" y="210"/>
                  </a:cubicBezTo>
                  <a:cubicBezTo>
                    <a:pt x="93" y="203"/>
                    <a:pt x="88" y="198"/>
                    <a:pt x="81" y="198"/>
                  </a:cubicBezTo>
                  <a:cubicBezTo>
                    <a:pt x="11" y="198"/>
                    <a:pt x="11" y="198"/>
                    <a:pt x="11" y="198"/>
                  </a:cubicBezTo>
                  <a:cubicBezTo>
                    <a:pt x="5" y="198"/>
                    <a:pt x="0" y="192"/>
                    <a:pt x="0" y="18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99"/>
                    <a:pt x="5" y="94"/>
                    <a:pt x="11" y="94"/>
                  </a:cubicBezTo>
                  <a:cubicBezTo>
                    <a:pt x="81" y="94"/>
                    <a:pt x="81" y="94"/>
                    <a:pt x="81" y="94"/>
                  </a:cubicBezTo>
                  <a:cubicBezTo>
                    <a:pt x="88" y="94"/>
                    <a:pt x="93" y="88"/>
                    <a:pt x="93" y="8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6"/>
                    <a:pt x="98" y="0"/>
                    <a:pt x="10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92" y="0"/>
                    <a:pt x="197" y="6"/>
                    <a:pt x="197" y="12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197" y="88"/>
                    <a:pt x="202" y="94"/>
                    <a:pt x="209" y="94"/>
                  </a:cubicBezTo>
                  <a:cubicBezTo>
                    <a:pt x="279" y="94"/>
                    <a:pt x="279" y="94"/>
                    <a:pt x="279" y="94"/>
                  </a:cubicBezTo>
                  <a:cubicBezTo>
                    <a:pt x="285" y="94"/>
                    <a:pt x="291" y="99"/>
                    <a:pt x="291" y="106"/>
                  </a:cubicBezTo>
                  <a:close/>
                  <a:moveTo>
                    <a:pt x="291" y="106"/>
                  </a:moveTo>
                  <a:cubicBezTo>
                    <a:pt x="291" y="106"/>
                    <a:pt x="291" y="106"/>
                    <a:pt x="291" y="106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44"/>
            <p:cNvSpPr/>
            <p:nvPr/>
          </p:nvSpPr>
          <p:spPr>
            <a:xfrm>
              <a:off x="3822293" y="4075914"/>
              <a:ext cx="125483" cy="129048"/>
            </a:xfrm>
            <a:custGeom>
              <a:avLst/>
              <a:gdLst/>
              <a:ahLst/>
              <a:cxnLst/>
              <a:rect l="l" t="t" r="r" b="b"/>
              <a:pathLst>
                <a:path w="352" h="362" extrusionOk="0">
                  <a:moveTo>
                    <a:pt x="321" y="41"/>
                  </a:moveTo>
                  <a:cubicBezTo>
                    <a:pt x="342" y="61"/>
                    <a:pt x="352" y="88"/>
                    <a:pt x="352" y="115"/>
                  </a:cubicBezTo>
                  <a:cubicBezTo>
                    <a:pt x="352" y="142"/>
                    <a:pt x="342" y="169"/>
                    <a:pt x="321" y="189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49" y="362"/>
                    <a:pt x="82" y="362"/>
                    <a:pt x="41" y="321"/>
                  </a:cubicBezTo>
                  <a:cubicBezTo>
                    <a:pt x="0" y="280"/>
                    <a:pt x="0" y="213"/>
                    <a:pt x="41" y="172"/>
                  </a:cubicBezTo>
                  <a:cubicBezTo>
                    <a:pt x="173" y="41"/>
                    <a:pt x="173" y="41"/>
                    <a:pt x="173" y="41"/>
                  </a:cubicBezTo>
                  <a:cubicBezTo>
                    <a:pt x="214" y="0"/>
                    <a:pt x="280" y="0"/>
                    <a:pt x="321" y="41"/>
                  </a:cubicBezTo>
                  <a:close/>
                  <a:moveTo>
                    <a:pt x="321" y="41"/>
                  </a:moveTo>
                  <a:cubicBezTo>
                    <a:pt x="321" y="41"/>
                    <a:pt x="321" y="41"/>
                    <a:pt x="321" y="41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44"/>
            <p:cNvSpPr/>
            <p:nvPr/>
          </p:nvSpPr>
          <p:spPr>
            <a:xfrm>
              <a:off x="3883608" y="4104789"/>
              <a:ext cx="35292" cy="35292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81" y="18"/>
                  </a:moveTo>
                  <a:cubicBezTo>
                    <a:pt x="99" y="36"/>
                    <a:pt x="99" y="64"/>
                    <a:pt x="81" y="82"/>
                  </a:cubicBezTo>
                  <a:cubicBezTo>
                    <a:pt x="64" y="99"/>
                    <a:pt x="35" y="99"/>
                    <a:pt x="18" y="82"/>
                  </a:cubicBezTo>
                  <a:cubicBezTo>
                    <a:pt x="0" y="64"/>
                    <a:pt x="0" y="36"/>
                    <a:pt x="18" y="18"/>
                  </a:cubicBezTo>
                  <a:cubicBezTo>
                    <a:pt x="35" y="0"/>
                    <a:pt x="64" y="0"/>
                    <a:pt x="81" y="18"/>
                  </a:cubicBez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</a:path>
              </a:pathLst>
            </a:custGeom>
            <a:solidFill>
              <a:srgbClr val="E2AF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44"/>
            <p:cNvSpPr/>
            <p:nvPr/>
          </p:nvSpPr>
          <p:spPr>
            <a:xfrm>
              <a:off x="3846177" y="4143646"/>
              <a:ext cx="35292" cy="34936"/>
            </a:xfrm>
            <a:custGeom>
              <a:avLst/>
              <a:gdLst/>
              <a:ahLst/>
              <a:cxnLst/>
              <a:rect l="l" t="t" r="r" b="b"/>
              <a:pathLst>
                <a:path w="99" h="98" extrusionOk="0">
                  <a:moveTo>
                    <a:pt x="81" y="17"/>
                  </a:moveTo>
                  <a:cubicBezTo>
                    <a:pt x="99" y="35"/>
                    <a:pt x="99" y="63"/>
                    <a:pt x="81" y="81"/>
                  </a:cubicBezTo>
                  <a:cubicBezTo>
                    <a:pt x="64" y="98"/>
                    <a:pt x="35" y="98"/>
                    <a:pt x="18" y="81"/>
                  </a:cubicBezTo>
                  <a:cubicBezTo>
                    <a:pt x="0" y="63"/>
                    <a:pt x="0" y="35"/>
                    <a:pt x="18" y="17"/>
                  </a:cubicBezTo>
                  <a:cubicBezTo>
                    <a:pt x="35" y="0"/>
                    <a:pt x="64" y="0"/>
                    <a:pt x="81" y="17"/>
                  </a:cubicBezTo>
                  <a:close/>
                  <a:moveTo>
                    <a:pt x="81" y="17"/>
                  </a:moveTo>
                  <a:cubicBezTo>
                    <a:pt x="81" y="17"/>
                    <a:pt x="81" y="17"/>
                    <a:pt x="81" y="17"/>
                  </a:cubicBezTo>
                </a:path>
              </a:pathLst>
            </a:custGeom>
            <a:solidFill>
              <a:srgbClr val="E2AF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44"/>
            <p:cNvSpPr/>
            <p:nvPr/>
          </p:nvSpPr>
          <p:spPr>
            <a:xfrm>
              <a:off x="3822293" y="4078410"/>
              <a:ext cx="91973" cy="123700"/>
            </a:xfrm>
            <a:custGeom>
              <a:avLst/>
              <a:gdLst/>
              <a:ahLst/>
              <a:cxnLst/>
              <a:rect l="l" t="t" r="r" b="b"/>
              <a:pathLst>
                <a:path w="258" h="347" extrusionOk="0">
                  <a:moveTo>
                    <a:pt x="63" y="314"/>
                  </a:moveTo>
                  <a:cubicBezTo>
                    <a:pt x="22" y="273"/>
                    <a:pt x="22" y="206"/>
                    <a:pt x="63" y="165"/>
                  </a:cubicBezTo>
                  <a:cubicBezTo>
                    <a:pt x="195" y="34"/>
                    <a:pt x="195" y="34"/>
                    <a:pt x="195" y="34"/>
                  </a:cubicBezTo>
                  <a:cubicBezTo>
                    <a:pt x="213" y="16"/>
                    <a:pt x="235" y="6"/>
                    <a:pt x="258" y="4"/>
                  </a:cubicBezTo>
                  <a:cubicBezTo>
                    <a:pt x="228" y="0"/>
                    <a:pt x="196" y="10"/>
                    <a:pt x="173" y="34"/>
                  </a:cubicBezTo>
                  <a:cubicBezTo>
                    <a:pt x="41" y="165"/>
                    <a:pt x="41" y="165"/>
                    <a:pt x="41" y="165"/>
                  </a:cubicBezTo>
                  <a:cubicBezTo>
                    <a:pt x="0" y="206"/>
                    <a:pt x="0" y="273"/>
                    <a:pt x="41" y="314"/>
                  </a:cubicBezTo>
                  <a:cubicBezTo>
                    <a:pt x="64" y="337"/>
                    <a:pt x="96" y="347"/>
                    <a:pt x="127" y="344"/>
                  </a:cubicBezTo>
                  <a:cubicBezTo>
                    <a:pt x="103" y="341"/>
                    <a:pt x="81" y="331"/>
                    <a:pt x="63" y="314"/>
                  </a:cubicBezTo>
                  <a:close/>
                  <a:moveTo>
                    <a:pt x="63" y="314"/>
                  </a:moveTo>
                  <a:cubicBezTo>
                    <a:pt x="63" y="314"/>
                    <a:pt x="63" y="314"/>
                    <a:pt x="63" y="314"/>
                  </a:cubicBezTo>
                </a:path>
              </a:pathLst>
            </a:custGeom>
            <a:solidFill>
              <a:srgbClr val="E2AF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44"/>
            <p:cNvSpPr/>
            <p:nvPr/>
          </p:nvSpPr>
          <p:spPr>
            <a:xfrm>
              <a:off x="3888955" y="4103007"/>
              <a:ext cx="35292" cy="35292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81" y="18"/>
                  </a:moveTo>
                  <a:cubicBezTo>
                    <a:pt x="99" y="35"/>
                    <a:pt x="99" y="64"/>
                    <a:pt x="81" y="81"/>
                  </a:cubicBezTo>
                  <a:cubicBezTo>
                    <a:pt x="63" y="99"/>
                    <a:pt x="35" y="99"/>
                    <a:pt x="17" y="81"/>
                  </a:cubicBezTo>
                  <a:cubicBezTo>
                    <a:pt x="0" y="64"/>
                    <a:pt x="0" y="35"/>
                    <a:pt x="17" y="18"/>
                  </a:cubicBezTo>
                  <a:cubicBezTo>
                    <a:pt x="35" y="0"/>
                    <a:pt x="63" y="0"/>
                    <a:pt x="81" y="18"/>
                  </a:cubicBez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44"/>
            <p:cNvSpPr/>
            <p:nvPr/>
          </p:nvSpPr>
          <p:spPr>
            <a:xfrm>
              <a:off x="3850455" y="4141507"/>
              <a:ext cx="34936" cy="35292"/>
            </a:xfrm>
            <a:custGeom>
              <a:avLst/>
              <a:gdLst/>
              <a:ahLst/>
              <a:cxnLst/>
              <a:rect l="l" t="t" r="r" b="b"/>
              <a:pathLst>
                <a:path w="98" h="99" extrusionOk="0">
                  <a:moveTo>
                    <a:pt x="81" y="18"/>
                  </a:moveTo>
                  <a:cubicBezTo>
                    <a:pt x="98" y="36"/>
                    <a:pt x="98" y="64"/>
                    <a:pt x="81" y="82"/>
                  </a:cubicBezTo>
                  <a:cubicBezTo>
                    <a:pt x="63" y="99"/>
                    <a:pt x="35" y="99"/>
                    <a:pt x="17" y="82"/>
                  </a:cubicBezTo>
                  <a:cubicBezTo>
                    <a:pt x="0" y="64"/>
                    <a:pt x="0" y="36"/>
                    <a:pt x="17" y="18"/>
                  </a:cubicBezTo>
                  <a:cubicBezTo>
                    <a:pt x="35" y="0"/>
                    <a:pt x="63" y="0"/>
                    <a:pt x="81" y="18"/>
                  </a:cubicBezTo>
                  <a:close/>
                  <a:moveTo>
                    <a:pt x="81" y="18"/>
                  </a:moveTo>
                  <a:cubicBezTo>
                    <a:pt x="81" y="18"/>
                    <a:pt x="81" y="18"/>
                    <a:pt x="81" y="1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44"/>
            <p:cNvSpPr/>
            <p:nvPr/>
          </p:nvSpPr>
          <p:spPr>
            <a:xfrm>
              <a:off x="3640485" y="3760068"/>
              <a:ext cx="353990" cy="547561"/>
            </a:xfrm>
            <a:custGeom>
              <a:avLst/>
              <a:gdLst/>
              <a:ahLst/>
              <a:cxnLst/>
              <a:rect l="l" t="t" r="r" b="b"/>
              <a:pathLst>
                <a:path w="993" h="1536" extrusionOk="0">
                  <a:moveTo>
                    <a:pt x="873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53" y="0"/>
                    <a:pt x="0" y="54"/>
                    <a:pt x="0" y="120"/>
                  </a:cubicBezTo>
                  <a:cubicBezTo>
                    <a:pt x="0" y="1417"/>
                    <a:pt x="0" y="1417"/>
                    <a:pt x="0" y="1417"/>
                  </a:cubicBezTo>
                  <a:cubicBezTo>
                    <a:pt x="0" y="1483"/>
                    <a:pt x="53" y="1536"/>
                    <a:pt x="119" y="1536"/>
                  </a:cubicBezTo>
                  <a:cubicBezTo>
                    <a:pt x="723" y="1536"/>
                    <a:pt x="723" y="1536"/>
                    <a:pt x="723" y="1536"/>
                  </a:cubicBezTo>
                  <a:cubicBezTo>
                    <a:pt x="753" y="1536"/>
                    <a:pt x="781" y="1525"/>
                    <a:pt x="802" y="1503"/>
                  </a:cubicBezTo>
                  <a:cubicBezTo>
                    <a:pt x="960" y="1346"/>
                    <a:pt x="960" y="1346"/>
                    <a:pt x="960" y="1346"/>
                  </a:cubicBezTo>
                  <a:cubicBezTo>
                    <a:pt x="981" y="1325"/>
                    <a:pt x="993" y="1297"/>
                    <a:pt x="993" y="1267"/>
                  </a:cubicBezTo>
                  <a:cubicBezTo>
                    <a:pt x="993" y="120"/>
                    <a:pt x="993" y="120"/>
                    <a:pt x="993" y="120"/>
                  </a:cubicBezTo>
                  <a:cubicBezTo>
                    <a:pt x="993" y="54"/>
                    <a:pt x="939" y="0"/>
                    <a:pt x="873" y="0"/>
                  </a:cubicBezTo>
                  <a:close/>
                  <a:moveTo>
                    <a:pt x="948" y="1267"/>
                  </a:moveTo>
                  <a:cubicBezTo>
                    <a:pt x="948" y="1285"/>
                    <a:pt x="941" y="1301"/>
                    <a:pt x="928" y="1314"/>
                  </a:cubicBezTo>
                  <a:cubicBezTo>
                    <a:pt x="917" y="1325"/>
                    <a:pt x="917" y="1325"/>
                    <a:pt x="917" y="1325"/>
                  </a:cubicBezTo>
                  <a:cubicBezTo>
                    <a:pt x="874" y="1283"/>
                    <a:pt x="874" y="1283"/>
                    <a:pt x="874" y="1283"/>
                  </a:cubicBezTo>
                  <a:cubicBezTo>
                    <a:pt x="865" y="1274"/>
                    <a:pt x="851" y="1274"/>
                    <a:pt x="842" y="1283"/>
                  </a:cubicBezTo>
                  <a:cubicBezTo>
                    <a:pt x="834" y="1291"/>
                    <a:pt x="834" y="1306"/>
                    <a:pt x="842" y="1314"/>
                  </a:cubicBezTo>
                  <a:cubicBezTo>
                    <a:pt x="885" y="1357"/>
                    <a:pt x="885" y="1357"/>
                    <a:pt x="885" y="1357"/>
                  </a:cubicBezTo>
                  <a:cubicBezTo>
                    <a:pt x="863" y="1379"/>
                    <a:pt x="863" y="1379"/>
                    <a:pt x="863" y="1379"/>
                  </a:cubicBezTo>
                  <a:cubicBezTo>
                    <a:pt x="820" y="1337"/>
                    <a:pt x="820" y="1337"/>
                    <a:pt x="820" y="1337"/>
                  </a:cubicBezTo>
                  <a:cubicBezTo>
                    <a:pt x="811" y="1328"/>
                    <a:pt x="797" y="1328"/>
                    <a:pt x="788" y="1337"/>
                  </a:cubicBezTo>
                  <a:cubicBezTo>
                    <a:pt x="780" y="1345"/>
                    <a:pt x="780" y="1360"/>
                    <a:pt x="788" y="1368"/>
                  </a:cubicBezTo>
                  <a:cubicBezTo>
                    <a:pt x="831" y="1411"/>
                    <a:pt x="831" y="1411"/>
                    <a:pt x="831" y="1411"/>
                  </a:cubicBezTo>
                  <a:cubicBezTo>
                    <a:pt x="809" y="1433"/>
                    <a:pt x="809" y="1433"/>
                    <a:pt x="809" y="1433"/>
                  </a:cubicBezTo>
                  <a:cubicBezTo>
                    <a:pt x="766" y="1391"/>
                    <a:pt x="766" y="1391"/>
                    <a:pt x="766" y="1391"/>
                  </a:cubicBezTo>
                  <a:cubicBezTo>
                    <a:pt x="757" y="1382"/>
                    <a:pt x="743" y="1382"/>
                    <a:pt x="734" y="1391"/>
                  </a:cubicBezTo>
                  <a:cubicBezTo>
                    <a:pt x="726" y="1399"/>
                    <a:pt x="726" y="1414"/>
                    <a:pt x="734" y="1422"/>
                  </a:cubicBezTo>
                  <a:cubicBezTo>
                    <a:pt x="777" y="1465"/>
                    <a:pt x="777" y="1465"/>
                    <a:pt x="777" y="1465"/>
                  </a:cubicBezTo>
                  <a:cubicBezTo>
                    <a:pt x="770" y="1472"/>
                    <a:pt x="770" y="1472"/>
                    <a:pt x="770" y="1472"/>
                  </a:cubicBezTo>
                  <a:cubicBezTo>
                    <a:pt x="758" y="1484"/>
                    <a:pt x="741" y="1491"/>
                    <a:pt x="723" y="1491"/>
                  </a:cubicBezTo>
                  <a:cubicBezTo>
                    <a:pt x="119" y="1491"/>
                    <a:pt x="119" y="1491"/>
                    <a:pt x="119" y="1491"/>
                  </a:cubicBezTo>
                  <a:cubicBezTo>
                    <a:pt x="78" y="1491"/>
                    <a:pt x="45" y="1458"/>
                    <a:pt x="45" y="1417"/>
                  </a:cubicBezTo>
                  <a:cubicBezTo>
                    <a:pt x="45" y="120"/>
                    <a:pt x="45" y="120"/>
                    <a:pt x="45" y="120"/>
                  </a:cubicBezTo>
                  <a:cubicBezTo>
                    <a:pt x="45" y="79"/>
                    <a:pt x="78" y="45"/>
                    <a:pt x="119" y="45"/>
                  </a:cubicBezTo>
                  <a:cubicBezTo>
                    <a:pt x="873" y="45"/>
                    <a:pt x="873" y="45"/>
                    <a:pt x="873" y="45"/>
                  </a:cubicBezTo>
                  <a:cubicBezTo>
                    <a:pt x="914" y="45"/>
                    <a:pt x="948" y="79"/>
                    <a:pt x="948" y="120"/>
                  </a:cubicBezTo>
                  <a:lnTo>
                    <a:pt x="948" y="1267"/>
                  </a:lnTo>
                  <a:close/>
                  <a:moveTo>
                    <a:pt x="948" y="1267"/>
                  </a:moveTo>
                  <a:cubicBezTo>
                    <a:pt x="948" y="1267"/>
                    <a:pt x="948" y="1267"/>
                    <a:pt x="948" y="126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44"/>
            <p:cNvSpPr/>
            <p:nvPr/>
          </p:nvSpPr>
          <p:spPr>
            <a:xfrm>
              <a:off x="3674708" y="3794291"/>
              <a:ext cx="285544" cy="262016"/>
            </a:xfrm>
            <a:custGeom>
              <a:avLst/>
              <a:gdLst/>
              <a:ahLst/>
              <a:cxnLst/>
              <a:rect l="l" t="t" r="r" b="b"/>
              <a:pathLst>
                <a:path w="801" h="735" extrusionOk="0">
                  <a:moveTo>
                    <a:pt x="747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3" y="0"/>
                    <a:pt x="0" y="24"/>
                    <a:pt x="0" y="53"/>
                  </a:cubicBezTo>
                  <a:cubicBezTo>
                    <a:pt x="0" y="682"/>
                    <a:pt x="0" y="682"/>
                    <a:pt x="0" y="682"/>
                  </a:cubicBezTo>
                  <a:cubicBezTo>
                    <a:pt x="0" y="711"/>
                    <a:pt x="23" y="735"/>
                    <a:pt x="53" y="735"/>
                  </a:cubicBezTo>
                  <a:cubicBezTo>
                    <a:pt x="747" y="735"/>
                    <a:pt x="747" y="735"/>
                    <a:pt x="747" y="735"/>
                  </a:cubicBezTo>
                  <a:cubicBezTo>
                    <a:pt x="777" y="735"/>
                    <a:pt x="801" y="711"/>
                    <a:pt x="801" y="682"/>
                  </a:cubicBezTo>
                  <a:cubicBezTo>
                    <a:pt x="801" y="53"/>
                    <a:pt x="801" y="53"/>
                    <a:pt x="801" y="53"/>
                  </a:cubicBezTo>
                  <a:cubicBezTo>
                    <a:pt x="801" y="24"/>
                    <a:pt x="777" y="0"/>
                    <a:pt x="747" y="0"/>
                  </a:cubicBezTo>
                  <a:close/>
                  <a:moveTo>
                    <a:pt x="756" y="682"/>
                  </a:moveTo>
                  <a:cubicBezTo>
                    <a:pt x="756" y="687"/>
                    <a:pt x="752" y="690"/>
                    <a:pt x="747" y="690"/>
                  </a:cubicBezTo>
                  <a:cubicBezTo>
                    <a:pt x="53" y="690"/>
                    <a:pt x="53" y="690"/>
                    <a:pt x="53" y="690"/>
                  </a:cubicBezTo>
                  <a:cubicBezTo>
                    <a:pt x="48" y="690"/>
                    <a:pt x="45" y="687"/>
                    <a:pt x="45" y="682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49"/>
                    <a:pt x="48" y="45"/>
                    <a:pt x="53" y="45"/>
                  </a:cubicBezTo>
                  <a:cubicBezTo>
                    <a:pt x="747" y="45"/>
                    <a:pt x="747" y="45"/>
                    <a:pt x="747" y="45"/>
                  </a:cubicBezTo>
                  <a:cubicBezTo>
                    <a:pt x="752" y="45"/>
                    <a:pt x="756" y="49"/>
                    <a:pt x="756" y="53"/>
                  </a:cubicBezTo>
                  <a:lnTo>
                    <a:pt x="756" y="682"/>
                  </a:lnTo>
                  <a:close/>
                  <a:moveTo>
                    <a:pt x="756" y="682"/>
                  </a:moveTo>
                  <a:cubicBezTo>
                    <a:pt x="756" y="682"/>
                    <a:pt x="756" y="682"/>
                    <a:pt x="756" y="68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2" name="Google Shape;2052;p44"/>
            <p:cNvSpPr/>
            <p:nvPr/>
          </p:nvSpPr>
          <p:spPr>
            <a:xfrm>
              <a:off x="3719625" y="3822097"/>
              <a:ext cx="195710" cy="206405"/>
            </a:xfrm>
            <a:custGeom>
              <a:avLst/>
              <a:gdLst/>
              <a:ahLst/>
              <a:cxnLst/>
              <a:rect l="l" t="t" r="r" b="b"/>
              <a:pathLst>
                <a:path w="549" h="579" extrusionOk="0">
                  <a:moveTo>
                    <a:pt x="512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7"/>
                    <a:pt x="0" y="37"/>
                  </a:cubicBezTo>
                  <a:cubicBezTo>
                    <a:pt x="0" y="543"/>
                    <a:pt x="0" y="543"/>
                    <a:pt x="0" y="543"/>
                  </a:cubicBezTo>
                  <a:cubicBezTo>
                    <a:pt x="0" y="563"/>
                    <a:pt x="16" y="579"/>
                    <a:pt x="36" y="579"/>
                  </a:cubicBezTo>
                  <a:cubicBezTo>
                    <a:pt x="512" y="579"/>
                    <a:pt x="512" y="579"/>
                    <a:pt x="512" y="579"/>
                  </a:cubicBezTo>
                  <a:cubicBezTo>
                    <a:pt x="532" y="579"/>
                    <a:pt x="549" y="563"/>
                    <a:pt x="549" y="543"/>
                  </a:cubicBezTo>
                  <a:cubicBezTo>
                    <a:pt x="549" y="471"/>
                    <a:pt x="549" y="471"/>
                    <a:pt x="549" y="471"/>
                  </a:cubicBezTo>
                  <a:cubicBezTo>
                    <a:pt x="549" y="459"/>
                    <a:pt x="538" y="449"/>
                    <a:pt x="526" y="449"/>
                  </a:cubicBezTo>
                  <a:cubicBezTo>
                    <a:pt x="514" y="449"/>
                    <a:pt x="504" y="459"/>
                    <a:pt x="504" y="471"/>
                  </a:cubicBezTo>
                  <a:cubicBezTo>
                    <a:pt x="504" y="534"/>
                    <a:pt x="504" y="534"/>
                    <a:pt x="504" y="534"/>
                  </a:cubicBezTo>
                  <a:cubicBezTo>
                    <a:pt x="45" y="534"/>
                    <a:pt x="45" y="534"/>
                    <a:pt x="45" y="534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504" y="45"/>
                    <a:pt x="504" y="45"/>
                    <a:pt x="504" y="45"/>
                  </a:cubicBezTo>
                  <a:cubicBezTo>
                    <a:pt x="504" y="381"/>
                    <a:pt x="504" y="381"/>
                    <a:pt x="504" y="381"/>
                  </a:cubicBezTo>
                  <a:cubicBezTo>
                    <a:pt x="504" y="394"/>
                    <a:pt x="514" y="404"/>
                    <a:pt x="526" y="404"/>
                  </a:cubicBezTo>
                  <a:cubicBezTo>
                    <a:pt x="538" y="404"/>
                    <a:pt x="549" y="394"/>
                    <a:pt x="549" y="381"/>
                  </a:cubicBezTo>
                  <a:cubicBezTo>
                    <a:pt x="549" y="37"/>
                    <a:pt x="549" y="37"/>
                    <a:pt x="549" y="37"/>
                  </a:cubicBezTo>
                  <a:cubicBezTo>
                    <a:pt x="549" y="17"/>
                    <a:pt x="532" y="0"/>
                    <a:pt x="512" y="0"/>
                  </a:cubicBezTo>
                  <a:close/>
                  <a:moveTo>
                    <a:pt x="512" y="0"/>
                  </a:moveTo>
                  <a:cubicBezTo>
                    <a:pt x="512" y="0"/>
                    <a:pt x="512" y="0"/>
                    <a:pt x="512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44"/>
            <p:cNvSpPr/>
            <p:nvPr/>
          </p:nvSpPr>
          <p:spPr>
            <a:xfrm>
              <a:off x="3679342" y="4075201"/>
              <a:ext cx="119779" cy="119779"/>
            </a:xfrm>
            <a:custGeom>
              <a:avLst/>
              <a:gdLst/>
              <a:ahLst/>
              <a:cxnLst/>
              <a:rect l="l" t="t" r="r" b="b"/>
              <a:pathLst>
                <a:path w="336" h="336" extrusionOk="0">
                  <a:moveTo>
                    <a:pt x="336" y="208"/>
                  </a:moveTo>
                  <a:cubicBezTo>
                    <a:pt x="336" y="128"/>
                    <a:pt x="336" y="128"/>
                    <a:pt x="336" y="128"/>
                  </a:cubicBezTo>
                  <a:cubicBezTo>
                    <a:pt x="336" y="109"/>
                    <a:pt x="321" y="93"/>
                    <a:pt x="302" y="93"/>
                  </a:cubicBezTo>
                  <a:cubicBezTo>
                    <a:pt x="243" y="93"/>
                    <a:pt x="243" y="93"/>
                    <a:pt x="243" y="93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3" y="15"/>
                    <a:pt x="227" y="0"/>
                    <a:pt x="208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09" y="0"/>
                    <a:pt x="94" y="15"/>
                    <a:pt x="94" y="34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34" y="93"/>
                    <a:pt x="34" y="93"/>
                    <a:pt x="34" y="93"/>
                  </a:cubicBezTo>
                  <a:cubicBezTo>
                    <a:pt x="15" y="93"/>
                    <a:pt x="0" y="109"/>
                    <a:pt x="0" y="12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27"/>
                    <a:pt x="15" y="242"/>
                    <a:pt x="34" y="242"/>
                  </a:cubicBezTo>
                  <a:cubicBezTo>
                    <a:pt x="94" y="242"/>
                    <a:pt x="94" y="242"/>
                    <a:pt x="94" y="242"/>
                  </a:cubicBezTo>
                  <a:cubicBezTo>
                    <a:pt x="94" y="301"/>
                    <a:pt x="94" y="301"/>
                    <a:pt x="94" y="301"/>
                  </a:cubicBezTo>
                  <a:cubicBezTo>
                    <a:pt x="94" y="320"/>
                    <a:pt x="109" y="336"/>
                    <a:pt x="128" y="336"/>
                  </a:cubicBezTo>
                  <a:cubicBezTo>
                    <a:pt x="208" y="336"/>
                    <a:pt x="208" y="336"/>
                    <a:pt x="208" y="336"/>
                  </a:cubicBezTo>
                  <a:cubicBezTo>
                    <a:pt x="227" y="336"/>
                    <a:pt x="243" y="320"/>
                    <a:pt x="243" y="301"/>
                  </a:cubicBezTo>
                  <a:cubicBezTo>
                    <a:pt x="243" y="242"/>
                    <a:pt x="243" y="242"/>
                    <a:pt x="243" y="242"/>
                  </a:cubicBezTo>
                  <a:cubicBezTo>
                    <a:pt x="302" y="242"/>
                    <a:pt x="302" y="242"/>
                    <a:pt x="302" y="242"/>
                  </a:cubicBezTo>
                  <a:cubicBezTo>
                    <a:pt x="321" y="242"/>
                    <a:pt x="336" y="227"/>
                    <a:pt x="336" y="208"/>
                  </a:cubicBezTo>
                  <a:close/>
                  <a:moveTo>
                    <a:pt x="291" y="197"/>
                  </a:moveTo>
                  <a:cubicBezTo>
                    <a:pt x="232" y="197"/>
                    <a:pt x="232" y="197"/>
                    <a:pt x="232" y="197"/>
                  </a:cubicBezTo>
                  <a:cubicBezTo>
                    <a:pt x="213" y="197"/>
                    <a:pt x="198" y="213"/>
                    <a:pt x="198" y="232"/>
                  </a:cubicBezTo>
                  <a:cubicBezTo>
                    <a:pt x="198" y="291"/>
                    <a:pt x="198" y="291"/>
                    <a:pt x="198" y="291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39" y="213"/>
                    <a:pt x="123" y="197"/>
                    <a:pt x="104" y="197"/>
                  </a:cubicBezTo>
                  <a:cubicBezTo>
                    <a:pt x="45" y="197"/>
                    <a:pt x="45" y="197"/>
                    <a:pt x="45" y="197"/>
                  </a:cubicBezTo>
                  <a:cubicBezTo>
                    <a:pt x="45" y="138"/>
                    <a:pt x="45" y="138"/>
                    <a:pt x="45" y="138"/>
                  </a:cubicBezTo>
                  <a:cubicBezTo>
                    <a:pt x="104" y="138"/>
                    <a:pt x="104" y="138"/>
                    <a:pt x="104" y="138"/>
                  </a:cubicBezTo>
                  <a:cubicBezTo>
                    <a:pt x="123" y="138"/>
                    <a:pt x="139" y="123"/>
                    <a:pt x="139" y="104"/>
                  </a:cubicBezTo>
                  <a:cubicBezTo>
                    <a:pt x="139" y="45"/>
                    <a:pt x="139" y="45"/>
                    <a:pt x="139" y="45"/>
                  </a:cubicBezTo>
                  <a:cubicBezTo>
                    <a:pt x="198" y="45"/>
                    <a:pt x="198" y="45"/>
                    <a:pt x="198" y="45"/>
                  </a:cubicBezTo>
                  <a:cubicBezTo>
                    <a:pt x="198" y="104"/>
                    <a:pt x="198" y="104"/>
                    <a:pt x="198" y="104"/>
                  </a:cubicBezTo>
                  <a:cubicBezTo>
                    <a:pt x="198" y="123"/>
                    <a:pt x="213" y="138"/>
                    <a:pt x="232" y="138"/>
                  </a:cubicBezTo>
                  <a:cubicBezTo>
                    <a:pt x="291" y="138"/>
                    <a:pt x="291" y="138"/>
                    <a:pt x="291" y="138"/>
                  </a:cubicBezTo>
                  <a:lnTo>
                    <a:pt x="291" y="197"/>
                  </a:lnTo>
                  <a:close/>
                  <a:moveTo>
                    <a:pt x="291" y="197"/>
                  </a:moveTo>
                  <a:cubicBezTo>
                    <a:pt x="291" y="197"/>
                    <a:pt x="291" y="197"/>
                    <a:pt x="291" y="19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44"/>
            <p:cNvSpPr/>
            <p:nvPr/>
          </p:nvSpPr>
          <p:spPr>
            <a:xfrm>
              <a:off x="3818015" y="4071636"/>
              <a:ext cx="137603" cy="137603"/>
            </a:xfrm>
            <a:custGeom>
              <a:avLst/>
              <a:gdLst/>
              <a:ahLst/>
              <a:cxnLst/>
              <a:rect l="l" t="t" r="r" b="b"/>
              <a:pathLst>
                <a:path w="386" h="386" extrusionOk="0">
                  <a:moveTo>
                    <a:pt x="259" y="0"/>
                  </a:moveTo>
                  <a:cubicBezTo>
                    <a:pt x="225" y="0"/>
                    <a:pt x="193" y="13"/>
                    <a:pt x="169" y="37"/>
                  </a:cubicBezTo>
                  <a:cubicBezTo>
                    <a:pt x="37" y="168"/>
                    <a:pt x="37" y="168"/>
                    <a:pt x="37" y="168"/>
                  </a:cubicBezTo>
                  <a:cubicBezTo>
                    <a:pt x="13" y="192"/>
                    <a:pt x="0" y="224"/>
                    <a:pt x="0" y="259"/>
                  </a:cubicBezTo>
                  <a:cubicBezTo>
                    <a:pt x="0" y="293"/>
                    <a:pt x="13" y="325"/>
                    <a:pt x="37" y="349"/>
                  </a:cubicBezTo>
                  <a:cubicBezTo>
                    <a:pt x="61" y="373"/>
                    <a:pt x="93" y="386"/>
                    <a:pt x="127" y="386"/>
                  </a:cubicBezTo>
                  <a:cubicBezTo>
                    <a:pt x="161" y="386"/>
                    <a:pt x="193" y="373"/>
                    <a:pt x="217" y="349"/>
                  </a:cubicBezTo>
                  <a:cubicBezTo>
                    <a:pt x="234" y="333"/>
                    <a:pt x="234" y="333"/>
                    <a:pt x="234" y="333"/>
                  </a:cubicBezTo>
                  <a:cubicBezTo>
                    <a:pt x="242" y="324"/>
                    <a:pt x="242" y="310"/>
                    <a:pt x="234" y="301"/>
                  </a:cubicBezTo>
                  <a:cubicBezTo>
                    <a:pt x="225" y="292"/>
                    <a:pt x="211" y="292"/>
                    <a:pt x="202" y="301"/>
                  </a:cubicBezTo>
                  <a:cubicBezTo>
                    <a:pt x="186" y="317"/>
                    <a:pt x="186" y="317"/>
                    <a:pt x="186" y="317"/>
                  </a:cubicBezTo>
                  <a:cubicBezTo>
                    <a:pt x="170" y="332"/>
                    <a:pt x="149" y="341"/>
                    <a:pt x="127" y="341"/>
                  </a:cubicBezTo>
                  <a:cubicBezTo>
                    <a:pt x="105" y="341"/>
                    <a:pt x="85" y="332"/>
                    <a:pt x="69" y="317"/>
                  </a:cubicBezTo>
                  <a:cubicBezTo>
                    <a:pt x="53" y="301"/>
                    <a:pt x="45" y="281"/>
                    <a:pt x="45" y="259"/>
                  </a:cubicBezTo>
                  <a:cubicBezTo>
                    <a:pt x="45" y="237"/>
                    <a:pt x="53" y="216"/>
                    <a:pt x="69" y="200"/>
                  </a:cubicBezTo>
                  <a:cubicBezTo>
                    <a:pt x="200" y="69"/>
                    <a:pt x="200" y="69"/>
                    <a:pt x="200" y="69"/>
                  </a:cubicBezTo>
                  <a:cubicBezTo>
                    <a:pt x="216" y="53"/>
                    <a:pt x="237" y="45"/>
                    <a:pt x="259" y="45"/>
                  </a:cubicBezTo>
                  <a:cubicBezTo>
                    <a:pt x="281" y="45"/>
                    <a:pt x="302" y="53"/>
                    <a:pt x="317" y="69"/>
                  </a:cubicBezTo>
                  <a:cubicBezTo>
                    <a:pt x="333" y="84"/>
                    <a:pt x="341" y="105"/>
                    <a:pt x="341" y="127"/>
                  </a:cubicBezTo>
                  <a:cubicBezTo>
                    <a:pt x="341" y="149"/>
                    <a:pt x="333" y="170"/>
                    <a:pt x="317" y="185"/>
                  </a:cubicBezTo>
                  <a:cubicBezTo>
                    <a:pt x="266" y="237"/>
                    <a:pt x="266" y="237"/>
                    <a:pt x="266" y="237"/>
                  </a:cubicBezTo>
                  <a:cubicBezTo>
                    <a:pt x="257" y="246"/>
                    <a:pt x="257" y="260"/>
                    <a:pt x="266" y="269"/>
                  </a:cubicBezTo>
                  <a:cubicBezTo>
                    <a:pt x="275" y="277"/>
                    <a:pt x="289" y="277"/>
                    <a:pt x="298" y="269"/>
                  </a:cubicBezTo>
                  <a:cubicBezTo>
                    <a:pt x="349" y="217"/>
                    <a:pt x="349" y="217"/>
                    <a:pt x="349" y="217"/>
                  </a:cubicBezTo>
                  <a:cubicBezTo>
                    <a:pt x="373" y="193"/>
                    <a:pt x="386" y="161"/>
                    <a:pt x="386" y="127"/>
                  </a:cubicBezTo>
                  <a:cubicBezTo>
                    <a:pt x="386" y="93"/>
                    <a:pt x="373" y="61"/>
                    <a:pt x="349" y="37"/>
                  </a:cubicBezTo>
                  <a:cubicBezTo>
                    <a:pt x="325" y="13"/>
                    <a:pt x="293" y="0"/>
                    <a:pt x="259" y="0"/>
                  </a:cubicBezTo>
                  <a:close/>
                  <a:moveTo>
                    <a:pt x="259" y="0"/>
                  </a:moveTo>
                  <a:cubicBezTo>
                    <a:pt x="259" y="0"/>
                    <a:pt x="259" y="0"/>
                    <a:pt x="259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44"/>
            <p:cNvSpPr/>
            <p:nvPr/>
          </p:nvSpPr>
          <p:spPr>
            <a:xfrm>
              <a:off x="3882539" y="4096590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115" y="115"/>
                  </a:moveTo>
                  <a:cubicBezTo>
                    <a:pt x="128" y="103"/>
                    <a:pt x="135" y="86"/>
                    <a:pt x="135" y="68"/>
                  </a:cubicBezTo>
                  <a:cubicBezTo>
                    <a:pt x="135" y="50"/>
                    <a:pt x="128" y="33"/>
                    <a:pt x="115" y="20"/>
                  </a:cubicBezTo>
                  <a:cubicBezTo>
                    <a:pt x="102" y="7"/>
                    <a:pt x="85" y="0"/>
                    <a:pt x="67" y="0"/>
                  </a:cubicBezTo>
                  <a:cubicBezTo>
                    <a:pt x="49" y="0"/>
                    <a:pt x="32" y="7"/>
                    <a:pt x="19" y="20"/>
                  </a:cubicBezTo>
                  <a:cubicBezTo>
                    <a:pt x="7" y="33"/>
                    <a:pt x="0" y="50"/>
                    <a:pt x="0" y="68"/>
                  </a:cubicBezTo>
                  <a:cubicBezTo>
                    <a:pt x="0" y="86"/>
                    <a:pt x="7" y="103"/>
                    <a:pt x="19" y="115"/>
                  </a:cubicBezTo>
                  <a:cubicBezTo>
                    <a:pt x="32" y="128"/>
                    <a:pt x="49" y="135"/>
                    <a:pt x="67" y="135"/>
                  </a:cubicBezTo>
                  <a:cubicBezTo>
                    <a:pt x="85" y="135"/>
                    <a:pt x="102" y="128"/>
                    <a:pt x="115" y="115"/>
                  </a:cubicBezTo>
                  <a:cubicBezTo>
                    <a:pt x="115" y="115"/>
                    <a:pt x="115" y="115"/>
                    <a:pt x="115" y="115"/>
                  </a:cubicBezTo>
                  <a:close/>
                  <a:moveTo>
                    <a:pt x="83" y="84"/>
                  </a:moveTo>
                  <a:cubicBezTo>
                    <a:pt x="79" y="88"/>
                    <a:pt x="73" y="90"/>
                    <a:pt x="67" y="90"/>
                  </a:cubicBezTo>
                  <a:cubicBezTo>
                    <a:pt x="61" y="90"/>
                    <a:pt x="56" y="88"/>
                    <a:pt x="51" y="84"/>
                  </a:cubicBezTo>
                  <a:cubicBezTo>
                    <a:pt x="47" y="79"/>
                    <a:pt x="45" y="74"/>
                    <a:pt x="45" y="68"/>
                  </a:cubicBezTo>
                  <a:cubicBezTo>
                    <a:pt x="45" y="62"/>
                    <a:pt x="47" y="56"/>
                    <a:pt x="51" y="52"/>
                  </a:cubicBezTo>
                  <a:cubicBezTo>
                    <a:pt x="56" y="47"/>
                    <a:pt x="61" y="45"/>
                    <a:pt x="67" y="45"/>
                  </a:cubicBezTo>
                  <a:cubicBezTo>
                    <a:pt x="73" y="45"/>
                    <a:pt x="79" y="47"/>
                    <a:pt x="83" y="52"/>
                  </a:cubicBezTo>
                  <a:cubicBezTo>
                    <a:pt x="87" y="56"/>
                    <a:pt x="90" y="62"/>
                    <a:pt x="90" y="68"/>
                  </a:cubicBezTo>
                  <a:cubicBezTo>
                    <a:pt x="90" y="74"/>
                    <a:pt x="87" y="79"/>
                    <a:pt x="83" y="84"/>
                  </a:cubicBezTo>
                  <a:close/>
                  <a:moveTo>
                    <a:pt x="83" y="84"/>
                  </a:moveTo>
                  <a:cubicBezTo>
                    <a:pt x="83" y="84"/>
                    <a:pt x="83" y="84"/>
                    <a:pt x="83" y="8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6" name="Google Shape;2056;p44"/>
            <p:cNvSpPr/>
            <p:nvPr/>
          </p:nvSpPr>
          <p:spPr>
            <a:xfrm>
              <a:off x="3844038" y="4135091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49" y="0"/>
                    <a:pt x="32" y="7"/>
                    <a:pt x="19" y="20"/>
                  </a:cubicBezTo>
                  <a:cubicBezTo>
                    <a:pt x="7" y="33"/>
                    <a:pt x="0" y="50"/>
                    <a:pt x="0" y="68"/>
                  </a:cubicBezTo>
                  <a:cubicBezTo>
                    <a:pt x="0" y="86"/>
                    <a:pt x="7" y="103"/>
                    <a:pt x="19" y="116"/>
                  </a:cubicBezTo>
                  <a:cubicBezTo>
                    <a:pt x="32" y="128"/>
                    <a:pt x="49" y="135"/>
                    <a:pt x="67" y="135"/>
                  </a:cubicBezTo>
                  <a:cubicBezTo>
                    <a:pt x="85" y="135"/>
                    <a:pt x="102" y="128"/>
                    <a:pt x="115" y="116"/>
                  </a:cubicBezTo>
                  <a:cubicBezTo>
                    <a:pt x="115" y="116"/>
                    <a:pt x="115" y="116"/>
                    <a:pt x="115" y="116"/>
                  </a:cubicBezTo>
                  <a:cubicBezTo>
                    <a:pt x="127" y="103"/>
                    <a:pt x="135" y="86"/>
                    <a:pt x="135" y="68"/>
                  </a:cubicBezTo>
                  <a:cubicBezTo>
                    <a:pt x="135" y="50"/>
                    <a:pt x="127" y="33"/>
                    <a:pt x="115" y="20"/>
                  </a:cubicBezTo>
                  <a:cubicBezTo>
                    <a:pt x="102" y="7"/>
                    <a:pt x="85" y="0"/>
                    <a:pt x="67" y="0"/>
                  </a:cubicBezTo>
                  <a:close/>
                  <a:moveTo>
                    <a:pt x="83" y="84"/>
                  </a:moveTo>
                  <a:cubicBezTo>
                    <a:pt x="79" y="88"/>
                    <a:pt x="73" y="90"/>
                    <a:pt x="67" y="90"/>
                  </a:cubicBezTo>
                  <a:cubicBezTo>
                    <a:pt x="61" y="90"/>
                    <a:pt x="55" y="88"/>
                    <a:pt x="51" y="84"/>
                  </a:cubicBezTo>
                  <a:cubicBezTo>
                    <a:pt x="47" y="79"/>
                    <a:pt x="45" y="74"/>
                    <a:pt x="45" y="68"/>
                  </a:cubicBezTo>
                  <a:cubicBezTo>
                    <a:pt x="45" y="62"/>
                    <a:pt x="47" y="56"/>
                    <a:pt x="51" y="52"/>
                  </a:cubicBezTo>
                  <a:cubicBezTo>
                    <a:pt x="55" y="48"/>
                    <a:pt x="61" y="45"/>
                    <a:pt x="67" y="45"/>
                  </a:cubicBezTo>
                  <a:cubicBezTo>
                    <a:pt x="73" y="45"/>
                    <a:pt x="79" y="48"/>
                    <a:pt x="83" y="52"/>
                  </a:cubicBezTo>
                  <a:cubicBezTo>
                    <a:pt x="87" y="56"/>
                    <a:pt x="90" y="62"/>
                    <a:pt x="90" y="68"/>
                  </a:cubicBezTo>
                  <a:cubicBezTo>
                    <a:pt x="90" y="74"/>
                    <a:pt x="87" y="79"/>
                    <a:pt x="83" y="84"/>
                  </a:cubicBezTo>
                  <a:close/>
                  <a:moveTo>
                    <a:pt x="83" y="84"/>
                  </a:moveTo>
                  <a:cubicBezTo>
                    <a:pt x="83" y="84"/>
                    <a:pt x="83" y="84"/>
                    <a:pt x="83" y="8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44"/>
            <p:cNvSpPr/>
            <p:nvPr/>
          </p:nvSpPr>
          <p:spPr>
            <a:xfrm>
              <a:off x="3768820" y="4229916"/>
              <a:ext cx="39213" cy="38144"/>
            </a:xfrm>
            <a:custGeom>
              <a:avLst/>
              <a:gdLst/>
              <a:ahLst/>
              <a:cxnLst/>
              <a:rect l="l" t="t" r="r" b="b"/>
              <a:pathLst>
                <a:path w="110" h="107" extrusionOk="0">
                  <a:moveTo>
                    <a:pt x="69" y="9"/>
                  </a:moveTo>
                  <a:cubicBezTo>
                    <a:pt x="9" y="69"/>
                    <a:pt x="9" y="69"/>
                    <a:pt x="9" y="69"/>
                  </a:cubicBezTo>
                  <a:cubicBezTo>
                    <a:pt x="0" y="78"/>
                    <a:pt x="0" y="92"/>
                    <a:pt x="9" y="101"/>
                  </a:cubicBezTo>
                  <a:cubicBezTo>
                    <a:pt x="14" y="105"/>
                    <a:pt x="19" y="107"/>
                    <a:pt x="25" y="107"/>
                  </a:cubicBezTo>
                  <a:cubicBezTo>
                    <a:pt x="31" y="107"/>
                    <a:pt x="37" y="105"/>
                    <a:pt x="41" y="10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10" y="32"/>
                    <a:pt x="110" y="18"/>
                    <a:pt x="101" y="9"/>
                  </a:cubicBezTo>
                  <a:cubicBezTo>
                    <a:pt x="92" y="0"/>
                    <a:pt x="78" y="0"/>
                    <a:pt x="69" y="9"/>
                  </a:cubicBezTo>
                  <a:close/>
                  <a:moveTo>
                    <a:pt x="69" y="9"/>
                  </a:moveTo>
                  <a:cubicBezTo>
                    <a:pt x="69" y="9"/>
                    <a:pt x="69" y="9"/>
                    <a:pt x="69" y="9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44"/>
            <p:cNvSpPr/>
            <p:nvPr/>
          </p:nvSpPr>
          <p:spPr>
            <a:xfrm>
              <a:off x="3825501" y="4229916"/>
              <a:ext cx="39213" cy="38144"/>
            </a:xfrm>
            <a:custGeom>
              <a:avLst/>
              <a:gdLst/>
              <a:ahLst/>
              <a:cxnLst/>
              <a:rect l="l" t="t" r="r" b="b"/>
              <a:pathLst>
                <a:path w="110" h="107" extrusionOk="0">
                  <a:moveTo>
                    <a:pt x="69" y="9"/>
                  </a:moveTo>
                  <a:cubicBezTo>
                    <a:pt x="9" y="69"/>
                    <a:pt x="9" y="69"/>
                    <a:pt x="9" y="69"/>
                  </a:cubicBezTo>
                  <a:cubicBezTo>
                    <a:pt x="0" y="78"/>
                    <a:pt x="0" y="92"/>
                    <a:pt x="9" y="101"/>
                  </a:cubicBezTo>
                  <a:cubicBezTo>
                    <a:pt x="14" y="105"/>
                    <a:pt x="19" y="107"/>
                    <a:pt x="25" y="107"/>
                  </a:cubicBezTo>
                  <a:cubicBezTo>
                    <a:pt x="31" y="107"/>
                    <a:pt x="37" y="105"/>
                    <a:pt x="41" y="101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10" y="32"/>
                    <a:pt x="110" y="18"/>
                    <a:pt x="101" y="9"/>
                  </a:cubicBezTo>
                  <a:cubicBezTo>
                    <a:pt x="92" y="0"/>
                    <a:pt x="78" y="0"/>
                    <a:pt x="69" y="9"/>
                  </a:cubicBezTo>
                  <a:close/>
                  <a:moveTo>
                    <a:pt x="69" y="9"/>
                  </a:moveTo>
                  <a:cubicBezTo>
                    <a:pt x="69" y="9"/>
                    <a:pt x="69" y="9"/>
                    <a:pt x="69" y="9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9" name="Google Shape;2059;p44"/>
          <p:cNvGrpSpPr/>
          <p:nvPr/>
        </p:nvGrpSpPr>
        <p:grpSpPr>
          <a:xfrm>
            <a:off x="3144250" y="3610275"/>
            <a:ext cx="522874" cy="398492"/>
            <a:chOff x="793213" y="2850374"/>
            <a:chExt cx="547741" cy="417444"/>
          </a:xfrm>
        </p:grpSpPr>
        <p:sp>
          <p:nvSpPr>
            <p:cNvPr id="2060" name="Google Shape;2060;p44"/>
            <p:cNvSpPr/>
            <p:nvPr/>
          </p:nvSpPr>
          <p:spPr>
            <a:xfrm>
              <a:off x="1280707" y="3209711"/>
              <a:ext cx="52403" cy="32084"/>
            </a:xfrm>
            <a:custGeom>
              <a:avLst/>
              <a:gdLst/>
              <a:ahLst/>
              <a:cxnLst/>
              <a:rect l="l" t="t" r="r" b="b"/>
              <a:pathLst>
                <a:path w="147" h="90" extrusionOk="0">
                  <a:moveTo>
                    <a:pt x="147" y="11"/>
                  </a:moveTo>
                  <a:cubicBezTo>
                    <a:pt x="147" y="78"/>
                    <a:pt x="147" y="78"/>
                    <a:pt x="147" y="78"/>
                  </a:cubicBezTo>
                  <a:cubicBezTo>
                    <a:pt x="147" y="84"/>
                    <a:pt x="141" y="90"/>
                    <a:pt x="135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1" y="0"/>
                    <a:pt x="147" y="5"/>
                    <a:pt x="147" y="11"/>
                  </a:cubicBezTo>
                  <a:close/>
                  <a:moveTo>
                    <a:pt x="147" y="11"/>
                  </a:moveTo>
                  <a:cubicBezTo>
                    <a:pt x="147" y="11"/>
                    <a:pt x="147" y="11"/>
                    <a:pt x="147" y="11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44"/>
            <p:cNvSpPr/>
            <p:nvPr/>
          </p:nvSpPr>
          <p:spPr>
            <a:xfrm>
              <a:off x="1280707" y="3143405"/>
              <a:ext cx="52403" cy="32084"/>
            </a:xfrm>
            <a:custGeom>
              <a:avLst/>
              <a:gdLst/>
              <a:ahLst/>
              <a:cxnLst/>
              <a:rect l="l" t="t" r="r" b="b"/>
              <a:pathLst>
                <a:path w="147" h="90" extrusionOk="0">
                  <a:moveTo>
                    <a:pt x="147" y="12"/>
                  </a:moveTo>
                  <a:cubicBezTo>
                    <a:pt x="147" y="78"/>
                    <a:pt x="147" y="78"/>
                    <a:pt x="147" y="78"/>
                  </a:cubicBezTo>
                  <a:cubicBezTo>
                    <a:pt x="147" y="85"/>
                    <a:pt x="141" y="90"/>
                    <a:pt x="135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1" y="0"/>
                    <a:pt x="147" y="5"/>
                    <a:pt x="147" y="12"/>
                  </a:cubicBezTo>
                  <a:close/>
                  <a:moveTo>
                    <a:pt x="147" y="12"/>
                  </a:moveTo>
                  <a:cubicBezTo>
                    <a:pt x="147" y="12"/>
                    <a:pt x="147" y="12"/>
                    <a:pt x="147" y="12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44"/>
            <p:cNvSpPr/>
            <p:nvPr/>
          </p:nvSpPr>
          <p:spPr>
            <a:xfrm>
              <a:off x="1280707" y="3077098"/>
              <a:ext cx="52403" cy="32084"/>
            </a:xfrm>
            <a:custGeom>
              <a:avLst/>
              <a:gdLst/>
              <a:ahLst/>
              <a:cxnLst/>
              <a:rect l="l" t="t" r="r" b="b"/>
              <a:pathLst>
                <a:path w="147" h="90" extrusionOk="0">
                  <a:moveTo>
                    <a:pt x="147" y="12"/>
                  </a:moveTo>
                  <a:cubicBezTo>
                    <a:pt x="147" y="79"/>
                    <a:pt x="147" y="79"/>
                    <a:pt x="147" y="79"/>
                  </a:cubicBezTo>
                  <a:cubicBezTo>
                    <a:pt x="147" y="85"/>
                    <a:pt x="141" y="90"/>
                    <a:pt x="135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1" y="0"/>
                    <a:pt x="147" y="6"/>
                    <a:pt x="147" y="12"/>
                  </a:cubicBezTo>
                  <a:close/>
                  <a:moveTo>
                    <a:pt x="147" y="12"/>
                  </a:moveTo>
                  <a:cubicBezTo>
                    <a:pt x="147" y="12"/>
                    <a:pt x="147" y="12"/>
                    <a:pt x="147" y="12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44"/>
            <p:cNvSpPr/>
            <p:nvPr/>
          </p:nvSpPr>
          <p:spPr>
            <a:xfrm>
              <a:off x="1280707" y="3011149"/>
              <a:ext cx="52403" cy="32084"/>
            </a:xfrm>
            <a:custGeom>
              <a:avLst/>
              <a:gdLst/>
              <a:ahLst/>
              <a:cxnLst/>
              <a:rect l="l" t="t" r="r" b="b"/>
              <a:pathLst>
                <a:path w="147" h="90" extrusionOk="0">
                  <a:moveTo>
                    <a:pt x="147" y="11"/>
                  </a:moveTo>
                  <a:cubicBezTo>
                    <a:pt x="147" y="78"/>
                    <a:pt x="147" y="78"/>
                    <a:pt x="147" y="78"/>
                  </a:cubicBezTo>
                  <a:cubicBezTo>
                    <a:pt x="147" y="84"/>
                    <a:pt x="141" y="90"/>
                    <a:pt x="135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1" y="0"/>
                    <a:pt x="147" y="5"/>
                    <a:pt x="147" y="11"/>
                  </a:cubicBezTo>
                  <a:close/>
                  <a:moveTo>
                    <a:pt x="147" y="11"/>
                  </a:moveTo>
                  <a:cubicBezTo>
                    <a:pt x="147" y="11"/>
                    <a:pt x="147" y="11"/>
                    <a:pt x="147" y="11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44"/>
            <p:cNvSpPr/>
            <p:nvPr/>
          </p:nvSpPr>
          <p:spPr>
            <a:xfrm>
              <a:off x="1280707" y="2944842"/>
              <a:ext cx="52403" cy="32084"/>
            </a:xfrm>
            <a:custGeom>
              <a:avLst/>
              <a:gdLst/>
              <a:ahLst/>
              <a:cxnLst/>
              <a:rect l="l" t="t" r="r" b="b"/>
              <a:pathLst>
                <a:path w="147" h="90" extrusionOk="0">
                  <a:moveTo>
                    <a:pt x="147" y="12"/>
                  </a:moveTo>
                  <a:cubicBezTo>
                    <a:pt x="147" y="79"/>
                    <a:pt x="147" y="79"/>
                    <a:pt x="147" y="79"/>
                  </a:cubicBezTo>
                  <a:cubicBezTo>
                    <a:pt x="147" y="85"/>
                    <a:pt x="141" y="90"/>
                    <a:pt x="135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1" y="0"/>
                    <a:pt x="147" y="5"/>
                    <a:pt x="147" y="12"/>
                  </a:cubicBezTo>
                  <a:close/>
                  <a:moveTo>
                    <a:pt x="147" y="12"/>
                  </a:moveTo>
                  <a:cubicBezTo>
                    <a:pt x="147" y="12"/>
                    <a:pt x="147" y="12"/>
                    <a:pt x="147" y="12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44"/>
            <p:cNvSpPr/>
            <p:nvPr/>
          </p:nvSpPr>
          <p:spPr>
            <a:xfrm>
              <a:off x="1280707" y="2878893"/>
              <a:ext cx="52403" cy="31727"/>
            </a:xfrm>
            <a:custGeom>
              <a:avLst/>
              <a:gdLst/>
              <a:ahLst/>
              <a:cxnLst/>
              <a:rect l="l" t="t" r="r" b="b"/>
              <a:pathLst>
                <a:path w="147" h="89" extrusionOk="0">
                  <a:moveTo>
                    <a:pt x="147" y="11"/>
                  </a:moveTo>
                  <a:cubicBezTo>
                    <a:pt x="147" y="78"/>
                    <a:pt x="147" y="78"/>
                    <a:pt x="147" y="78"/>
                  </a:cubicBezTo>
                  <a:cubicBezTo>
                    <a:pt x="147" y="84"/>
                    <a:pt x="141" y="89"/>
                    <a:pt x="135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1" y="0"/>
                    <a:pt x="147" y="5"/>
                    <a:pt x="147" y="11"/>
                  </a:cubicBezTo>
                  <a:close/>
                  <a:moveTo>
                    <a:pt x="147" y="11"/>
                  </a:moveTo>
                  <a:cubicBezTo>
                    <a:pt x="147" y="11"/>
                    <a:pt x="147" y="11"/>
                    <a:pt x="147" y="11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44"/>
            <p:cNvSpPr/>
            <p:nvPr/>
          </p:nvSpPr>
          <p:spPr>
            <a:xfrm>
              <a:off x="801056" y="3209711"/>
              <a:ext cx="45987" cy="32084"/>
            </a:xfrm>
            <a:custGeom>
              <a:avLst/>
              <a:gdLst/>
              <a:ahLst/>
              <a:cxnLst/>
              <a:rect l="l" t="t" r="r" b="b"/>
              <a:pathLst>
                <a:path w="129" h="90" extrusionOk="0">
                  <a:moveTo>
                    <a:pt x="129" y="0"/>
                  </a:moveTo>
                  <a:cubicBezTo>
                    <a:pt x="129" y="90"/>
                    <a:pt x="129" y="90"/>
                    <a:pt x="129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6" y="90"/>
                    <a:pt x="0" y="84"/>
                    <a:pt x="0" y="7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lnTo>
                    <a:pt x="129" y="0"/>
                  </a:lnTo>
                  <a:close/>
                  <a:moveTo>
                    <a:pt x="129" y="0"/>
                  </a:moveTo>
                  <a:cubicBezTo>
                    <a:pt x="129" y="0"/>
                    <a:pt x="129" y="0"/>
                    <a:pt x="12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p44"/>
            <p:cNvSpPr/>
            <p:nvPr/>
          </p:nvSpPr>
          <p:spPr>
            <a:xfrm>
              <a:off x="801056" y="3143405"/>
              <a:ext cx="45987" cy="32084"/>
            </a:xfrm>
            <a:custGeom>
              <a:avLst/>
              <a:gdLst/>
              <a:ahLst/>
              <a:cxnLst/>
              <a:rect l="l" t="t" r="r" b="b"/>
              <a:pathLst>
                <a:path w="129" h="90" extrusionOk="0">
                  <a:moveTo>
                    <a:pt x="129" y="0"/>
                  </a:moveTo>
                  <a:cubicBezTo>
                    <a:pt x="129" y="90"/>
                    <a:pt x="129" y="90"/>
                    <a:pt x="129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6" y="90"/>
                    <a:pt x="0" y="85"/>
                    <a:pt x="0" y="7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lnTo>
                    <a:pt x="129" y="0"/>
                  </a:lnTo>
                  <a:close/>
                  <a:moveTo>
                    <a:pt x="129" y="0"/>
                  </a:moveTo>
                  <a:cubicBezTo>
                    <a:pt x="129" y="0"/>
                    <a:pt x="129" y="0"/>
                    <a:pt x="12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68;p44"/>
            <p:cNvSpPr/>
            <p:nvPr/>
          </p:nvSpPr>
          <p:spPr>
            <a:xfrm>
              <a:off x="801056" y="3077098"/>
              <a:ext cx="45987" cy="32084"/>
            </a:xfrm>
            <a:custGeom>
              <a:avLst/>
              <a:gdLst/>
              <a:ahLst/>
              <a:cxnLst/>
              <a:rect l="l" t="t" r="r" b="b"/>
              <a:pathLst>
                <a:path w="129" h="90" extrusionOk="0">
                  <a:moveTo>
                    <a:pt x="129" y="0"/>
                  </a:moveTo>
                  <a:cubicBezTo>
                    <a:pt x="129" y="90"/>
                    <a:pt x="129" y="90"/>
                    <a:pt x="129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6" y="90"/>
                    <a:pt x="0" y="85"/>
                    <a:pt x="0" y="79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lnTo>
                    <a:pt x="129" y="0"/>
                  </a:lnTo>
                  <a:close/>
                  <a:moveTo>
                    <a:pt x="129" y="0"/>
                  </a:moveTo>
                  <a:cubicBezTo>
                    <a:pt x="129" y="0"/>
                    <a:pt x="129" y="0"/>
                    <a:pt x="12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p44"/>
            <p:cNvSpPr/>
            <p:nvPr/>
          </p:nvSpPr>
          <p:spPr>
            <a:xfrm>
              <a:off x="801056" y="3011149"/>
              <a:ext cx="45987" cy="32084"/>
            </a:xfrm>
            <a:custGeom>
              <a:avLst/>
              <a:gdLst/>
              <a:ahLst/>
              <a:cxnLst/>
              <a:rect l="l" t="t" r="r" b="b"/>
              <a:pathLst>
                <a:path w="129" h="90" extrusionOk="0">
                  <a:moveTo>
                    <a:pt x="129" y="0"/>
                  </a:moveTo>
                  <a:cubicBezTo>
                    <a:pt x="129" y="90"/>
                    <a:pt x="129" y="90"/>
                    <a:pt x="129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6" y="90"/>
                    <a:pt x="0" y="84"/>
                    <a:pt x="0" y="7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lnTo>
                    <a:pt x="129" y="0"/>
                  </a:lnTo>
                  <a:close/>
                  <a:moveTo>
                    <a:pt x="129" y="0"/>
                  </a:moveTo>
                  <a:cubicBezTo>
                    <a:pt x="129" y="0"/>
                    <a:pt x="129" y="0"/>
                    <a:pt x="12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44"/>
            <p:cNvSpPr/>
            <p:nvPr/>
          </p:nvSpPr>
          <p:spPr>
            <a:xfrm>
              <a:off x="801056" y="2944842"/>
              <a:ext cx="45987" cy="32084"/>
            </a:xfrm>
            <a:custGeom>
              <a:avLst/>
              <a:gdLst/>
              <a:ahLst/>
              <a:cxnLst/>
              <a:rect l="l" t="t" r="r" b="b"/>
              <a:pathLst>
                <a:path w="129" h="90" extrusionOk="0">
                  <a:moveTo>
                    <a:pt x="129" y="0"/>
                  </a:moveTo>
                  <a:cubicBezTo>
                    <a:pt x="129" y="90"/>
                    <a:pt x="129" y="90"/>
                    <a:pt x="129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6" y="90"/>
                    <a:pt x="0" y="85"/>
                    <a:pt x="0" y="79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lnTo>
                    <a:pt x="129" y="0"/>
                  </a:lnTo>
                  <a:close/>
                  <a:moveTo>
                    <a:pt x="129" y="0"/>
                  </a:moveTo>
                  <a:cubicBezTo>
                    <a:pt x="129" y="0"/>
                    <a:pt x="129" y="0"/>
                    <a:pt x="12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1" name="Google Shape;2071;p44"/>
            <p:cNvSpPr/>
            <p:nvPr/>
          </p:nvSpPr>
          <p:spPr>
            <a:xfrm>
              <a:off x="801056" y="2878893"/>
              <a:ext cx="45987" cy="31727"/>
            </a:xfrm>
            <a:custGeom>
              <a:avLst/>
              <a:gdLst/>
              <a:ahLst/>
              <a:cxnLst/>
              <a:rect l="l" t="t" r="r" b="b"/>
              <a:pathLst>
                <a:path w="129" h="89" extrusionOk="0">
                  <a:moveTo>
                    <a:pt x="129" y="0"/>
                  </a:moveTo>
                  <a:cubicBezTo>
                    <a:pt x="129" y="89"/>
                    <a:pt x="129" y="89"/>
                    <a:pt x="129" y="89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89"/>
                    <a:pt x="0" y="84"/>
                    <a:pt x="0" y="7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lnTo>
                    <a:pt x="129" y="0"/>
                  </a:lnTo>
                  <a:close/>
                  <a:moveTo>
                    <a:pt x="129" y="0"/>
                  </a:moveTo>
                  <a:cubicBezTo>
                    <a:pt x="129" y="0"/>
                    <a:pt x="129" y="0"/>
                    <a:pt x="12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72;p44"/>
            <p:cNvSpPr/>
            <p:nvPr/>
          </p:nvSpPr>
          <p:spPr>
            <a:xfrm>
              <a:off x="823158" y="2858573"/>
              <a:ext cx="486779" cy="401046"/>
            </a:xfrm>
            <a:custGeom>
              <a:avLst/>
              <a:gdLst/>
              <a:ahLst/>
              <a:cxnLst/>
              <a:rect l="l" t="t" r="r" b="b"/>
              <a:pathLst>
                <a:path w="1365" h="1125" extrusionOk="0">
                  <a:moveTo>
                    <a:pt x="1319" y="0"/>
                  </a:moveTo>
                  <a:cubicBezTo>
                    <a:pt x="980" y="0"/>
                    <a:pt x="980" y="0"/>
                    <a:pt x="980" y="0"/>
                  </a:cubicBezTo>
                  <a:cubicBezTo>
                    <a:pt x="968" y="0"/>
                    <a:pt x="958" y="9"/>
                    <a:pt x="958" y="22"/>
                  </a:cubicBezTo>
                  <a:cubicBezTo>
                    <a:pt x="958" y="202"/>
                    <a:pt x="958" y="202"/>
                    <a:pt x="958" y="202"/>
                  </a:cubicBezTo>
                  <a:cubicBezTo>
                    <a:pt x="407" y="202"/>
                    <a:pt x="407" y="202"/>
                    <a:pt x="407" y="202"/>
                  </a:cubicBezTo>
                  <a:cubicBezTo>
                    <a:pt x="407" y="22"/>
                    <a:pt x="407" y="22"/>
                    <a:pt x="407" y="22"/>
                  </a:cubicBezTo>
                  <a:cubicBezTo>
                    <a:pt x="407" y="9"/>
                    <a:pt x="397" y="0"/>
                    <a:pt x="385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1" y="0"/>
                    <a:pt x="0" y="20"/>
                    <a:pt x="0" y="46"/>
                  </a:cubicBezTo>
                  <a:cubicBezTo>
                    <a:pt x="0" y="1079"/>
                    <a:pt x="0" y="1079"/>
                    <a:pt x="0" y="1079"/>
                  </a:cubicBezTo>
                  <a:cubicBezTo>
                    <a:pt x="0" y="1105"/>
                    <a:pt x="21" y="1125"/>
                    <a:pt x="46" y="1125"/>
                  </a:cubicBezTo>
                  <a:cubicBezTo>
                    <a:pt x="385" y="1125"/>
                    <a:pt x="385" y="1125"/>
                    <a:pt x="385" y="1125"/>
                  </a:cubicBezTo>
                  <a:cubicBezTo>
                    <a:pt x="397" y="1125"/>
                    <a:pt x="407" y="1116"/>
                    <a:pt x="407" y="1103"/>
                  </a:cubicBezTo>
                  <a:cubicBezTo>
                    <a:pt x="407" y="1000"/>
                    <a:pt x="407" y="1000"/>
                    <a:pt x="407" y="1000"/>
                  </a:cubicBezTo>
                  <a:cubicBezTo>
                    <a:pt x="958" y="1000"/>
                    <a:pt x="958" y="1000"/>
                    <a:pt x="958" y="1000"/>
                  </a:cubicBezTo>
                  <a:cubicBezTo>
                    <a:pt x="958" y="1103"/>
                    <a:pt x="958" y="1103"/>
                    <a:pt x="958" y="1103"/>
                  </a:cubicBezTo>
                  <a:cubicBezTo>
                    <a:pt x="958" y="1116"/>
                    <a:pt x="968" y="1125"/>
                    <a:pt x="980" y="1125"/>
                  </a:cubicBezTo>
                  <a:cubicBezTo>
                    <a:pt x="1319" y="1125"/>
                    <a:pt x="1319" y="1125"/>
                    <a:pt x="1319" y="1125"/>
                  </a:cubicBezTo>
                  <a:cubicBezTo>
                    <a:pt x="1344" y="1125"/>
                    <a:pt x="1365" y="1105"/>
                    <a:pt x="1365" y="1079"/>
                  </a:cubicBezTo>
                  <a:cubicBezTo>
                    <a:pt x="1365" y="46"/>
                    <a:pt x="1365" y="46"/>
                    <a:pt x="1365" y="46"/>
                  </a:cubicBezTo>
                  <a:cubicBezTo>
                    <a:pt x="1365" y="20"/>
                    <a:pt x="1344" y="0"/>
                    <a:pt x="1319" y="0"/>
                  </a:cubicBezTo>
                  <a:close/>
                  <a:moveTo>
                    <a:pt x="1319" y="0"/>
                  </a:moveTo>
                  <a:cubicBezTo>
                    <a:pt x="1319" y="0"/>
                    <a:pt x="1319" y="0"/>
                    <a:pt x="1319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44"/>
            <p:cNvSpPr/>
            <p:nvPr/>
          </p:nvSpPr>
          <p:spPr>
            <a:xfrm>
              <a:off x="968604" y="2869267"/>
              <a:ext cx="196602" cy="378587"/>
            </a:xfrm>
            <a:custGeom>
              <a:avLst/>
              <a:gdLst/>
              <a:ahLst/>
              <a:cxnLst/>
              <a:rect l="l" t="t" r="r" b="b"/>
              <a:pathLst>
                <a:path w="551" h="1062" extrusionOk="0">
                  <a:moveTo>
                    <a:pt x="523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3" y="0"/>
                    <a:pt x="0" y="12"/>
                    <a:pt x="0" y="28"/>
                  </a:cubicBezTo>
                  <a:cubicBezTo>
                    <a:pt x="0" y="1030"/>
                    <a:pt x="0" y="1030"/>
                    <a:pt x="0" y="1030"/>
                  </a:cubicBezTo>
                  <a:cubicBezTo>
                    <a:pt x="0" y="1048"/>
                    <a:pt x="15" y="1062"/>
                    <a:pt x="33" y="1062"/>
                  </a:cubicBezTo>
                  <a:cubicBezTo>
                    <a:pt x="519" y="1062"/>
                    <a:pt x="519" y="1062"/>
                    <a:pt x="519" y="1062"/>
                  </a:cubicBezTo>
                  <a:cubicBezTo>
                    <a:pt x="537" y="1062"/>
                    <a:pt x="551" y="1048"/>
                    <a:pt x="551" y="1030"/>
                  </a:cubicBezTo>
                  <a:cubicBezTo>
                    <a:pt x="551" y="28"/>
                    <a:pt x="551" y="28"/>
                    <a:pt x="551" y="28"/>
                  </a:cubicBezTo>
                  <a:cubicBezTo>
                    <a:pt x="551" y="12"/>
                    <a:pt x="539" y="0"/>
                    <a:pt x="523" y="0"/>
                  </a:cubicBezTo>
                  <a:close/>
                  <a:moveTo>
                    <a:pt x="523" y="0"/>
                  </a:moveTo>
                  <a:cubicBezTo>
                    <a:pt x="523" y="0"/>
                    <a:pt x="523" y="0"/>
                    <a:pt x="523" y="0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44"/>
            <p:cNvSpPr/>
            <p:nvPr/>
          </p:nvSpPr>
          <p:spPr>
            <a:xfrm>
              <a:off x="921904" y="2930939"/>
              <a:ext cx="283941" cy="284119"/>
            </a:xfrm>
            <a:custGeom>
              <a:avLst/>
              <a:gdLst/>
              <a:ahLst/>
              <a:cxnLst/>
              <a:rect l="l" t="t" r="r" b="b"/>
              <a:pathLst>
                <a:path w="796" h="797" extrusionOk="0">
                  <a:moveTo>
                    <a:pt x="673" y="111"/>
                  </a:moveTo>
                  <a:cubicBezTo>
                    <a:pt x="749" y="183"/>
                    <a:pt x="796" y="285"/>
                    <a:pt x="796" y="398"/>
                  </a:cubicBezTo>
                  <a:cubicBezTo>
                    <a:pt x="796" y="511"/>
                    <a:pt x="749" y="614"/>
                    <a:pt x="673" y="686"/>
                  </a:cubicBezTo>
                  <a:cubicBezTo>
                    <a:pt x="602" y="755"/>
                    <a:pt x="505" y="797"/>
                    <a:pt x="398" y="797"/>
                  </a:cubicBezTo>
                  <a:cubicBezTo>
                    <a:pt x="291" y="797"/>
                    <a:pt x="194" y="755"/>
                    <a:pt x="123" y="686"/>
                  </a:cubicBezTo>
                  <a:cubicBezTo>
                    <a:pt x="47" y="614"/>
                    <a:pt x="0" y="511"/>
                    <a:pt x="0" y="398"/>
                  </a:cubicBezTo>
                  <a:cubicBezTo>
                    <a:pt x="0" y="285"/>
                    <a:pt x="47" y="183"/>
                    <a:pt x="123" y="111"/>
                  </a:cubicBezTo>
                  <a:cubicBezTo>
                    <a:pt x="194" y="42"/>
                    <a:pt x="291" y="0"/>
                    <a:pt x="398" y="0"/>
                  </a:cubicBezTo>
                  <a:cubicBezTo>
                    <a:pt x="505" y="0"/>
                    <a:pt x="602" y="42"/>
                    <a:pt x="673" y="111"/>
                  </a:cubicBezTo>
                  <a:close/>
                  <a:moveTo>
                    <a:pt x="673" y="111"/>
                  </a:moveTo>
                  <a:cubicBezTo>
                    <a:pt x="673" y="111"/>
                    <a:pt x="673" y="111"/>
                    <a:pt x="673" y="111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44"/>
            <p:cNvSpPr/>
            <p:nvPr/>
          </p:nvSpPr>
          <p:spPr>
            <a:xfrm>
              <a:off x="856668" y="3151960"/>
              <a:ext cx="79140" cy="79140"/>
            </a:xfrm>
            <a:custGeom>
              <a:avLst/>
              <a:gdLst/>
              <a:ahLst/>
              <a:cxnLst/>
              <a:rect l="l" t="t" r="r" b="b"/>
              <a:pathLst>
                <a:path w="222" h="222" extrusionOk="0">
                  <a:moveTo>
                    <a:pt x="222" y="111"/>
                  </a:moveTo>
                  <a:cubicBezTo>
                    <a:pt x="222" y="172"/>
                    <a:pt x="172" y="222"/>
                    <a:pt x="111" y="222"/>
                  </a:cubicBezTo>
                  <a:cubicBezTo>
                    <a:pt x="50" y="222"/>
                    <a:pt x="0" y="172"/>
                    <a:pt x="0" y="111"/>
                  </a:cubicBezTo>
                  <a:cubicBezTo>
                    <a:pt x="0" y="50"/>
                    <a:pt x="50" y="0"/>
                    <a:pt x="111" y="0"/>
                  </a:cubicBezTo>
                  <a:cubicBezTo>
                    <a:pt x="172" y="0"/>
                    <a:pt x="222" y="50"/>
                    <a:pt x="222" y="111"/>
                  </a:cubicBezTo>
                  <a:close/>
                  <a:moveTo>
                    <a:pt x="222" y="111"/>
                  </a:moveTo>
                  <a:cubicBezTo>
                    <a:pt x="222" y="111"/>
                    <a:pt x="222" y="111"/>
                    <a:pt x="222" y="111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44"/>
            <p:cNvSpPr/>
            <p:nvPr/>
          </p:nvSpPr>
          <p:spPr>
            <a:xfrm>
              <a:off x="856668" y="3083515"/>
              <a:ext cx="38500" cy="38500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8" y="54"/>
                  </a:moveTo>
                  <a:cubicBezTo>
                    <a:pt x="108" y="84"/>
                    <a:pt x="84" y="108"/>
                    <a:pt x="54" y="108"/>
                  </a:cubicBezTo>
                  <a:cubicBezTo>
                    <a:pt x="24" y="108"/>
                    <a:pt x="0" y="84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lose/>
                  <a:moveTo>
                    <a:pt x="108" y="54"/>
                  </a:moveTo>
                  <a:cubicBezTo>
                    <a:pt x="108" y="54"/>
                    <a:pt x="108" y="54"/>
                    <a:pt x="108" y="54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44"/>
            <p:cNvSpPr/>
            <p:nvPr/>
          </p:nvSpPr>
          <p:spPr>
            <a:xfrm>
              <a:off x="1198359" y="3151960"/>
              <a:ext cx="79140" cy="79140"/>
            </a:xfrm>
            <a:custGeom>
              <a:avLst/>
              <a:gdLst/>
              <a:ahLst/>
              <a:cxnLst/>
              <a:rect l="l" t="t" r="r" b="b"/>
              <a:pathLst>
                <a:path w="222" h="222" extrusionOk="0">
                  <a:moveTo>
                    <a:pt x="222" y="111"/>
                  </a:moveTo>
                  <a:cubicBezTo>
                    <a:pt x="222" y="172"/>
                    <a:pt x="172" y="222"/>
                    <a:pt x="111" y="222"/>
                  </a:cubicBezTo>
                  <a:cubicBezTo>
                    <a:pt x="50" y="222"/>
                    <a:pt x="0" y="172"/>
                    <a:pt x="0" y="111"/>
                  </a:cubicBezTo>
                  <a:cubicBezTo>
                    <a:pt x="0" y="50"/>
                    <a:pt x="50" y="0"/>
                    <a:pt x="111" y="0"/>
                  </a:cubicBezTo>
                  <a:cubicBezTo>
                    <a:pt x="172" y="0"/>
                    <a:pt x="222" y="50"/>
                    <a:pt x="222" y="111"/>
                  </a:cubicBezTo>
                  <a:close/>
                  <a:moveTo>
                    <a:pt x="222" y="111"/>
                  </a:moveTo>
                  <a:cubicBezTo>
                    <a:pt x="222" y="111"/>
                    <a:pt x="222" y="111"/>
                    <a:pt x="222" y="111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44"/>
            <p:cNvSpPr/>
            <p:nvPr/>
          </p:nvSpPr>
          <p:spPr>
            <a:xfrm>
              <a:off x="1008174" y="2998315"/>
              <a:ext cx="117818" cy="28875"/>
            </a:xfrm>
            <a:custGeom>
              <a:avLst/>
              <a:gdLst/>
              <a:ahLst/>
              <a:cxnLst/>
              <a:rect l="l" t="t" r="r" b="b"/>
              <a:pathLst>
                <a:path w="330" h="81" extrusionOk="0">
                  <a:moveTo>
                    <a:pt x="330" y="15"/>
                  </a:moveTo>
                  <a:cubicBezTo>
                    <a:pt x="330" y="66"/>
                    <a:pt x="330" y="66"/>
                    <a:pt x="330" y="66"/>
                  </a:cubicBezTo>
                  <a:cubicBezTo>
                    <a:pt x="330" y="74"/>
                    <a:pt x="323" y="81"/>
                    <a:pt x="314" y="81"/>
                  </a:cubicBezTo>
                  <a:cubicBezTo>
                    <a:pt x="15" y="81"/>
                    <a:pt x="15" y="81"/>
                    <a:pt x="15" y="81"/>
                  </a:cubicBezTo>
                  <a:cubicBezTo>
                    <a:pt x="7" y="81"/>
                    <a:pt x="0" y="74"/>
                    <a:pt x="0" y="6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314" y="0"/>
                    <a:pt x="314" y="0"/>
                    <a:pt x="314" y="0"/>
                  </a:cubicBezTo>
                  <a:cubicBezTo>
                    <a:pt x="323" y="0"/>
                    <a:pt x="330" y="7"/>
                    <a:pt x="330" y="15"/>
                  </a:cubicBezTo>
                  <a:close/>
                  <a:moveTo>
                    <a:pt x="330" y="15"/>
                  </a:moveTo>
                  <a:cubicBezTo>
                    <a:pt x="330" y="15"/>
                    <a:pt x="330" y="15"/>
                    <a:pt x="330" y="1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44"/>
            <p:cNvSpPr/>
            <p:nvPr/>
          </p:nvSpPr>
          <p:spPr>
            <a:xfrm>
              <a:off x="998549" y="3118807"/>
              <a:ext cx="137069" cy="35292"/>
            </a:xfrm>
            <a:custGeom>
              <a:avLst/>
              <a:gdLst/>
              <a:ahLst/>
              <a:cxnLst/>
              <a:rect l="l" t="t" r="r" b="b"/>
              <a:pathLst>
                <a:path w="384" h="99" extrusionOk="0">
                  <a:moveTo>
                    <a:pt x="384" y="15"/>
                  </a:moveTo>
                  <a:cubicBezTo>
                    <a:pt x="384" y="84"/>
                    <a:pt x="384" y="84"/>
                    <a:pt x="384" y="84"/>
                  </a:cubicBezTo>
                  <a:cubicBezTo>
                    <a:pt x="384" y="92"/>
                    <a:pt x="377" y="99"/>
                    <a:pt x="368" y="99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7" y="99"/>
                    <a:pt x="0" y="92"/>
                    <a:pt x="0" y="8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77" y="0"/>
                    <a:pt x="384" y="7"/>
                    <a:pt x="384" y="15"/>
                  </a:cubicBezTo>
                  <a:close/>
                  <a:moveTo>
                    <a:pt x="384" y="15"/>
                  </a:moveTo>
                  <a:cubicBezTo>
                    <a:pt x="384" y="15"/>
                    <a:pt x="384" y="15"/>
                    <a:pt x="384" y="1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44"/>
            <p:cNvSpPr/>
            <p:nvPr/>
          </p:nvSpPr>
          <p:spPr>
            <a:xfrm>
              <a:off x="848825" y="3144118"/>
              <a:ext cx="94825" cy="94825"/>
            </a:xfrm>
            <a:custGeom>
              <a:avLst/>
              <a:gdLst/>
              <a:ahLst/>
              <a:cxnLst/>
              <a:rect l="l" t="t" r="r" b="b"/>
              <a:pathLst>
                <a:path w="266" h="266" extrusionOk="0">
                  <a:moveTo>
                    <a:pt x="133" y="0"/>
                  </a:moveTo>
                  <a:cubicBezTo>
                    <a:pt x="59" y="0"/>
                    <a:pt x="0" y="59"/>
                    <a:pt x="0" y="133"/>
                  </a:cubicBezTo>
                  <a:cubicBezTo>
                    <a:pt x="0" y="206"/>
                    <a:pt x="59" y="266"/>
                    <a:pt x="133" y="266"/>
                  </a:cubicBezTo>
                  <a:cubicBezTo>
                    <a:pt x="206" y="266"/>
                    <a:pt x="266" y="206"/>
                    <a:pt x="266" y="133"/>
                  </a:cubicBezTo>
                  <a:cubicBezTo>
                    <a:pt x="266" y="59"/>
                    <a:pt x="206" y="0"/>
                    <a:pt x="133" y="0"/>
                  </a:cubicBezTo>
                  <a:close/>
                  <a:moveTo>
                    <a:pt x="133" y="221"/>
                  </a:moveTo>
                  <a:cubicBezTo>
                    <a:pt x="84" y="221"/>
                    <a:pt x="45" y="182"/>
                    <a:pt x="45" y="133"/>
                  </a:cubicBezTo>
                  <a:cubicBezTo>
                    <a:pt x="45" y="84"/>
                    <a:pt x="84" y="44"/>
                    <a:pt x="133" y="44"/>
                  </a:cubicBezTo>
                  <a:cubicBezTo>
                    <a:pt x="182" y="44"/>
                    <a:pt x="221" y="84"/>
                    <a:pt x="221" y="133"/>
                  </a:cubicBezTo>
                  <a:cubicBezTo>
                    <a:pt x="221" y="182"/>
                    <a:pt x="182" y="221"/>
                    <a:pt x="133" y="221"/>
                  </a:cubicBezTo>
                  <a:close/>
                  <a:moveTo>
                    <a:pt x="133" y="221"/>
                  </a:moveTo>
                  <a:cubicBezTo>
                    <a:pt x="133" y="221"/>
                    <a:pt x="133" y="221"/>
                    <a:pt x="133" y="221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44"/>
            <p:cNvSpPr/>
            <p:nvPr/>
          </p:nvSpPr>
          <p:spPr>
            <a:xfrm>
              <a:off x="848825" y="3075672"/>
              <a:ext cx="54186" cy="54542"/>
            </a:xfrm>
            <a:custGeom>
              <a:avLst/>
              <a:gdLst/>
              <a:ahLst/>
              <a:cxnLst/>
              <a:rect l="l" t="t" r="r" b="b"/>
              <a:pathLst>
                <a:path w="152" h="153" extrusionOk="0">
                  <a:moveTo>
                    <a:pt x="76" y="153"/>
                  </a:moveTo>
                  <a:cubicBezTo>
                    <a:pt x="118" y="153"/>
                    <a:pt x="152" y="118"/>
                    <a:pt x="152" y="76"/>
                  </a:cubicBezTo>
                  <a:cubicBezTo>
                    <a:pt x="152" y="34"/>
                    <a:pt x="118" y="0"/>
                    <a:pt x="76" y="0"/>
                  </a:cubicBezTo>
                  <a:cubicBezTo>
                    <a:pt x="34" y="0"/>
                    <a:pt x="0" y="34"/>
                    <a:pt x="0" y="76"/>
                  </a:cubicBezTo>
                  <a:cubicBezTo>
                    <a:pt x="0" y="118"/>
                    <a:pt x="34" y="153"/>
                    <a:pt x="76" y="153"/>
                  </a:cubicBezTo>
                  <a:close/>
                  <a:moveTo>
                    <a:pt x="76" y="45"/>
                  </a:moveTo>
                  <a:cubicBezTo>
                    <a:pt x="93" y="45"/>
                    <a:pt x="107" y="59"/>
                    <a:pt x="107" y="76"/>
                  </a:cubicBezTo>
                  <a:cubicBezTo>
                    <a:pt x="107" y="94"/>
                    <a:pt x="93" y="108"/>
                    <a:pt x="76" y="108"/>
                  </a:cubicBezTo>
                  <a:cubicBezTo>
                    <a:pt x="59" y="108"/>
                    <a:pt x="45" y="94"/>
                    <a:pt x="45" y="76"/>
                  </a:cubicBezTo>
                  <a:cubicBezTo>
                    <a:pt x="45" y="59"/>
                    <a:pt x="59" y="45"/>
                    <a:pt x="76" y="45"/>
                  </a:cubicBezTo>
                  <a:close/>
                  <a:moveTo>
                    <a:pt x="76" y="45"/>
                  </a:moveTo>
                  <a:cubicBezTo>
                    <a:pt x="76" y="45"/>
                    <a:pt x="76" y="45"/>
                    <a:pt x="76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44"/>
            <p:cNvSpPr/>
            <p:nvPr/>
          </p:nvSpPr>
          <p:spPr>
            <a:xfrm>
              <a:off x="1190516" y="3144118"/>
              <a:ext cx="94825" cy="94825"/>
            </a:xfrm>
            <a:custGeom>
              <a:avLst/>
              <a:gdLst/>
              <a:ahLst/>
              <a:cxnLst/>
              <a:rect l="l" t="t" r="r" b="b"/>
              <a:pathLst>
                <a:path w="266" h="266" extrusionOk="0">
                  <a:moveTo>
                    <a:pt x="133" y="0"/>
                  </a:moveTo>
                  <a:cubicBezTo>
                    <a:pt x="60" y="0"/>
                    <a:pt x="0" y="59"/>
                    <a:pt x="0" y="133"/>
                  </a:cubicBezTo>
                  <a:cubicBezTo>
                    <a:pt x="0" y="206"/>
                    <a:pt x="60" y="266"/>
                    <a:pt x="133" y="266"/>
                  </a:cubicBezTo>
                  <a:cubicBezTo>
                    <a:pt x="206" y="266"/>
                    <a:pt x="266" y="206"/>
                    <a:pt x="266" y="133"/>
                  </a:cubicBezTo>
                  <a:cubicBezTo>
                    <a:pt x="266" y="59"/>
                    <a:pt x="206" y="0"/>
                    <a:pt x="133" y="0"/>
                  </a:cubicBezTo>
                  <a:close/>
                  <a:moveTo>
                    <a:pt x="133" y="221"/>
                  </a:moveTo>
                  <a:cubicBezTo>
                    <a:pt x="84" y="221"/>
                    <a:pt x="45" y="182"/>
                    <a:pt x="45" y="133"/>
                  </a:cubicBezTo>
                  <a:cubicBezTo>
                    <a:pt x="45" y="84"/>
                    <a:pt x="84" y="44"/>
                    <a:pt x="133" y="44"/>
                  </a:cubicBezTo>
                  <a:cubicBezTo>
                    <a:pt x="182" y="44"/>
                    <a:pt x="221" y="84"/>
                    <a:pt x="221" y="133"/>
                  </a:cubicBezTo>
                  <a:cubicBezTo>
                    <a:pt x="221" y="182"/>
                    <a:pt x="182" y="221"/>
                    <a:pt x="133" y="221"/>
                  </a:cubicBezTo>
                  <a:close/>
                  <a:moveTo>
                    <a:pt x="133" y="221"/>
                  </a:moveTo>
                  <a:cubicBezTo>
                    <a:pt x="133" y="221"/>
                    <a:pt x="133" y="221"/>
                    <a:pt x="133" y="221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44"/>
            <p:cNvSpPr/>
            <p:nvPr/>
          </p:nvSpPr>
          <p:spPr>
            <a:xfrm>
              <a:off x="793213" y="2850374"/>
              <a:ext cx="547741" cy="417444"/>
            </a:xfrm>
            <a:custGeom>
              <a:avLst/>
              <a:gdLst/>
              <a:ahLst/>
              <a:cxnLst/>
              <a:rect l="l" t="t" r="r" b="b"/>
              <a:pathLst>
                <a:path w="1536" h="1171" extrusionOk="0">
                  <a:moveTo>
                    <a:pt x="1502" y="192"/>
                  </a:moveTo>
                  <a:cubicBezTo>
                    <a:pt x="1521" y="192"/>
                    <a:pt x="1536" y="177"/>
                    <a:pt x="1536" y="158"/>
                  </a:cubicBezTo>
                  <a:cubicBezTo>
                    <a:pt x="1536" y="91"/>
                    <a:pt x="1536" y="91"/>
                    <a:pt x="1536" y="91"/>
                  </a:cubicBezTo>
                  <a:cubicBezTo>
                    <a:pt x="1536" y="72"/>
                    <a:pt x="1521" y="57"/>
                    <a:pt x="1502" y="57"/>
                  </a:cubicBezTo>
                  <a:cubicBezTo>
                    <a:pt x="1472" y="57"/>
                    <a:pt x="1472" y="57"/>
                    <a:pt x="1472" y="57"/>
                  </a:cubicBezTo>
                  <a:cubicBezTo>
                    <a:pt x="1466" y="25"/>
                    <a:pt x="1438" y="0"/>
                    <a:pt x="1404" y="0"/>
                  </a:cubicBezTo>
                  <a:cubicBezTo>
                    <a:pt x="1065" y="0"/>
                    <a:pt x="1065" y="0"/>
                    <a:pt x="1065" y="0"/>
                  </a:cubicBezTo>
                  <a:cubicBezTo>
                    <a:pt x="1046" y="0"/>
                    <a:pt x="1029" y="13"/>
                    <a:pt x="1023" y="31"/>
                  </a:cubicBezTo>
                  <a:cubicBezTo>
                    <a:pt x="1021" y="30"/>
                    <a:pt x="1018" y="30"/>
                    <a:pt x="1015" y="30"/>
                  </a:cubicBezTo>
                  <a:cubicBezTo>
                    <a:pt x="521" y="30"/>
                    <a:pt x="521" y="30"/>
                    <a:pt x="521" y="30"/>
                  </a:cubicBezTo>
                  <a:cubicBezTo>
                    <a:pt x="518" y="30"/>
                    <a:pt x="515" y="30"/>
                    <a:pt x="513" y="31"/>
                  </a:cubicBezTo>
                  <a:cubicBezTo>
                    <a:pt x="507" y="13"/>
                    <a:pt x="490" y="0"/>
                    <a:pt x="470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98" y="0"/>
                    <a:pt x="70" y="25"/>
                    <a:pt x="64" y="57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15" y="57"/>
                    <a:pt x="0" y="72"/>
                    <a:pt x="0" y="91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7"/>
                    <a:pt x="15" y="192"/>
                    <a:pt x="34" y="192"/>
                  </a:cubicBezTo>
                  <a:cubicBezTo>
                    <a:pt x="63" y="192"/>
                    <a:pt x="63" y="192"/>
                    <a:pt x="63" y="192"/>
                  </a:cubicBezTo>
                  <a:cubicBezTo>
                    <a:pt x="63" y="243"/>
                    <a:pt x="63" y="243"/>
                    <a:pt x="63" y="243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15" y="243"/>
                    <a:pt x="0" y="258"/>
                    <a:pt x="0" y="277"/>
                  </a:cubicBezTo>
                  <a:cubicBezTo>
                    <a:pt x="0" y="344"/>
                    <a:pt x="0" y="344"/>
                    <a:pt x="0" y="344"/>
                  </a:cubicBezTo>
                  <a:cubicBezTo>
                    <a:pt x="0" y="362"/>
                    <a:pt x="15" y="377"/>
                    <a:pt x="34" y="377"/>
                  </a:cubicBezTo>
                  <a:cubicBezTo>
                    <a:pt x="63" y="377"/>
                    <a:pt x="63" y="377"/>
                    <a:pt x="63" y="377"/>
                  </a:cubicBezTo>
                  <a:cubicBezTo>
                    <a:pt x="63" y="428"/>
                    <a:pt x="63" y="428"/>
                    <a:pt x="63" y="428"/>
                  </a:cubicBezTo>
                  <a:cubicBezTo>
                    <a:pt x="34" y="428"/>
                    <a:pt x="34" y="428"/>
                    <a:pt x="34" y="428"/>
                  </a:cubicBezTo>
                  <a:cubicBezTo>
                    <a:pt x="15" y="428"/>
                    <a:pt x="0" y="444"/>
                    <a:pt x="0" y="462"/>
                  </a:cubicBezTo>
                  <a:cubicBezTo>
                    <a:pt x="0" y="529"/>
                    <a:pt x="0" y="529"/>
                    <a:pt x="0" y="529"/>
                  </a:cubicBezTo>
                  <a:cubicBezTo>
                    <a:pt x="0" y="548"/>
                    <a:pt x="15" y="563"/>
                    <a:pt x="34" y="563"/>
                  </a:cubicBezTo>
                  <a:cubicBezTo>
                    <a:pt x="63" y="563"/>
                    <a:pt x="63" y="563"/>
                    <a:pt x="63" y="563"/>
                  </a:cubicBezTo>
                  <a:cubicBezTo>
                    <a:pt x="63" y="614"/>
                    <a:pt x="63" y="614"/>
                    <a:pt x="63" y="614"/>
                  </a:cubicBezTo>
                  <a:cubicBezTo>
                    <a:pt x="34" y="614"/>
                    <a:pt x="34" y="614"/>
                    <a:pt x="34" y="614"/>
                  </a:cubicBezTo>
                  <a:cubicBezTo>
                    <a:pt x="15" y="614"/>
                    <a:pt x="0" y="629"/>
                    <a:pt x="0" y="648"/>
                  </a:cubicBezTo>
                  <a:cubicBezTo>
                    <a:pt x="0" y="715"/>
                    <a:pt x="0" y="715"/>
                    <a:pt x="0" y="715"/>
                  </a:cubicBezTo>
                  <a:cubicBezTo>
                    <a:pt x="0" y="733"/>
                    <a:pt x="15" y="749"/>
                    <a:pt x="34" y="749"/>
                  </a:cubicBezTo>
                  <a:cubicBezTo>
                    <a:pt x="63" y="749"/>
                    <a:pt x="63" y="749"/>
                    <a:pt x="63" y="749"/>
                  </a:cubicBezTo>
                  <a:cubicBezTo>
                    <a:pt x="63" y="800"/>
                    <a:pt x="63" y="800"/>
                    <a:pt x="63" y="800"/>
                  </a:cubicBezTo>
                  <a:cubicBezTo>
                    <a:pt x="34" y="800"/>
                    <a:pt x="34" y="800"/>
                    <a:pt x="34" y="800"/>
                  </a:cubicBezTo>
                  <a:cubicBezTo>
                    <a:pt x="15" y="800"/>
                    <a:pt x="0" y="815"/>
                    <a:pt x="0" y="834"/>
                  </a:cubicBezTo>
                  <a:cubicBezTo>
                    <a:pt x="0" y="900"/>
                    <a:pt x="0" y="900"/>
                    <a:pt x="0" y="900"/>
                  </a:cubicBezTo>
                  <a:cubicBezTo>
                    <a:pt x="0" y="919"/>
                    <a:pt x="15" y="934"/>
                    <a:pt x="34" y="934"/>
                  </a:cubicBezTo>
                  <a:cubicBezTo>
                    <a:pt x="63" y="934"/>
                    <a:pt x="63" y="934"/>
                    <a:pt x="63" y="934"/>
                  </a:cubicBezTo>
                  <a:cubicBezTo>
                    <a:pt x="63" y="985"/>
                    <a:pt x="63" y="985"/>
                    <a:pt x="63" y="985"/>
                  </a:cubicBezTo>
                  <a:cubicBezTo>
                    <a:pt x="34" y="985"/>
                    <a:pt x="34" y="985"/>
                    <a:pt x="34" y="985"/>
                  </a:cubicBezTo>
                  <a:cubicBezTo>
                    <a:pt x="15" y="985"/>
                    <a:pt x="0" y="1000"/>
                    <a:pt x="0" y="1019"/>
                  </a:cubicBezTo>
                  <a:cubicBezTo>
                    <a:pt x="0" y="1086"/>
                    <a:pt x="0" y="1086"/>
                    <a:pt x="0" y="1086"/>
                  </a:cubicBezTo>
                  <a:cubicBezTo>
                    <a:pt x="0" y="1105"/>
                    <a:pt x="15" y="1120"/>
                    <a:pt x="34" y="1120"/>
                  </a:cubicBezTo>
                  <a:cubicBezTo>
                    <a:pt x="65" y="1120"/>
                    <a:pt x="65" y="1120"/>
                    <a:pt x="65" y="1120"/>
                  </a:cubicBezTo>
                  <a:cubicBezTo>
                    <a:pt x="73" y="1149"/>
                    <a:pt x="100" y="1171"/>
                    <a:pt x="132" y="1171"/>
                  </a:cubicBezTo>
                  <a:cubicBezTo>
                    <a:pt x="470" y="1171"/>
                    <a:pt x="470" y="1171"/>
                    <a:pt x="470" y="1171"/>
                  </a:cubicBezTo>
                  <a:cubicBezTo>
                    <a:pt x="491" y="1171"/>
                    <a:pt x="509" y="1156"/>
                    <a:pt x="514" y="1137"/>
                  </a:cubicBezTo>
                  <a:cubicBezTo>
                    <a:pt x="517" y="1138"/>
                    <a:pt x="521" y="1138"/>
                    <a:pt x="525" y="1138"/>
                  </a:cubicBezTo>
                  <a:cubicBezTo>
                    <a:pt x="1011" y="1138"/>
                    <a:pt x="1011" y="1138"/>
                    <a:pt x="1011" y="1138"/>
                  </a:cubicBezTo>
                  <a:cubicBezTo>
                    <a:pt x="1015" y="1138"/>
                    <a:pt x="1019" y="1138"/>
                    <a:pt x="1022" y="1137"/>
                  </a:cubicBezTo>
                  <a:cubicBezTo>
                    <a:pt x="1027" y="1156"/>
                    <a:pt x="1044" y="1171"/>
                    <a:pt x="1065" y="1171"/>
                  </a:cubicBezTo>
                  <a:cubicBezTo>
                    <a:pt x="1404" y="1171"/>
                    <a:pt x="1404" y="1171"/>
                    <a:pt x="1404" y="1171"/>
                  </a:cubicBezTo>
                  <a:cubicBezTo>
                    <a:pt x="1436" y="1171"/>
                    <a:pt x="1463" y="1149"/>
                    <a:pt x="1471" y="1120"/>
                  </a:cubicBezTo>
                  <a:cubicBezTo>
                    <a:pt x="1502" y="1120"/>
                    <a:pt x="1502" y="1120"/>
                    <a:pt x="1502" y="1120"/>
                  </a:cubicBezTo>
                  <a:cubicBezTo>
                    <a:pt x="1521" y="1120"/>
                    <a:pt x="1536" y="1105"/>
                    <a:pt x="1536" y="1086"/>
                  </a:cubicBezTo>
                  <a:cubicBezTo>
                    <a:pt x="1536" y="1019"/>
                    <a:pt x="1536" y="1019"/>
                    <a:pt x="1536" y="1019"/>
                  </a:cubicBezTo>
                  <a:cubicBezTo>
                    <a:pt x="1536" y="1000"/>
                    <a:pt x="1521" y="985"/>
                    <a:pt x="1502" y="985"/>
                  </a:cubicBezTo>
                  <a:cubicBezTo>
                    <a:pt x="1473" y="985"/>
                    <a:pt x="1473" y="985"/>
                    <a:pt x="1473" y="985"/>
                  </a:cubicBezTo>
                  <a:cubicBezTo>
                    <a:pt x="1473" y="934"/>
                    <a:pt x="1473" y="934"/>
                    <a:pt x="1473" y="934"/>
                  </a:cubicBezTo>
                  <a:cubicBezTo>
                    <a:pt x="1502" y="934"/>
                    <a:pt x="1502" y="934"/>
                    <a:pt x="1502" y="934"/>
                  </a:cubicBezTo>
                  <a:cubicBezTo>
                    <a:pt x="1521" y="934"/>
                    <a:pt x="1536" y="919"/>
                    <a:pt x="1536" y="900"/>
                  </a:cubicBezTo>
                  <a:cubicBezTo>
                    <a:pt x="1536" y="834"/>
                    <a:pt x="1536" y="834"/>
                    <a:pt x="1536" y="834"/>
                  </a:cubicBezTo>
                  <a:cubicBezTo>
                    <a:pt x="1536" y="815"/>
                    <a:pt x="1521" y="800"/>
                    <a:pt x="1502" y="800"/>
                  </a:cubicBezTo>
                  <a:cubicBezTo>
                    <a:pt x="1473" y="800"/>
                    <a:pt x="1473" y="800"/>
                    <a:pt x="1473" y="800"/>
                  </a:cubicBezTo>
                  <a:cubicBezTo>
                    <a:pt x="1473" y="749"/>
                    <a:pt x="1473" y="749"/>
                    <a:pt x="1473" y="749"/>
                  </a:cubicBezTo>
                  <a:cubicBezTo>
                    <a:pt x="1502" y="749"/>
                    <a:pt x="1502" y="749"/>
                    <a:pt x="1502" y="749"/>
                  </a:cubicBezTo>
                  <a:cubicBezTo>
                    <a:pt x="1521" y="749"/>
                    <a:pt x="1536" y="733"/>
                    <a:pt x="1536" y="715"/>
                  </a:cubicBezTo>
                  <a:cubicBezTo>
                    <a:pt x="1536" y="648"/>
                    <a:pt x="1536" y="648"/>
                    <a:pt x="1536" y="648"/>
                  </a:cubicBezTo>
                  <a:cubicBezTo>
                    <a:pt x="1536" y="629"/>
                    <a:pt x="1521" y="614"/>
                    <a:pt x="1502" y="614"/>
                  </a:cubicBezTo>
                  <a:cubicBezTo>
                    <a:pt x="1473" y="614"/>
                    <a:pt x="1473" y="614"/>
                    <a:pt x="1473" y="614"/>
                  </a:cubicBezTo>
                  <a:cubicBezTo>
                    <a:pt x="1473" y="563"/>
                    <a:pt x="1473" y="563"/>
                    <a:pt x="1473" y="563"/>
                  </a:cubicBezTo>
                  <a:cubicBezTo>
                    <a:pt x="1502" y="563"/>
                    <a:pt x="1502" y="563"/>
                    <a:pt x="1502" y="563"/>
                  </a:cubicBezTo>
                  <a:cubicBezTo>
                    <a:pt x="1521" y="563"/>
                    <a:pt x="1536" y="548"/>
                    <a:pt x="1536" y="529"/>
                  </a:cubicBezTo>
                  <a:cubicBezTo>
                    <a:pt x="1536" y="462"/>
                    <a:pt x="1536" y="462"/>
                    <a:pt x="1536" y="462"/>
                  </a:cubicBezTo>
                  <a:cubicBezTo>
                    <a:pt x="1536" y="444"/>
                    <a:pt x="1521" y="428"/>
                    <a:pt x="1502" y="428"/>
                  </a:cubicBezTo>
                  <a:cubicBezTo>
                    <a:pt x="1473" y="428"/>
                    <a:pt x="1473" y="428"/>
                    <a:pt x="1473" y="428"/>
                  </a:cubicBezTo>
                  <a:cubicBezTo>
                    <a:pt x="1473" y="377"/>
                    <a:pt x="1473" y="377"/>
                    <a:pt x="1473" y="377"/>
                  </a:cubicBezTo>
                  <a:cubicBezTo>
                    <a:pt x="1502" y="377"/>
                    <a:pt x="1502" y="377"/>
                    <a:pt x="1502" y="377"/>
                  </a:cubicBezTo>
                  <a:cubicBezTo>
                    <a:pt x="1521" y="377"/>
                    <a:pt x="1536" y="362"/>
                    <a:pt x="1536" y="344"/>
                  </a:cubicBezTo>
                  <a:cubicBezTo>
                    <a:pt x="1536" y="277"/>
                    <a:pt x="1536" y="277"/>
                    <a:pt x="1536" y="277"/>
                  </a:cubicBezTo>
                  <a:cubicBezTo>
                    <a:pt x="1536" y="258"/>
                    <a:pt x="1521" y="243"/>
                    <a:pt x="1502" y="243"/>
                  </a:cubicBezTo>
                  <a:cubicBezTo>
                    <a:pt x="1473" y="243"/>
                    <a:pt x="1473" y="243"/>
                    <a:pt x="1473" y="243"/>
                  </a:cubicBezTo>
                  <a:cubicBezTo>
                    <a:pt x="1473" y="192"/>
                    <a:pt x="1473" y="192"/>
                    <a:pt x="1473" y="192"/>
                  </a:cubicBezTo>
                  <a:lnTo>
                    <a:pt x="1502" y="192"/>
                  </a:lnTo>
                  <a:close/>
                  <a:moveTo>
                    <a:pt x="1491" y="147"/>
                  </a:moveTo>
                  <a:cubicBezTo>
                    <a:pt x="1473" y="147"/>
                    <a:pt x="1473" y="147"/>
                    <a:pt x="1473" y="147"/>
                  </a:cubicBezTo>
                  <a:cubicBezTo>
                    <a:pt x="1473" y="102"/>
                    <a:pt x="1473" y="102"/>
                    <a:pt x="1473" y="102"/>
                  </a:cubicBezTo>
                  <a:cubicBezTo>
                    <a:pt x="1491" y="102"/>
                    <a:pt x="1491" y="102"/>
                    <a:pt x="1491" y="102"/>
                  </a:cubicBezTo>
                  <a:lnTo>
                    <a:pt x="1491" y="147"/>
                  </a:lnTo>
                  <a:close/>
                  <a:moveTo>
                    <a:pt x="521" y="75"/>
                  </a:moveTo>
                  <a:cubicBezTo>
                    <a:pt x="552" y="75"/>
                    <a:pt x="552" y="75"/>
                    <a:pt x="552" y="75"/>
                  </a:cubicBezTo>
                  <a:cubicBezTo>
                    <a:pt x="552" y="139"/>
                    <a:pt x="552" y="139"/>
                    <a:pt x="552" y="139"/>
                  </a:cubicBezTo>
                  <a:cubicBezTo>
                    <a:pt x="552" y="152"/>
                    <a:pt x="562" y="162"/>
                    <a:pt x="575" y="162"/>
                  </a:cubicBezTo>
                  <a:cubicBezTo>
                    <a:pt x="587" y="162"/>
                    <a:pt x="597" y="152"/>
                    <a:pt x="597" y="139"/>
                  </a:cubicBezTo>
                  <a:cubicBezTo>
                    <a:pt x="597" y="75"/>
                    <a:pt x="597" y="75"/>
                    <a:pt x="597" y="75"/>
                  </a:cubicBezTo>
                  <a:cubicBezTo>
                    <a:pt x="939" y="75"/>
                    <a:pt x="939" y="75"/>
                    <a:pt x="939" y="75"/>
                  </a:cubicBezTo>
                  <a:cubicBezTo>
                    <a:pt x="939" y="139"/>
                    <a:pt x="939" y="139"/>
                    <a:pt x="939" y="139"/>
                  </a:cubicBezTo>
                  <a:cubicBezTo>
                    <a:pt x="939" y="152"/>
                    <a:pt x="949" y="162"/>
                    <a:pt x="961" y="162"/>
                  </a:cubicBezTo>
                  <a:cubicBezTo>
                    <a:pt x="974" y="162"/>
                    <a:pt x="984" y="152"/>
                    <a:pt x="984" y="139"/>
                  </a:cubicBezTo>
                  <a:cubicBezTo>
                    <a:pt x="984" y="75"/>
                    <a:pt x="984" y="75"/>
                    <a:pt x="984" y="75"/>
                  </a:cubicBezTo>
                  <a:cubicBezTo>
                    <a:pt x="1015" y="75"/>
                    <a:pt x="1015" y="75"/>
                    <a:pt x="1015" y="75"/>
                  </a:cubicBezTo>
                  <a:cubicBezTo>
                    <a:pt x="1018" y="75"/>
                    <a:pt x="1021" y="78"/>
                    <a:pt x="1021" y="81"/>
                  </a:cubicBezTo>
                  <a:cubicBezTo>
                    <a:pt x="1021" y="289"/>
                    <a:pt x="1021" y="289"/>
                    <a:pt x="1021" y="289"/>
                  </a:cubicBezTo>
                  <a:cubicBezTo>
                    <a:pt x="1009" y="280"/>
                    <a:pt x="997" y="272"/>
                    <a:pt x="985" y="264"/>
                  </a:cubicBezTo>
                  <a:cubicBezTo>
                    <a:pt x="985" y="211"/>
                    <a:pt x="985" y="211"/>
                    <a:pt x="985" y="211"/>
                  </a:cubicBezTo>
                  <a:cubicBezTo>
                    <a:pt x="985" y="199"/>
                    <a:pt x="975" y="189"/>
                    <a:pt x="963" y="189"/>
                  </a:cubicBezTo>
                  <a:cubicBezTo>
                    <a:pt x="950" y="189"/>
                    <a:pt x="940" y="199"/>
                    <a:pt x="940" y="211"/>
                  </a:cubicBezTo>
                  <a:cubicBezTo>
                    <a:pt x="940" y="241"/>
                    <a:pt x="940" y="241"/>
                    <a:pt x="940" y="241"/>
                  </a:cubicBezTo>
                  <a:cubicBezTo>
                    <a:pt x="888" y="217"/>
                    <a:pt x="829" y="204"/>
                    <a:pt x="768" y="204"/>
                  </a:cubicBezTo>
                  <a:cubicBezTo>
                    <a:pt x="708" y="204"/>
                    <a:pt x="650" y="217"/>
                    <a:pt x="596" y="241"/>
                  </a:cubicBezTo>
                  <a:cubicBezTo>
                    <a:pt x="596" y="211"/>
                    <a:pt x="596" y="211"/>
                    <a:pt x="596" y="211"/>
                  </a:cubicBezTo>
                  <a:cubicBezTo>
                    <a:pt x="596" y="199"/>
                    <a:pt x="586" y="189"/>
                    <a:pt x="573" y="189"/>
                  </a:cubicBezTo>
                  <a:cubicBezTo>
                    <a:pt x="561" y="189"/>
                    <a:pt x="551" y="199"/>
                    <a:pt x="551" y="211"/>
                  </a:cubicBezTo>
                  <a:cubicBezTo>
                    <a:pt x="551" y="264"/>
                    <a:pt x="551" y="264"/>
                    <a:pt x="551" y="264"/>
                  </a:cubicBezTo>
                  <a:cubicBezTo>
                    <a:pt x="539" y="272"/>
                    <a:pt x="527" y="280"/>
                    <a:pt x="515" y="288"/>
                  </a:cubicBezTo>
                  <a:cubicBezTo>
                    <a:pt x="515" y="81"/>
                    <a:pt x="515" y="81"/>
                    <a:pt x="515" y="81"/>
                  </a:cubicBezTo>
                  <a:cubicBezTo>
                    <a:pt x="515" y="78"/>
                    <a:pt x="517" y="75"/>
                    <a:pt x="521" y="75"/>
                  </a:cubicBezTo>
                  <a:close/>
                  <a:moveTo>
                    <a:pt x="45" y="147"/>
                  </a:moveTo>
                  <a:cubicBezTo>
                    <a:pt x="45" y="102"/>
                    <a:pt x="45" y="102"/>
                    <a:pt x="45" y="102"/>
                  </a:cubicBezTo>
                  <a:cubicBezTo>
                    <a:pt x="63" y="102"/>
                    <a:pt x="63" y="102"/>
                    <a:pt x="63" y="102"/>
                  </a:cubicBezTo>
                  <a:cubicBezTo>
                    <a:pt x="63" y="147"/>
                    <a:pt x="63" y="147"/>
                    <a:pt x="63" y="147"/>
                  </a:cubicBezTo>
                  <a:lnTo>
                    <a:pt x="45" y="147"/>
                  </a:lnTo>
                  <a:close/>
                  <a:moveTo>
                    <a:pt x="45" y="333"/>
                  </a:moveTo>
                  <a:cubicBezTo>
                    <a:pt x="45" y="288"/>
                    <a:pt x="45" y="288"/>
                    <a:pt x="45" y="288"/>
                  </a:cubicBezTo>
                  <a:cubicBezTo>
                    <a:pt x="63" y="288"/>
                    <a:pt x="63" y="288"/>
                    <a:pt x="63" y="288"/>
                  </a:cubicBezTo>
                  <a:cubicBezTo>
                    <a:pt x="63" y="333"/>
                    <a:pt x="63" y="333"/>
                    <a:pt x="63" y="333"/>
                  </a:cubicBezTo>
                  <a:lnTo>
                    <a:pt x="45" y="333"/>
                  </a:lnTo>
                  <a:close/>
                  <a:moveTo>
                    <a:pt x="45" y="518"/>
                  </a:moveTo>
                  <a:cubicBezTo>
                    <a:pt x="45" y="473"/>
                    <a:pt x="45" y="473"/>
                    <a:pt x="45" y="473"/>
                  </a:cubicBezTo>
                  <a:cubicBezTo>
                    <a:pt x="63" y="473"/>
                    <a:pt x="63" y="473"/>
                    <a:pt x="63" y="473"/>
                  </a:cubicBezTo>
                  <a:cubicBezTo>
                    <a:pt x="63" y="518"/>
                    <a:pt x="63" y="518"/>
                    <a:pt x="63" y="518"/>
                  </a:cubicBezTo>
                  <a:lnTo>
                    <a:pt x="45" y="518"/>
                  </a:lnTo>
                  <a:close/>
                  <a:moveTo>
                    <a:pt x="45" y="704"/>
                  </a:moveTo>
                  <a:cubicBezTo>
                    <a:pt x="45" y="659"/>
                    <a:pt x="45" y="659"/>
                    <a:pt x="45" y="659"/>
                  </a:cubicBezTo>
                  <a:cubicBezTo>
                    <a:pt x="63" y="659"/>
                    <a:pt x="63" y="659"/>
                    <a:pt x="63" y="659"/>
                  </a:cubicBezTo>
                  <a:cubicBezTo>
                    <a:pt x="63" y="704"/>
                    <a:pt x="63" y="704"/>
                    <a:pt x="63" y="704"/>
                  </a:cubicBezTo>
                  <a:lnTo>
                    <a:pt x="45" y="704"/>
                  </a:lnTo>
                  <a:close/>
                  <a:moveTo>
                    <a:pt x="45" y="889"/>
                  </a:moveTo>
                  <a:cubicBezTo>
                    <a:pt x="45" y="845"/>
                    <a:pt x="45" y="845"/>
                    <a:pt x="45" y="845"/>
                  </a:cubicBezTo>
                  <a:cubicBezTo>
                    <a:pt x="63" y="845"/>
                    <a:pt x="63" y="845"/>
                    <a:pt x="63" y="845"/>
                  </a:cubicBezTo>
                  <a:cubicBezTo>
                    <a:pt x="63" y="889"/>
                    <a:pt x="63" y="889"/>
                    <a:pt x="63" y="889"/>
                  </a:cubicBezTo>
                  <a:lnTo>
                    <a:pt x="45" y="889"/>
                  </a:lnTo>
                  <a:close/>
                  <a:moveTo>
                    <a:pt x="45" y="1030"/>
                  </a:moveTo>
                  <a:cubicBezTo>
                    <a:pt x="63" y="1030"/>
                    <a:pt x="63" y="1030"/>
                    <a:pt x="63" y="1030"/>
                  </a:cubicBezTo>
                  <a:cubicBezTo>
                    <a:pt x="63" y="1075"/>
                    <a:pt x="63" y="1075"/>
                    <a:pt x="63" y="1075"/>
                  </a:cubicBezTo>
                  <a:cubicBezTo>
                    <a:pt x="45" y="1075"/>
                    <a:pt x="45" y="1075"/>
                    <a:pt x="45" y="1075"/>
                  </a:cubicBezTo>
                  <a:lnTo>
                    <a:pt x="45" y="1030"/>
                  </a:lnTo>
                  <a:close/>
                  <a:moveTo>
                    <a:pt x="470" y="1126"/>
                  </a:moveTo>
                  <a:cubicBezTo>
                    <a:pt x="132" y="1126"/>
                    <a:pt x="132" y="1126"/>
                    <a:pt x="132" y="1126"/>
                  </a:cubicBezTo>
                  <a:cubicBezTo>
                    <a:pt x="118" y="1126"/>
                    <a:pt x="108" y="1115"/>
                    <a:pt x="108" y="1102"/>
                  </a:cubicBezTo>
                  <a:cubicBezTo>
                    <a:pt x="108" y="69"/>
                    <a:pt x="108" y="69"/>
                    <a:pt x="108" y="69"/>
                  </a:cubicBezTo>
                  <a:cubicBezTo>
                    <a:pt x="108" y="56"/>
                    <a:pt x="118" y="45"/>
                    <a:pt x="132" y="45"/>
                  </a:cubicBezTo>
                  <a:cubicBezTo>
                    <a:pt x="470" y="45"/>
                    <a:pt x="470" y="45"/>
                    <a:pt x="470" y="45"/>
                  </a:cubicBezTo>
                  <a:cubicBezTo>
                    <a:pt x="470" y="328"/>
                    <a:pt x="470" y="328"/>
                    <a:pt x="470" y="328"/>
                  </a:cubicBezTo>
                  <a:cubicBezTo>
                    <a:pt x="409" y="389"/>
                    <a:pt x="367" y="469"/>
                    <a:pt x="353" y="555"/>
                  </a:cubicBezTo>
                  <a:cubicBezTo>
                    <a:pt x="351" y="567"/>
                    <a:pt x="359" y="579"/>
                    <a:pt x="372" y="581"/>
                  </a:cubicBezTo>
                  <a:cubicBezTo>
                    <a:pt x="384" y="583"/>
                    <a:pt x="395" y="574"/>
                    <a:pt x="397" y="562"/>
                  </a:cubicBezTo>
                  <a:cubicBezTo>
                    <a:pt x="412" y="476"/>
                    <a:pt x="457" y="396"/>
                    <a:pt x="524" y="339"/>
                  </a:cubicBezTo>
                  <a:cubicBezTo>
                    <a:pt x="592" y="281"/>
                    <a:pt x="678" y="249"/>
                    <a:pt x="768" y="249"/>
                  </a:cubicBezTo>
                  <a:cubicBezTo>
                    <a:pt x="975" y="249"/>
                    <a:pt x="1144" y="417"/>
                    <a:pt x="1144" y="624"/>
                  </a:cubicBezTo>
                  <a:cubicBezTo>
                    <a:pt x="1144" y="832"/>
                    <a:pt x="975" y="1000"/>
                    <a:pt x="768" y="1000"/>
                  </a:cubicBezTo>
                  <a:cubicBezTo>
                    <a:pt x="569" y="1000"/>
                    <a:pt x="405" y="845"/>
                    <a:pt x="393" y="647"/>
                  </a:cubicBezTo>
                  <a:cubicBezTo>
                    <a:pt x="392" y="635"/>
                    <a:pt x="382" y="625"/>
                    <a:pt x="369" y="626"/>
                  </a:cubicBezTo>
                  <a:cubicBezTo>
                    <a:pt x="357" y="627"/>
                    <a:pt x="347" y="637"/>
                    <a:pt x="348" y="650"/>
                  </a:cubicBezTo>
                  <a:cubicBezTo>
                    <a:pt x="354" y="756"/>
                    <a:pt x="400" y="851"/>
                    <a:pt x="470" y="921"/>
                  </a:cubicBezTo>
                  <a:lnTo>
                    <a:pt x="470" y="1126"/>
                  </a:lnTo>
                  <a:close/>
                  <a:moveTo>
                    <a:pt x="1011" y="1093"/>
                  </a:moveTo>
                  <a:cubicBezTo>
                    <a:pt x="525" y="1093"/>
                    <a:pt x="525" y="1093"/>
                    <a:pt x="525" y="1093"/>
                  </a:cubicBezTo>
                  <a:cubicBezTo>
                    <a:pt x="520" y="1093"/>
                    <a:pt x="515" y="1088"/>
                    <a:pt x="515" y="1083"/>
                  </a:cubicBezTo>
                  <a:cubicBezTo>
                    <a:pt x="515" y="960"/>
                    <a:pt x="515" y="960"/>
                    <a:pt x="515" y="960"/>
                  </a:cubicBezTo>
                  <a:cubicBezTo>
                    <a:pt x="586" y="1014"/>
                    <a:pt x="673" y="1045"/>
                    <a:pt x="768" y="1045"/>
                  </a:cubicBezTo>
                  <a:cubicBezTo>
                    <a:pt x="863" y="1045"/>
                    <a:pt x="951" y="1014"/>
                    <a:pt x="1021" y="960"/>
                  </a:cubicBezTo>
                  <a:cubicBezTo>
                    <a:pt x="1021" y="1083"/>
                    <a:pt x="1021" y="1083"/>
                    <a:pt x="1021" y="1083"/>
                  </a:cubicBezTo>
                  <a:cubicBezTo>
                    <a:pt x="1021" y="1088"/>
                    <a:pt x="1016" y="1093"/>
                    <a:pt x="1011" y="1093"/>
                  </a:cubicBezTo>
                  <a:close/>
                  <a:moveTo>
                    <a:pt x="1428" y="1102"/>
                  </a:moveTo>
                  <a:cubicBezTo>
                    <a:pt x="1428" y="1115"/>
                    <a:pt x="1417" y="1126"/>
                    <a:pt x="1404" y="1126"/>
                  </a:cubicBezTo>
                  <a:cubicBezTo>
                    <a:pt x="1066" y="1126"/>
                    <a:pt x="1066" y="1126"/>
                    <a:pt x="1066" y="1126"/>
                  </a:cubicBezTo>
                  <a:cubicBezTo>
                    <a:pt x="1066" y="921"/>
                    <a:pt x="1066" y="921"/>
                    <a:pt x="1066" y="921"/>
                  </a:cubicBezTo>
                  <a:cubicBezTo>
                    <a:pt x="1142" y="845"/>
                    <a:pt x="1189" y="740"/>
                    <a:pt x="1189" y="624"/>
                  </a:cubicBezTo>
                  <a:cubicBezTo>
                    <a:pt x="1189" y="509"/>
                    <a:pt x="1142" y="404"/>
                    <a:pt x="1066" y="328"/>
                  </a:cubicBezTo>
                  <a:cubicBezTo>
                    <a:pt x="1066" y="45"/>
                    <a:pt x="1066" y="45"/>
                    <a:pt x="1066" y="45"/>
                  </a:cubicBezTo>
                  <a:cubicBezTo>
                    <a:pt x="1404" y="45"/>
                    <a:pt x="1404" y="45"/>
                    <a:pt x="1404" y="45"/>
                  </a:cubicBezTo>
                  <a:cubicBezTo>
                    <a:pt x="1417" y="45"/>
                    <a:pt x="1428" y="56"/>
                    <a:pt x="1428" y="69"/>
                  </a:cubicBezTo>
                  <a:lnTo>
                    <a:pt x="1428" y="1102"/>
                  </a:lnTo>
                  <a:close/>
                  <a:moveTo>
                    <a:pt x="1491" y="1030"/>
                  </a:moveTo>
                  <a:cubicBezTo>
                    <a:pt x="1491" y="1075"/>
                    <a:pt x="1491" y="1075"/>
                    <a:pt x="1491" y="1075"/>
                  </a:cubicBezTo>
                  <a:cubicBezTo>
                    <a:pt x="1473" y="1075"/>
                    <a:pt x="1473" y="1075"/>
                    <a:pt x="1473" y="1075"/>
                  </a:cubicBezTo>
                  <a:cubicBezTo>
                    <a:pt x="1473" y="1030"/>
                    <a:pt x="1473" y="1030"/>
                    <a:pt x="1473" y="1030"/>
                  </a:cubicBezTo>
                  <a:lnTo>
                    <a:pt x="1491" y="1030"/>
                  </a:lnTo>
                  <a:close/>
                  <a:moveTo>
                    <a:pt x="1491" y="845"/>
                  </a:moveTo>
                  <a:cubicBezTo>
                    <a:pt x="1491" y="889"/>
                    <a:pt x="1491" y="889"/>
                    <a:pt x="1491" y="889"/>
                  </a:cubicBezTo>
                  <a:cubicBezTo>
                    <a:pt x="1473" y="889"/>
                    <a:pt x="1473" y="889"/>
                    <a:pt x="1473" y="889"/>
                  </a:cubicBezTo>
                  <a:cubicBezTo>
                    <a:pt x="1473" y="845"/>
                    <a:pt x="1473" y="845"/>
                    <a:pt x="1473" y="845"/>
                  </a:cubicBezTo>
                  <a:lnTo>
                    <a:pt x="1491" y="845"/>
                  </a:lnTo>
                  <a:close/>
                  <a:moveTo>
                    <a:pt x="1491" y="659"/>
                  </a:moveTo>
                  <a:cubicBezTo>
                    <a:pt x="1491" y="704"/>
                    <a:pt x="1491" y="704"/>
                    <a:pt x="1491" y="704"/>
                  </a:cubicBezTo>
                  <a:cubicBezTo>
                    <a:pt x="1473" y="704"/>
                    <a:pt x="1473" y="704"/>
                    <a:pt x="1473" y="704"/>
                  </a:cubicBezTo>
                  <a:cubicBezTo>
                    <a:pt x="1473" y="659"/>
                    <a:pt x="1473" y="659"/>
                    <a:pt x="1473" y="659"/>
                  </a:cubicBezTo>
                  <a:lnTo>
                    <a:pt x="1491" y="659"/>
                  </a:lnTo>
                  <a:close/>
                  <a:moveTo>
                    <a:pt x="1491" y="473"/>
                  </a:moveTo>
                  <a:cubicBezTo>
                    <a:pt x="1491" y="518"/>
                    <a:pt x="1491" y="518"/>
                    <a:pt x="1491" y="518"/>
                  </a:cubicBezTo>
                  <a:cubicBezTo>
                    <a:pt x="1473" y="518"/>
                    <a:pt x="1473" y="518"/>
                    <a:pt x="1473" y="518"/>
                  </a:cubicBezTo>
                  <a:cubicBezTo>
                    <a:pt x="1473" y="473"/>
                    <a:pt x="1473" y="473"/>
                    <a:pt x="1473" y="473"/>
                  </a:cubicBezTo>
                  <a:lnTo>
                    <a:pt x="1491" y="473"/>
                  </a:lnTo>
                  <a:close/>
                  <a:moveTo>
                    <a:pt x="1491" y="288"/>
                  </a:moveTo>
                  <a:cubicBezTo>
                    <a:pt x="1491" y="333"/>
                    <a:pt x="1491" y="333"/>
                    <a:pt x="1491" y="333"/>
                  </a:cubicBezTo>
                  <a:cubicBezTo>
                    <a:pt x="1473" y="333"/>
                    <a:pt x="1473" y="333"/>
                    <a:pt x="1473" y="333"/>
                  </a:cubicBezTo>
                  <a:cubicBezTo>
                    <a:pt x="1473" y="288"/>
                    <a:pt x="1473" y="288"/>
                    <a:pt x="1473" y="288"/>
                  </a:cubicBezTo>
                  <a:lnTo>
                    <a:pt x="1491" y="288"/>
                  </a:lnTo>
                  <a:close/>
                  <a:moveTo>
                    <a:pt x="1491" y="288"/>
                  </a:moveTo>
                  <a:cubicBezTo>
                    <a:pt x="1491" y="288"/>
                    <a:pt x="1491" y="288"/>
                    <a:pt x="1491" y="28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44"/>
            <p:cNvSpPr/>
            <p:nvPr/>
          </p:nvSpPr>
          <p:spPr>
            <a:xfrm>
              <a:off x="1000331" y="2990116"/>
              <a:ext cx="133504" cy="44917"/>
            </a:xfrm>
            <a:custGeom>
              <a:avLst/>
              <a:gdLst/>
              <a:ahLst/>
              <a:cxnLst/>
              <a:rect l="l" t="t" r="r" b="b"/>
              <a:pathLst>
                <a:path w="374" h="126" extrusionOk="0">
                  <a:moveTo>
                    <a:pt x="37" y="126"/>
                  </a:moveTo>
                  <a:cubicBezTo>
                    <a:pt x="336" y="126"/>
                    <a:pt x="336" y="126"/>
                    <a:pt x="336" y="126"/>
                  </a:cubicBezTo>
                  <a:cubicBezTo>
                    <a:pt x="357" y="126"/>
                    <a:pt x="374" y="109"/>
                    <a:pt x="374" y="89"/>
                  </a:cubicBezTo>
                  <a:cubicBezTo>
                    <a:pt x="374" y="38"/>
                    <a:pt x="374" y="38"/>
                    <a:pt x="374" y="38"/>
                  </a:cubicBezTo>
                  <a:cubicBezTo>
                    <a:pt x="374" y="17"/>
                    <a:pt x="357" y="0"/>
                    <a:pt x="33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109"/>
                    <a:pt x="17" y="126"/>
                    <a:pt x="37" y="126"/>
                  </a:cubicBezTo>
                  <a:close/>
                  <a:moveTo>
                    <a:pt x="45" y="45"/>
                  </a:moveTo>
                  <a:cubicBezTo>
                    <a:pt x="329" y="45"/>
                    <a:pt x="329" y="45"/>
                    <a:pt x="329" y="45"/>
                  </a:cubicBezTo>
                  <a:cubicBezTo>
                    <a:pt x="329" y="81"/>
                    <a:pt x="329" y="81"/>
                    <a:pt x="329" y="81"/>
                  </a:cubicBezTo>
                  <a:cubicBezTo>
                    <a:pt x="45" y="81"/>
                    <a:pt x="45" y="81"/>
                    <a:pt x="45" y="81"/>
                  </a:cubicBezTo>
                  <a:lnTo>
                    <a:pt x="45" y="45"/>
                  </a:lnTo>
                  <a:close/>
                  <a:moveTo>
                    <a:pt x="45" y="45"/>
                  </a:moveTo>
                  <a:cubicBezTo>
                    <a:pt x="45" y="45"/>
                    <a:pt x="45" y="45"/>
                    <a:pt x="45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44"/>
            <p:cNvSpPr/>
            <p:nvPr/>
          </p:nvSpPr>
          <p:spPr>
            <a:xfrm>
              <a:off x="990706" y="3110964"/>
              <a:ext cx="152754" cy="50977"/>
            </a:xfrm>
            <a:custGeom>
              <a:avLst/>
              <a:gdLst/>
              <a:ahLst/>
              <a:cxnLst/>
              <a:rect l="l" t="t" r="r" b="b"/>
              <a:pathLst>
                <a:path w="428" h="143" extrusionOk="0">
                  <a:moveTo>
                    <a:pt x="38" y="143"/>
                  </a:moveTo>
                  <a:cubicBezTo>
                    <a:pt x="390" y="143"/>
                    <a:pt x="390" y="143"/>
                    <a:pt x="390" y="143"/>
                  </a:cubicBezTo>
                  <a:cubicBezTo>
                    <a:pt x="411" y="143"/>
                    <a:pt x="428" y="127"/>
                    <a:pt x="428" y="106"/>
                  </a:cubicBezTo>
                  <a:cubicBezTo>
                    <a:pt x="428" y="37"/>
                    <a:pt x="428" y="37"/>
                    <a:pt x="428" y="37"/>
                  </a:cubicBezTo>
                  <a:cubicBezTo>
                    <a:pt x="428" y="17"/>
                    <a:pt x="411" y="0"/>
                    <a:pt x="390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27"/>
                    <a:pt x="17" y="143"/>
                    <a:pt x="38" y="143"/>
                  </a:cubicBezTo>
                  <a:close/>
                  <a:moveTo>
                    <a:pt x="45" y="45"/>
                  </a:moveTo>
                  <a:cubicBezTo>
                    <a:pt x="383" y="45"/>
                    <a:pt x="383" y="45"/>
                    <a:pt x="383" y="45"/>
                  </a:cubicBezTo>
                  <a:cubicBezTo>
                    <a:pt x="383" y="99"/>
                    <a:pt x="383" y="99"/>
                    <a:pt x="383" y="99"/>
                  </a:cubicBezTo>
                  <a:cubicBezTo>
                    <a:pt x="45" y="99"/>
                    <a:pt x="45" y="99"/>
                    <a:pt x="45" y="99"/>
                  </a:cubicBezTo>
                  <a:lnTo>
                    <a:pt x="45" y="45"/>
                  </a:lnTo>
                  <a:close/>
                  <a:moveTo>
                    <a:pt x="45" y="45"/>
                  </a:moveTo>
                  <a:cubicBezTo>
                    <a:pt x="45" y="45"/>
                    <a:pt x="45" y="45"/>
                    <a:pt x="45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44"/>
            <p:cNvSpPr/>
            <p:nvPr/>
          </p:nvSpPr>
          <p:spPr>
            <a:xfrm>
              <a:off x="876631" y="3183331"/>
              <a:ext cx="40283" cy="16042"/>
            </a:xfrm>
            <a:custGeom>
              <a:avLst/>
              <a:gdLst/>
              <a:ahLst/>
              <a:cxnLst/>
              <a:rect l="l" t="t" r="r" b="b"/>
              <a:pathLst>
                <a:path w="113" h="45" extrusionOk="0">
                  <a:moveTo>
                    <a:pt x="91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103" y="45"/>
                    <a:pt x="113" y="35"/>
                    <a:pt x="113" y="23"/>
                  </a:cubicBezTo>
                  <a:cubicBezTo>
                    <a:pt x="113" y="10"/>
                    <a:pt x="103" y="0"/>
                    <a:pt x="91" y="0"/>
                  </a:cubicBezTo>
                  <a:close/>
                  <a:moveTo>
                    <a:pt x="91" y="0"/>
                  </a:moveTo>
                  <a:cubicBezTo>
                    <a:pt x="91" y="0"/>
                    <a:pt x="91" y="0"/>
                    <a:pt x="91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44"/>
            <p:cNvSpPr/>
            <p:nvPr/>
          </p:nvSpPr>
          <p:spPr>
            <a:xfrm>
              <a:off x="1217252" y="3175132"/>
              <a:ext cx="42422" cy="29232"/>
            </a:xfrm>
            <a:custGeom>
              <a:avLst/>
              <a:gdLst/>
              <a:ahLst/>
              <a:cxnLst/>
              <a:rect l="l" t="t" r="r" b="b"/>
              <a:pathLst>
                <a:path w="119" h="82" extrusionOk="0">
                  <a:moveTo>
                    <a:pt x="73" y="8"/>
                  </a:moveTo>
                  <a:cubicBezTo>
                    <a:pt x="64" y="0"/>
                    <a:pt x="51" y="0"/>
                    <a:pt x="42" y="9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0" y="51"/>
                    <a:pt x="0" y="65"/>
                    <a:pt x="9" y="74"/>
                  </a:cubicBezTo>
                  <a:cubicBezTo>
                    <a:pt x="18" y="82"/>
                    <a:pt x="32" y="82"/>
                    <a:pt x="41" y="74"/>
                  </a:cubicBezTo>
                  <a:cubicBezTo>
                    <a:pt x="59" y="56"/>
                    <a:pt x="59" y="56"/>
                    <a:pt x="59" y="56"/>
                  </a:cubicBezTo>
                  <a:cubicBezTo>
                    <a:pt x="79" y="74"/>
                    <a:pt x="79" y="74"/>
                    <a:pt x="79" y="74"/>
                  </a:cubicBezTo>
                  <a:cubicBezTo>
                    <a:pt x="83" y="78"/>
                    <a:pt x="89" y="80"/>
                    <a:pt x="94" y="80"/>
                  </a:cubicBezTo>
                  <a:cubicBezTo>
                    <a:pt x="100" y="80"/>
                    <a:pt x="106" y="78"/>
                    <a:pt x="110" y="73"/>
                  </a:cubicBezTo>
                  <a:cubicBezTo>
                    <a:pt x="119" y="64"/>
                    <a:pt x="118" y="50"/>
                    <a:pt x="109" y="41"/>
                  </a:cubicBezTo>
                  <a:lnTo>
                    <a:pt x="73" y="8"/>
                  </a:lnTo>
                  <a:close/>
                  <a:moveTo>
                    <a:pt x="73" y="8"/>
                  </a:moveTo>
                  <a:cubicBezTo>
                    <a:pt x="73" y="8"/>
                    <a:pt x="73" y="8"/>
                    <a:pt x="73" y="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8" name="Google Shape;2088;p44"/>
          <p:cNvGrpSpPr/>
          <p:nvPr/>
        </p:nvGrpSpPr>
        <p:grpSpPr>
          <a:xfrm>
            <a:off x="5478495" y="3631340"/>
            <a:ext cx="520857" cy="356385"/>
            <a:chOff x="3084903" y="4949839"/>
            <a:chExt cx="520857" cy="356385"/>
          </a:xfrm>
        </p:grpSpPr>
        <p:sp>
          <p:nvSpPr>
            <p:cNvPr id="2089" name="Google Shape;2089;p44"/>
            <p:cNvSpPr/>
            <p:nvPr/>
          </p:nvSpPr>
          <p:spPr>
            <a:xfrm>
              <a:off x="3092383" y="5050595"/>
              <a:ext cx="505652" cy="248244"/>
            </a:xfrm>
            <a:custGeom>
              <a:avLst/>
              <a:gdLst/>
              <a:ahLst/>
              <a:cxnLst/>
              <a:rect l="l" t="t" r="r" b="b"/>
              <a:pathLst>
                <a:path w="30627" h="15036" extrusionOk="0">
                  <a:moveTo>
                    <a:pt x="1686" y="1"/>
                  </a:moveTo>
                  <a:cubicBezTo>
                    <a:pt x="760" y="1"/>
                    <a:pt x="1" y="740"/>
                    <a:pt x="1" y="1662"/>
                  </a:cubicBezTo>
                  <a:lnTo>
                    <a:pt x="1" y="13350"/>
                  </a:lnTo>
                  <a:cubicBezTo>
                    <a:pt x="1" y="14276"/>
                    <a:pt x="760" y="15035"/>
                    <a:pt x="1686" y="15035"/>
                  </a:cubicBezTo>
                  <a:lnTo>
                    <a:pt x="28961" y="15035"/>
                  </a:lnTo>
                  <a:cubicBezTo>
                    <a:pt x="29887" y="15035"/>
                    <a:pt x="30627" y="14276"/>
                    <a:pt x="30627" y="13350"/>
                  </a:cubicBezTo>
                  <a:lnTo>
                    <a:pt x="30627" y="1662"/>
                  </a:lnTo>
                  <a:cubicBezTo>
                    <a:pt x="30627" y="740"/>
                    <a:pt x="29887" y="1"/>
                    <a:pt x="28961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4"/>
            <p:cNvSpPr/>
            <p:nvPr/>
          </p:nvSpPr>
          <p:spPr>
            <a:xfrm>
              <a:off x="3160595" y="5075991"/>
              <a:ext cx="364211" cy="197377"/>
            </a:xfrm>
            <a:custGeom>
              <a:avLst/>
              <a:gdLst/>
              <a:ahLst/>
              <a:cxnLst/>
              <a:rect l="l" t="t" r="r" b="b"/>
              <a:pathLst>
                <a:path w="22060" h="11955" extrusionOk="0">
                  <a:moveTo>
                    <a:pt x="143" y="1"/>
                  </a:moveTo>
                  <a:cubicBezTo>
                    <a:pt x="59" y="1"/>
                    <a:pt x="0" y="45"/>
                    <a:pt x="0" y="124"/>
                  </a:cubicBezTo>
                  <a:lnTo>
                    <a:pt x="0" y="11812"/>
                  </a:lnTo>
                  <a:cubicBezTo>
                    <a:pt x="0" y="11895"/>
                    <a:pt x="59" y="11954"/>
                    <a:pt x="143" y="11954"/>
                  </a:cubicBezTo>
                  <a:lnTo>
                    <a:pt x="21936" y="11954"/>
                  </a:lnTo>
                  <a:cubicBezTo>
                    <a:pt x="22015" y="11954"/>
                    <a:pt x="22059" y="11895"/>
                    <a:pt x="22059" y="11812"/>
                  </a:cubicBezTo>
                  <a:lnTo>
                    <a:pt x="22059" y="124"/>
                  </a:lnTo>
                  <a:cubicBezTo>
                    <a:pt x="22059" y="45"/>
                    <a:pt x="22015" y="1"/>
                    <a:pt x="21936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4"/>
            <p:cNvSpPr/>
            <p:nvPr/>
          </p:nvSpPr>
          <p:spPr>
            <a:xfrm>
              <a:off x="3545181" y="5160483"/>
              <a:ext cx="28496" cy="28496"/>
            </a:xfrm>
            <a:custGeom>
              <a:avLst/>
              <a:gdLst/>
              <a:ahLst/>
              <a:cxnLst/>
              <a:rect l="l" t="t" r="r" b="b"/>
              <a:pathLst>
                <a:path w="1726" h="1726" extrusionOk="0">
                  <a:moveTo>
                    <a:pt x="863" y="0"/>
                  </a:moveTo>
                  <a:cubicBezTo>
                    <a:pt x="390" y="0"/>
                    <a:pt x="1" y="370"/>
                    <a:pt x="1" y="863"/>
                  </a:cubicBezTo>
                  <a:cubicBezTo>
                    <a:pt x="1" y="1336"/>
                    <a:pt x="390" y="1726"/>
                    <a:pt x="863" y="1726"/>
                  </a:cubicBezTo>
                  <a:cubicBezTo>
                    <a:pt x="1356" y="1726"/>
                    <a:pt x="1726" y="1336"/>
                    <a:pt x="1726" y="863"/>
                  </a:cubicBezTo>
                  <a:cubicBezTo>
                    <a:pt x="1726" y="370"/>
                    <a:pt x="1356" y="0"/>
                    <a:pt x="86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4"/>
            <p:cNvSpPr/>
            <p:nvPr/>
          </p:nvSpPr>
          <p:spPr>
            <a:xfrm>
              <a:off x="3397611" y="5085188"/>
              <a:ext cx="21430" cy="33548"/>
            </a:xfrm>
            <a:custGeom>
              <a:avLst/>
              <a:gdLst/>
              <a:ahLst/>
              <a:cxnLst/>
              <a:rect l="l" t="t" r="r" b="b"/>
              <a:pathLst>
                <a:path w="1298" h="2032" extrusionOk="0">
                  <a:moveTo>
                    <a:pt x="1" y="1"/>
                  </a:moveTo>
                  <a:lnTo>
                    <a:pt x="1" y="1746"/>
                  </a:lnTo>
                  <a:cubicBezTo>
                    <a:pt x="1" y="1889"/>
                    <a:pt x="144" y="2032"/>
                    <a:pt x="287" y="2032"/>
                  </a:cubicBezTo>
                  <a:lnTo>
                    <a:pt x="1026" y="2032"/>
                  </a:lnTo>
                  <a:cubicBezTo>
                    <a:pt x="1174" y="2032"/>
                    <a:pt x="1297" y="1889"/>
                    <a:pt x="1297" y="1746"/>
                  </a:cubicBezTo>
                  <a:lnTo>
                    <a:pt x="1297" y="1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4"/>
            <p:cNvSpPr/>
            <p:nvPr/>
          </p:nvSpPr>
          <p:spPr>
            <a:xfrm>
              <a:off x="3272515" y="5085188"/>
              <a:ext cx="21331" cy="33548"/>
            </a:xfrm>
            <a:custGeom>
              <a:avLst/>
              <a:gdLst/>
              <a:ahLst/>
              <a:cxnLst/>
              <a:rect l="l" t="t" r="r" b="b"/>
              <a:pathLst>
                <a:path w="1292" h="2032" extrusionOk="0">
                  <a:moveTo>
                    <a:pt x="1292" y="1"/>
                  </a:moveTo>
                  <a:lnTo>
                    <a:pt x="0" y="144"/>
                  </a:lnTo>
                  <a:lnTo>
                    <a:pt x="0" y="1746"/>
                  </a:lnTo>
                  <a:cubicBezTo>
                    <a:pt x="0" y="1889"/>
                    <a:pt x="143" y="2032"/>
                    <a:pt x="286" y="2032"/>
                  </a:cubicBezTo>
                  <a:lnTo>
                    <a:pt x="1026" y="2032"/>
                  </a:lnTo>
                  <a:cubicBezTo>
                    <a:pt x="1168" y="2032"/>
                    <a:pt x="1292" y="1889"/>
                    <a:pt x="1292" y="1746"/>
                  </a:cubicBezTo>
                  <a:lnTo>
                    <a:pt x="1292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4"/>
            <p:cNvSpPr/>
            <p:nvPr/>
          </p:nvSpPr>
          <p:spPr>
            <a:xfrm>
              <a:off x="3249711" y="5024143"/>
              <a:ext cx="190294" cy="75319"/>
            </a:xfrm>
            <a:custGeom>
              <a:avLst/>
              <a:gdLst/>
              <a:ahLst/>
              <a:cxnLst/>
              <a:rect l="l" t="t" r="r" b="b"/>
              <a:pathLst>
                <a:path w="11526" h="4562" extrusionOk="0">
                  <a:moveTo>
                    <a:pt x="4275" y="1"/>
                  </a:moveTo>
                  <a:lnTo>
                    <a:pt x="228" y="2258"/>
                  </a:lnTo>
                  <a:cubicBezTo>
                    <a:pt x="85" y="2342"/>
                    <a:pt x="1" y="2505"/>
                    <a:pt x="1" y="2668"/>
                  </a:cubicBezTo>
                  <a:lnTo>
                    <a:pt x="1" y="4107"/>
                  </a:lnTo>
                  <a:cubicBezTo>
                    <a:pt x="1" y="4361"/>
                    <a:pt x="208" y="4562"/>
                    <a:pt x="480" y="4562"/>
                  </a:cubicBezTo>
                  <a:cubicBezTo>
                    <a:pt x="493" y="4562"/>
                    <a:pt x="506" y="4561"/>
                    <a:pt x="519" y="4560"/>
                  </a:cubicBezTo>
                  <a:lnTo>
                    <a:pt x="1381" y="4457"/>
                  </a:lnTo>
                  <a:lnTo>
                    <a:pt x="2673" y="4314"/>
                  </a:lnTo>
                  <a:lnTo>
                    <a:pt x="4275" y="4127"/>
                  </a:lnTo>
                  <a:lnTo>
                    <a:pt x="7232" y="4127"/>
                  </a:lnTo>
                  <a:lnTo>
                    <a:pt x="8958" y="4314"/>
                  </a:lnTo>
                  <a:lnTo>
                    <a:pt x="10254" y="4477"/>
                  </a:lnTo>
                  <a:lnTo>
                    <a:pt x="11013" y="4560"/>
                  </a:lnTo>
                  <a:cubicBezTo>
                    <a:pt x="11026" y="4561"/>
                    <a:pt x="11038" y="4562"/>
                    <a:pt x="11051" y="4562"/>
                  </a:cubicBezTo>
                  <a:cubicBezTo>
                    <a:pt x="11319" y="4562"/>
                    <a:pt x="11526" y="4361"/>
                    <a:pt x="11526" y="4107"/>
                  </a:cubicBezTo>
                  <a:lnTo>
                    <a:pt x="11526" y="2668"/>
                  </a:lnTo>
                  <a:cubicBezTo>
                    <a:pt x="11526" y="2505"/>
                    <a:pt x="11442" y="2342"/>
                    <a:pt x="11299" y="2258"/>
                  </a:cubicBezTo>
                  <a:lnTo>
                    <a:pt x="7232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4"/>
            <p:cNvSpPr/>
            <p:nvPr/>
          </p:nvSpPr>
          <p:spPr>
            <a:xfrm>
              <a:off x="3331513" y="5125890"/>
              <a:ext cx="26482" cy="29470"/>
            </a:xfrm>
            <a:custGeom>
              <a:avLst/>
              <a:gdLst/>
              <a:ahLst/>
              <a:cxnLst/>
              <a:rect l="l" t="t" r="r" b="b"/>
              <a:pathLst>
                <a:path w="1604" h="1785" extrusionOk="0">
                  <a:moveTo>
                    <a:pt x="1" y="0"/>
                  </a:moveTo>
                  <a:lnTo>
                    <a:pt x="1" y="1395"/>
                  </a:lnTo>
                  <a:cubicBezTo>
                    <a:pt x="1" y="1603"/>
                    <a:pt x="183" y="1785"/>
                    <a:pt x="410" y="1785"/>
                  </a:cubicBezTo>
                  <a:lnTo>
                    <a:pt x="1209" y="1785"/>
                  </a:lnTo>
                  <a:cubicBezTo>
                    <a:pt x="1435" y="1785"/>
                    <a:pt x="1603" y="1603"/>
                    <a:pt x="1603" y="139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4"/>
            <p:cNvSpPr/>
            <p:nvPr/>
          </p:nvSpPr>
          <p:spPr>
            <a:xfrm>
              <a:off x="3320284" y="4995660"/>
              <a:ext cx="48853" cy="135283"/>
            </a:xfrm>
            <a:custGeom>
              <a:avLst/>
              <a:gdLst/>
              <a:ahLst/>
              <a:cxnLst/>
              <a:rect l="l" t="t" r="r" b="b"/>
              <a:pathLst>
                <a:path w="2959" h="8194" extrusionOk="0">
                  <a:moveTo>
                    <a:pt x="1" y="1"/>
                  </a:moveTo>
                  <a:lnTo>
                    <a:pt x="1" y="7720"/>
                  </a:lnTo>
                  <a:cubicBezTo>
                    <a:pt x="1" y="7991"/>
                    <a:pt x="227" y="8193"/>
                    <a:pt x="474" y="8193"/>
                  </a:cubicBezTo>
                  <a:lnTo>
                    <a:pt x="2505" y="8193"/>
                  </a:lnTo>
                  <a:cubicBezTo>
                    <a:pt x="2751" y="8193"/>
                    <a:pt x="2958" y="7991"/>
                    <a:pt x="2958" y="7720"/>
                  </a:cubicBezTo>
                  <a:lnTo>
                    <a:pt x="295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4"/>
            <p:cNvSpPr/>
            <p:nvPr/>
          </p:nvSpPr>
          <p:spPr>
            <a:xfrm>
              <a:off x="3320284" y="4957319"/>
              <a:ext cx="48853" cy="38353"/>
            </a:xfrm>
            <a:custGeom>
              <a:avLst/>
              <a:gdLst/>
              <a:ahLst/>
              <a:cxnLst/>
              <a:rect l="l" t="t" r="r" b="b"/>
              <a:pathLst>
                <a:path w="2959" h="2323" extrusionOk="0">
                  <a:moveTo>
                    <a:pt x="1110" y="1"/>
                  </a:moveTo>
                  <a:cubicBezTo>
                    <a:pt x="947" y="1"/>
                    <a:pt x="780" y="104"/>
                    <a:pt x="720" y="267"/>
                  </a:cubicBezTo>
                  <a:lnTo>
                    <a:pt x="1" y="2323"/>
                  </a:lnTo>
                  <a:lnTo>
                    <a:pt x="2958" y="2323"/>
                  </a:lnTo>
                  <a:lnTo>
                    <a:pt x="2258" y="267"/>
                  </a:lnTo>
                  <a:cubicBezTo>
                    <a:pt x="2199" y="104"/>
                    <a:pt x="2037" y="1"/>
                    <a:pt x="1869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4"/>
            <p:cNvSpPr/>
            <p:nvPr/>
          </p:nvSpPr>
          <p:spPr>
            <a:xfrm>
              <a:off x="3320284" y="5155348"/>
              <a:ext cx="48853" cy="22404"/>
            </a:xfrm>
            <a:custGeom>
              <a:avLst/>
              <a:gdLst/>
              <a:ahLst/>
              <a:cxnLst/>
              <a:rect l="l" t="t" r="r" b="b"/>
              <a:pathLst>
                <a:path w="2959" h="1357" extrusionOk="0">
                  <a:moveTo>
                    <a:pt x="804" y="1"/>
                  </a:moveTo>
                  <a:cubicBezTo>
                    <a:pt x="370" y="1"/>
                    <a:pt x="1" y="351"/>
                    <a:pt x="1" y="785"/>
                  </a:cubicBezTo>
                  <a:lnTo>
                    <a:pt x="1" y="1090"/>
                  </a:lnTo>
                  <a:cubicBezTo>
                    <a:pt x="1" y="1233"/>
                    <a:pt x="124" y="1356"/>
                    <a:pt x="267" y="1356"/>
                  </a:cubicBezTo>
                  <a:lnTo>
                    <a:pt x="2712" y="1356"/>
                  </a:lnTo>
                  <a:cubicBezTo>
                    <a:pt x="2855" y="1356"/>
                    <a:pt x="2958" y="1233"/>
                    <a:pt x="2958" y="1090"/>
                  </a:cubicBezTo>
                  <a:lnTo>
                    <a:pt x="2958" y="785"/>
                  </a:lnTo>
                  <a:cubicBezTo>
                    <a:pt x="2958" y="351"/>
                    <a:pt x="2608" y="1"/>
                    <a:pt x="2180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4"/>
            <p:cNvSpPr/>
            <p:nvPr/>
          </p:nvSpPr>
          <p:spPr>
            <a:xfrm>
              <a:off x="3084903" y="4949839"/>
              <a:ext cx="520857" cy="356385"/>
            </a:xfrm>
            <a:custGeom>
              <a:avLst/>
              <a:gdLst/>
              <a:ahLst/>
              <a:cxnLst/>
              <a:rect l="l" t="t" r="r" b="b"/>
              <a:pathLst>
                <a:path w="31548" h="21586" extrusionOk="0">
                  <a:moveTo>
                    <a:pt x="16085" y="927"/>
                  </a:moveTo>
                  <a:lnTo>
                    <a:pt x="16577" y="2302"/>
                  </a:lnTo>
                  <a:lnTo>
                    <a:pt x="14911" y="2302"/>
                  </a:lnTo>
                  <a:lnTo>
                    <a:pt x="15404" y="927"/>
                  </a:lnTo>
                  <a:close/>
                  <a:moveTo>
                    <a:pt x="13802" y="5280"/>
                  </a:moveTo>
                  <a:lnTo>
                    <a:pt x="13802" y="8218"/>
                  </a:lnTo>
                  <a:lnTo>
                    <a:pt x="10435" y="8587"/>
                  </a:lnTo>
                  <a:lnTo>
                    <a:pt x="10435" y="7168"/>
                  </a:lnTo>
                  <a:cubicBezTo>
                    <a:pt x="10455" y="7168"/>
                    <a:pt x="13802" y="5280"/>
                    <a:pt x="13802" y="5280"/>
                  </a:cubicBezTo>
                  <a:close/>
                  <a:moveTo>
                    <a:pt x="17687" y="5280"/>
                  </a:moveTo>
                  <a:lnTo>
                    <a:pt x="21034" y="7168"/>
                  </a:lnTo>
                  <a:lnTo>
                    <a:pt x="21034" y="8587"/>
                  </a:lnTo>
                  <a:lnTo>
                    <a:pt x="17687" y="8218"/>
                  </a:lnTo>
                  <a:lnTo>
                    <a:pt x="17687" y="5280"/>
                  </a:lnTo>
                  <a:close/>
                  <a:moveTo>
                    <a:pt x="12200" y="9327"/>
                  </a:moveTo>
                  <a:lnTo>
                    <a:pt x="12200" y="9755"/>
                  </a:lnTo>
                  <a:lnTo>
                    <a:pt x="11830" y="9755"/>
                  </a:lnTo>
                  <a:lnTo>
                    <a:pt x="11830" y="9366"/>
                  </a:lnTo>
                  <a:lnTo>
                    <a:pt x="12200" y="9327"/>
                  </a:lnTo>
                  <a:close/>
                  <a:moveTo>
                    <a:pt x="19412" y="9346"/>
                  </a:moveTo>
                  <a:lnTo>
                    <a:pt x="19782" y="9386"/>
                  </a:lnTo>
                  <a:lnTo>
                    <a:pt x="19782" y="9755"/>
                  </a:lnTo>
                  <a:lnTo>
                    <a:pt x="19412" y="9755"/>
                  </a:lnTo>
                  <a:lnTo>
                    <a:pt x="19412" y="9346"/>
                  </a:lnTo>
                  <a:close/>
                  <a:moveTo>
                    <a:pt x="16760" y="3224"/>
                  </a:moveTo>
                  <a:lnTo>
                    <a:pt x="16760" y="10495"/>
                  </a:lnTo>
                  <a:lnTo>
                    <a:pt x="14729" y="10495"/>
                  </a:lnTo>
                  <a:lnTo>
                    <a:pt x="14729" y="3224"/>
                  </a:lnTo>
                  <a:close/>
                  <a:moveTo>
                    <a:pt x="16085" y="11422"/>
                  </a:moveTo>
                  <a:lnTo>
                    <a:pt x="16085" y="11974"/>
                  </a:lnTo>
                  <a:lnTo>
                    <a:pt x="15404" y="11974"/>
                  </a:lnTo>
                  <a:lnTo>
                    <a:pt x="15404" y="11422"/>
                  </a:lnTo>
                  <a:close/>
                  <a:moveTo>
                    <a:pt x="16435" y="12900"/>
                  </a:moveTo>
                  <a:cubicBezTo>
                    <a:pt x="16617" y="12900"/>
                    <a:pt x="16760" y="13043"/>
                    <a:pt x="16760" y="13231"/>
                  </a:cubicBezTo>
                  <a:lnTo>
                    <a:pt x="16760" y="13329"/>
                  </a:lnTo>
                  <a:lnTo>
                    <a:pt x="14729" y="13329"/>
                  </a:lnTo>
                  <a:lnTo>
                    <a:pt x="14729" y="13231"/>
                  </a:lnTo>
                  <a:cubicBezTo>
                    <a:pt x="14729" y="13043"/>
                    <a:pt x="14872" y="12900"/>
                    <a:pt x="15059" y="12900"/>
                  </a:cubicBezTo>
                  <a:close/>
                  <a:moveTo>
                    <a:pt x="29414" y="6551"/>
                  </a:moveTo>
                  <a:cubicBezTo>
                    <a:pt x="30094" y="6551"/>
                    <a:pt x="30626" y="7089"/>
                    <a:pt x="30626" y="7764"/>
                  </a:cubicBezTo>
                  <a:lnTo>
                    <a:pt x="30626" y="19452"/>
                  </a:lnTo>
                  <a:cubicBezTo>
                    <a:pt x="30626" y="20132"/>
                    <a:pt x="30094" y="20664"/>
                    <a:pt x="29414" y="20664"/>
                  </a:cubicBezTo>
                  <a:lnTo>
                    <a:pt x="2139" y="20664"/>
                  </a:lnTo>
                  <a:cubicBezTo>
                    <a:pt x="1459" y="20664"/>
                    <a:pt x="927" y="20132"/>
                    <a:pt x="927" y="19452"/>
                  </a:cubicBezTo>
                  <a:lnTo>
                    <a:pt x="927" y="7764"/>
                  </a:lnTo>
                  <a:cubicBezTo>
                    <a:pt x="927" y="7089"/>
                    <a:pt x="1459" y="6551"/>
                    <a:pt x="2139" y="6551"/>
                  </a:cubicBezTo>
                  <a:lnTo>
                    <a:pt x="9760" y="6551"/>
                  </a:lnTo>
                  <a:cubicBezTo>
                    <a:pt x="9612" y="6719"/>
                    <a:pt x="9514" y="6946"/>
                    <a:pt x="9514" y="7168"/>
                  </a:cubicBezTo>
                  <a:lnTo>
                    <a:pt x="4727" y="7168"/>
                  </a:lnTo>
                  <a:cubicBezTo>
                    <a:pt x="4397" y="7168"/>
                    <a:pt x="4131" y="7439"/>
                    <a:pt x="4131" y="7764"/>
                  </a:cubicBezTo>
                  <a:lnTo>
                    <a:pt x="4131" y="19452"/>
                  </a:lnTo>
                  <a:cubicBezTo>
                    <a:pt x="4131" y="19782"/>
                    <a:pt x="4397" y="20048"/>
                    <a:pt x="4727" y="20048"/>
                  </a:cubicBezTo>
                  <a:lnTo>
                    <a:pt x="7665" y="20048"/>
                  </a:lnTo>
                  <a:cubicBezTo>
                    <a:pt x="7912" y="20048"/>
                    <a:pt x="8114" y="19841"/>
                    <a:pt x="8114" y="19594"/>
                  </a:cubicBezTo>
                  <a:cubicBezTo>
                    <a:pt x="8114" y="19328"/>
                    <a:pt x="7912" y="19121"/>
                    <a:pt x="7665" y="19121"/>
                  </a:cubicBezTo>
                  <a:lnTo>
                    <a:pt x="5053" y="19121"/>
                  </a:lnTo>
                  <a:lnTo>
                    <a:pt x="5053" y="8094"/>
                  </a:lnTo>
                  <a:lnTo>
                    <a:pt x="9514" y="8094"/>
                  </a:lnTo>
                  <a:lnTo>
                    <a:pt x="9514" y="8607"/>
                  </a:lnTo>
                  <a:cubicBezTo>
                    <a:pt x="9514" y="8873"/>
                    <a:pt x="9637" y="9120"/>
                    <a:pt x="9819" y="9287"/>
                  </a:cubicBezTo>
                  <a:cubicBezTo>
                    <a:pt x="10007" y="9430"/>
                    <a:pt x="10209" y="9509"/>
                    <a:pt x="10435" y="9509"/>
                  </a:cubicBezTo>
                  <a:lnTo>
                    <a:pt x="10539" y="9509"/>
                  </a:lnTo>
                  <a:lnTo>
                    <a:pt x="10909" y="9470"/>
                  </a:lnTo>
                  <a:lnTo>
                    <a:pt x="10909" y="9943"/>
                  </a:lnTo>
                  <a:cubicBezTo>
                    <a:pt x="10909" y="10352"/>
                    <a:pt x="11239" y="10682"/>
                    <a:pt x="11648" y="10682"/>
                  </a:cubicBezTo>
                  <a:lnTo>
                    <a:pt x="12388" y="10682"/>
                  </a:lnTo>
                  <a:cubicBezTo>
                    <a:pt x="12797" y="10682"/>
                    <a:pt x="13127" y="10352"/>
                    <a:pt x="13127" y="9943"/>
                  </a:cubicBezTo>
                  <a:lnTo>
                    <a:pt x="13127" y="9223"/>
                  </a:lnTo>
                  <a:lnTo>
                    <a:pt x="13802" y="9139"/>
                  </a:lnTo>
                  <a:lnTo>
                    <a:pt x="13802" y="10495"/>
                  </a:lnTo>
                  <a:cubicBezTo>
                    <a:pt x="13802" y="10929"/>
                    <a:pt x="14093" y="11279"/>
                    <a:pt x="14482" y="11382"/>
                  </a:cubicBezTo>
                  <a:lnTo>
                    <a:pt x="14482" y="12038"/>
                  </a:lnTo>
                  <a:lnTo>
                    <a:pt x="14482" y="12122"/>
                  </a:lnTo>
                  <a:cubicBezTo>
                    <a:pt x="14073" y="12324"/>
                    <a:pt x="13802" y="12757"/>
                    <a:pt x="13802" y="13231"/>
                  </a:cubicBezTo>
                  <a:lnTo>
                    <a:pt x="13802" y="13536"/>
                  </a:lnTo>
                  <a:cubicBezTo>
                    <a:pt x="13802" y="13926"/>
                    <a:pt x="14133" y="14256"/>
                    <a:pt x="14522" y="14256"/>
                  </a:cubicBezTo>
                  <a:lnTo>
                    <a:pt x="16967" y="14256"/>
                  </a:lnTo>
                  <a:cubicBezTo>
                    <a:pt x="17356" y="14256"/>
                    <a:pt x="17687" y="13926"/>
                    <a:pt x="17687" y="13536"/>
                  </a:cubicBezTo>
                  <a:lnTo>
                    <a:pt x="17687" y="13231"/>
                  </a:lnTo>
                  <a:cubicBezTo>
                    <a:pt x="17687" y="12757"/>
                    <a:pt x="17401" y="12324"/>
                    <a:pt x="17006" y="12122"/>
                  </a:cubicBezTo>
                  <a:lnTo>
                    <a:pt x="17006" y="12038"/>
                  </a:lnTo>
                  <a:lnTo>
                    <a:pt x="17006" y="11382"/>
                  </a:lnTo>
                  <a:cubicBezTo>
                    <a:pt x="17401" y="11279"/>
                    <a:pt x="17687" y="10929"/>
                    <a:pt x="17687" y="10495"/>
                  </a:cubicBezTo>
                  <a:lnTo>
                    <a:pt x="17687" y="9139"/>
                  </a:lnTo>
                  <a:lnTo>
                    <a:pt x="18485" y="9223"/>
                  </a:lnTo>
                  <a:lnTo>
                    <a:pt x="18485" y="9943"/>
                  </a:lnTo>
                  <a:cubicBezTo>
                    <a:pt x="18485" y="10352"/>
                    <a:pt x="18815" y="10682"/>
                    <a:pt x="19225" y="10682"/>
                  </a:cubicBezTo>
                  <a:lnTo>
                    <a:pt x="19964" y="10682"/>
                  </a:lnTo>
                  <a:cubicBezTo>
                    <a:pt x="20378" y="10682"/>
                    <a:pt x="20703" y="10352"/>
                    <a:pt x="20703" y="9943"/>
                  </a:cubicBezTo>
                  <a:lnTo>
                    <a:pt x="20703" y="9489"/>
                  </a:lnTo>
                  <a:lnTo>
                    <a:pt x="20950" y="9509"/>
                  </a:lnTo>
                  <a:lnTo>
                    <a:pt x="21053" y="9509"/>
                  </a:lnTo>
                  <a:cubicBezTo>
                    <a:pt x="21280" y="9509"/>
                    <a:pt x="21487" y="9430"/>
                    <a:pt x="21670" y="9287"/>
                  </a:cubicBezTo>
                  <a:cubicBezTo>
                    <a:pt x="21857" y="9120"/>
                    <a:pt x="21960" y="8873"/>
                    <a:pt x="21960" y="8607"/>
                  </a:cubicBezTo>
                  <a:lnTo>
                    <a:pt x="21960" y="8094"/>
                  </a:lnTo>
                  <a:lnTo>
                    <a:pt x="26190" y="8094"/>
                  </a:lnTo>
                  <a:lnTo>
                    <a:pt x="26190" y="19121"/>
                  </a:lnTo>
                  <a:lnTo>
                    <a:pt x="9514" y="19121"/>
                  </a:lnTo>
                  <a:cubicBezTo>
                    <a:pt x="9243" y="19121"/>
                    <a:pt x="9040" y="19328"/>
                    <a:pt x="9040" y="19594"/>
                  </a:cubicBezTo>
                  <a:cubicBezTo>
                    <a:pt x="9040" y="19841"/>
                    <a:pt x="9243" y="20048"/>
                    <a:pt x="9514" y="20048"/>
                  </a:cubicBezTo>
                  <a:lnTo>
                    <a:pt x="26520" y="20048"/>
                  </a:lnTo>
                  <a:cubicBezTo>
                    <a:pt x="26845" y="20048"/>
                    <a:pt x="27112" y="19782"/>
                    <a:pt x="27112" y="19452"/>
                  </a:cubicBezTo>
                  <a:lnTo>
                    <a:pt x="27112" y="7764"/>
                  </a:lnTo>
                  <a:cubicBezTo>
                    <a:pt x="27112" y="7439"/>
                    <a:pt x="26845" y="7168"/>
                    <a:pt x="26520" y="7168"/>
                  </a:cubicBezTo>
                  <a:lnTo>
                    <a:pt x="21960" y="7168"/>
                  </a:lnTo>
                  <a:cubicBezTo>
                    <a:pt x="21960" y="6946"/>
                    <a:pt x="21877" y="6719"/>
                    <a:pt x="21734" y="6551"/>
                  </a:cubicBezTo>
                  <a:close/>
                  <a:moveTo>
                    <a:pt x="15365" y="0"/>
                  </a:moveTo>
                  <a:cubicBezTo>
                    <a:pt x="14995" y="0"/>
                    <a:pt x="14665" y="227"/>
                    <a:pt x="14542" y="577"/>
                  </a:cubicBezTo>
                  <a:lnTo>
                    <a:pt x="13827" y="2608"/>
                  </a:lnTo>
                  <a:cubicBezTo>
                    <a:pt x="13827" y="2652"/>
                    <a:pt x="13802" y="2692"/>
                    <a:pt x="13802" y="2731"/>
                  </a:cubicBezTo>
                  <a:lnTo>
                    <a:pt x="13802" y="4210"/>
                  </a:lnTo>
                  <a:lnTo>
                    <a:pt x="11298" y="5630"/>
                  </a:lnTo>
                  <a:lnTo>
                    <a:pt x="2139" y="5630"/>
                  </a:lnTo>
                  <a:cubicBezTo>
                    <a:pt x="966" y="5630"/>
                    <a:pt x="0" y="6596"/>
                    <a:pt x="0" y="7764"/>
                  </a:cubicBezTo>
                  <a:lnTo>
                    <a:pt x="0" y="19452"/>
                  </a:lnTo>
                  <a:cubicBezTo>
                    <a:pt x="0" y="20644"/>
                    <a:pt x="966" y="21586"/>
                    <a:pt x="2139" y="21586"/>
                  </a:cubicBezTo>
                  <a:lnTo>
                    <a:pt x="29414" y="21586"/>
                  </a:lnTo>
                  <a:cubicBezTo>
                    <a:pt x="30587" y="21586"/>
                    <a:pt x="31548" y="20644"/>
                    <a:pt x="31548" y="19452"/>
                  </a:cubicBezTo>
                  <a:lnTo>
                    <a:pt x="31548" y="7764"/>
                  </a:lnTo>
                  <a:cubicBezTo>
                    <a:pt x="31548" y="6596"/>
                    <a:pt x="30587" y="5630"/>
                    <a:pt x="29414" y="5630"/>
                  </a:cubicBezTo>
                  <a:lnTo>
                    <a:pt x="20191" y="5630"/>
                  </a:lnTo>
                  <a:lnTo>
                    <a:pt x="17687" y="4210"/>
                  </a:lnTo>
                  <a:lnTo>
                    <a:pt x="17687" y="2692"/>
                  </a:lnTo>
                  <a:cubicBezTo>
                    <a:pt x="17687" y="2692"/>
                    <a:pt x="17667" y="2652"/>
                    <a:pt x="17667" y="2608"/>
                  </a:cubicBezTo>
                  <a:lnTo>
                    <a:pt x="16947" y="577"/>
                  </a:lnTo>
                  <a:cubicBezTo>
                    <a:pt x="16824" y="227"/>
                    <a:pt x="16494" y="0"/>
                    <a:pt x="1612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4"/>
            <p:cNvSpPr/>
            <p:nvPr/>
          </p:nvSpPr>
          <p:spPr>
            <a:xfrm>
              <a:off x="3537701" y="5152673"/>
              <a:ext cx="43718" cy="43718"/>
            </a:xfrm>
            <a:custGeom>
              <a:avLst/>
              <a:gdLst/>
              <a:ahLst/>
              <a:cxnLst/>
              <a:rect l="l" t="t" r="r" b="b"/>
              <a:pathLst>
                <a:path w="2648" h="2648" extrusionOk="0">
                  <a:moveTo>
                    <a:pt x="1316" y="922"/>
                  </a:moveTo>
                  <a:cubicBezTo>
                    <a:pt x="1538" y="922"/>
                    <a:pt x="1725" y="1109"/>
                    <a:pt x="1725" y="1336"/>
                  </a:cubicBezTo>
                  <a:cubicBezTo>
                    <a:pt x="1725" y="1538"/>
                    <a:pt x="1538" y="1726"/>
                    <a:pt x="1316" y="1726"/>
                  </a:cubicBezTo>
                  <a:cubicBezTo>
                    <a:pt x="1109" y="1726"/>
                    <a:pt x="922" y="1538"/>
                    <a:pt x="922" y="1336"/>
                  </a:cubicBezTo>
                  <a:cubicBezTo>
                    <a:pt x="922" y="1109"/>
                    <a:pt x="1109" y="922"/>
                    <a:pt x="1316" y="922"/>
                  </a:cubicBezTo>
                  <a:close/>
                  <a:moveTo>
                    <a:pt x="1316" y="0"/>
                  </a:moveTo>
                  <a:cubicBezTo>
                    <a:pt x="597" y="0"/>
                    <a:pt x="0" y="597"/>
                    <a:pt x="0" y="1336"/>
                  </a:cubicBezTo>
                  <a:cubicBezTo>
                    <a:pt x="0" y="2056"/>
                    <a:pt x="597" y="2647"/>
                    <a:pt x="1316" y="2647"/>
                  </a:cubicBezTo>
                  <a:cubicBezTo>
                    <a:pt x="2056" y="2647"/>
                    <a:pt x="2647" y="2056"/>
                    <a:pt x="2647" y="1336"/>
                  </a:cubicBezTo>
                  <a:cubicBezTo>
                    <a:pt x="2647" y="597"/>
                    <a:pt x="2056" y="0"/>
                    <a:pt x="131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4"/>
            <p:cNvSpPr/>
            <p:nvPr/>
          </p:nvSpPr>
          <p:spPr>
            <a:xfrm>
              <a:off x="3275190" y="5175047"/>
              <a:ext cx="15239" cy="40714"/>
            </a:xfrm>
            <a:custGeom>
              <a:avLst/>
              <a:gdLst/>
              <a:ahLst/>
              <a:cxnLst/>
              <a:rect l="l" t="t" r="r" b="b"/>
              <a:pathLst>
                <a:path w="923" h="2466" extrusionOk="0">
                  <a:moveTo>
                    <a:pt x="454" y="1"/>
                  </a:moveTo>
                  <a:cubicBezTo>
                    <a:pt x="208" y="1"/>
                    <a:pt x="1" y="208"/>
                    <a:pt x="1" y="474"/>
                  </a:cubicBezTo>
                  <a:lnTo>
                    <a:pt x="1" y="2012"/>
                  </a:lnTo>
                  <a:cubicBezTo>
                    <a:pt x="1" y="2258"/>
                    <a:pt x="208" y="2465"/>
                    <a:pt x="454" y="2465"/>
                  </a:cubicBezTo>
                  <a:cubicBezTo>
                    <a:pt x="721" y="2465"/>
                    <a:pt x="923" y="2258"/>
                    <a:pt x="923" y="2012"/>
                  </a:cubicBezTo>
                  <a:lnTo>
                    <a:pt x="923" y="474"/>
                  </a:lnTo>
                  <a:cubicBezTo>
                    <a:pt x="923" y="208"/>
                    <a:pt x="721" y="1"/>
                    <a:pt x="45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4"/>
            <p:cNvSpPr/>
            <p:nvPr/>
          </p:nvSpPr>
          <p:spPr>
            <a:xfrm>
              <a:off x="3401359" y="5175047"/>
              <a:ext cx="15239" cy="40714"/>
            </a:xfrm>
            <a:custGeom>
              <a:avLst/>
              <a:gdLst/>
              <a:ahLst/>
              <a:cxnLst/>
              <a:rect l="l" t="t" r="r" b="b"/>
              <a:pathLst>
                <a:path w="923" h="2466" extrusionOk="0">
                  <a:moveTo>
                    <a:pt x="454" y="1"/>
                  </a:moveTo>
                  <a:cubicBezTo>
                    <a:pt x="207" y="1"/>
                    <a:pt x="0" y="208"/>
                    <a:pt x="0" y="474"/>
                  </a:cubicBezTo>
                  <a:lnTo>
                    <a:pt x="0" y="2012"/>
                  </a:lnTo>
                  <a:cubicBezTo>
                    <a:pt x="0" y="2258"/>
                    <a:pt x="207" y="2465"/>
                    <a:pt x="454" y="2465"/>
                  </a:cubicBezTo>
                  <a:cubicBezTo>
                    <a:pt x="720" y="2465"/>
                    <a:pt x="922" y="2258"/>
                    <a:pt x="922" y="2012"/>
                  </a:cubicBezTo>
                  <a:lnTo>
                    <a:pt x="922" y="474"/>
                  </a:lnTo>
                  <a:cubicBezTo>
                    <a:pt x="922" y="208"/>
                    <a:pt x="720" y="1"/>
                    <a:pt x="45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4"/>
            <p:cNvSpPr/>
            <p:nvPr/>
          </p:nvSpPr>
          <p:spPr>
            <a:xfrm>
              <a:off x="3338283" y="5214692"/>
              <a:ext cx="15222" cy="40714"/>
            </a:xfrm>
            <a:custGeom>
              <a:avLst/>
              <a:gdLst/>
              <a:ahLst/>
              <a:cxnLst/>
              <a:rect l="l" t="t" r="r" b="b"/>
              <a:pathLst>
                <a:path w="922" h="2466" extrusionOk="0">
                  <a:moveTo>
                    <a:pt x="454" y="0"/>
                  </a:moveTo>
                  <a:cubicBezTo>
                    <a:pt x="207" y="0"/>
                    <a:pt x="0" y="207"/>
                    <a:pt x="0" y="474"/>
                  </a:cubicBezTo>
                  <a:lnTo>
                    <a:pt x="0" y="2017"/>
                  </a:lnTo>
                  <a:cubicBezTo>
                    <a:pt x="0" y="2263"/>
                    <a:pt x="207" y="2465"/>
                    <a:pt x="454" y="2465"/>
                  </a:cubicBezTo>
                  <a:cubicBezTo>
                    <a:pt x="720" y="2465"/>
                    <a:pt x="922" y="2263"/>
                    <a:pt x="922" y="2017"/>
                  </a:cubicBezTo>
                  <a:lnTo>
                    <a:pt x="922" y="474"/>
                  </a:lnTo>
                  <a:cubicBezTo>
                    <a:pt x="922" y="207"/>
                    <a:pt x="720" y="0"/>
                    <a:pt x="4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4"/>
            <p:cNvSpPr/>
            <p:nvPr/>
          </p:nvSpPr>
          <p:spPr>
            <a:xfrm>
              <a:off x="3337226" y="5055978"/>
              <a:ext cx="15305" cy="33614"/>
            </a:xfrm>
            <a:custGeom>
              <a:avLst/>
              <a:gdLst/>
              <a:ahLst/>
              <a:cxnLst/>
              <a:rect l="l" t="t" r="r" b="b"/>
              <a:pathLst>
                <a:path w="927" h="2036" extrusionOk="0">
                  <a:moveTo>
                    <a:pt x="454" y="0"/>
                  </a:moveTo>
                  <a:cubicBezTo>
                    <a:pt x="207" y="0"/>
                    <a:pt x="0" y="207"/>
                    <a:pt x="0" y="473"/>
                  </a:cubicBezTo>
                  <a:lnTo>
                    <a:pt x="0" y="1583"/>
                  </a:lnTo>
                  <a:cubicBezTo>
                    <a:pt x="0" y="1829"/>
                    <a:pt x="207" y="2036"/>
                    <a:pt x="454" y="2036"/>
                  </a:cubicBezTo>
                  <a:cubicBezTo>
                    <a:pt x="720" y="2036"/>
                    <a:pt x="927" y="1829"/>
                    <a:pt x="927" y="1583"/>
                  </a:cubicBezTo>
                  <a:lnTo>
                    <a:pt x="927" y="473"/>
                  </a:lnTo>
                  <a:cubicBezTo>
                    <a:pt x="927" y="207"/>
                    <a:pt x="720" y="0"/>
                    <a:pt x="4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4"/>
            <p:cNvSpPr/>
            <p:nvPr/>
          </p:nvSpPr>
          <p:spPr>
            <a:xfrm>
              <a:off x="3337226" y="5013245"/>
              <a:ext cx="15305" cy="34605"/>
            </a:xfrm>
            <a:custGeom>
              <a:avLst/>
              <a:gdLst/>
              <a:ahLst/>
              <a:cxnLst/>
              <a:rect l="l" t="t" r="r" b="b"/>
              <a:pathLst>
                <a:path w="927" h="2096" extrusionOk="0">
                  <a:moveTo>
                    <a:pt x="454" y="0"/>
                  </a:moveTo>
                  <a:cubicBezTo>
                    <a:pt x="207" y="0"/>
                    <a:pt x="0" y="207"/>
                    <a:pt x="0" y="474"/>
                  </a:cubicBezTo>
                  <a:lnTo>
                    <a:pt x="0" y="1647"/>
                  </a:lnTo>
                  <a:cubicBezTo>
                    <a:pt x="0" y="1893"/>
                    <a:pt x="207" y="2095"/>
                    <a:pt x="454" y="2095"/>
                  </a:cubicBezTo>
                  <a:cubicBezTo>
                    <a:pt x="720" y="2095"/>
                    <a:pt x="927" y="1893"/>
                    <a:pt x="927" y="1647"/>
                  </a:cubicBezTo>
                  <a:lnTo>
                    <a:pt x="927" y="474"/>
                  </a:lnTo>
                  <a:cubicBezTo>
                    <a:pt x="927" y="207"/>
                    <a:pt x="720" y="0"/>
                    <a:pt x="4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6" name="Google Shape;2106;p44"/>
          <p:cNvGrpSpPr/>
          <p:nvPr/>
        </p:nvGrpSpPr>
        <p:grpSpPr>
          <a:xfrm>
            <a:off x="3145243" y="1767986"/>
            <a:ext cx="520847" cy="293092"/>
            <a:chOff x="1518126" y="3267105"/>
            <a:chExt cx="547741" cy="302656"/>
          </a:xfrm>
        </p:grpSpPr>
        <p:sp>
          <p:nvSpPr>
            <p:cNvPr id="2107" name="Google Shape;2107;p44"/>
            <p:cNvSpPr/>
            <p:nvPr/>
          </p:nvSpPr>
          <p:spPr>
            <a:xfrm>
              <a:off x="1941452" y="3284573"/>
              <a:ext cx="84130" cy="47769"/>
            </a:xfrm>
            <a:custGeom>
              <a:avLst/>
              <a:gdLst/>
              <a:ahLst/>
              <a:cxnLst/>
              <a:rect l="l" t="t" r="r" b="b"/>
              <a:pathLst>
                <a:path w="236" h="134" extrusionOk="0">
                  <a:moveTo>
                    <a:pt x="1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236" y="134"/>
                    <a:pt x="236" y="134"/>
                    <a:pt x="236" y="134"/>
                  </a:cubicBezTo>
                  <a:cubicBezTo>
                    <a:pt x="236" y="40"/>
                    <a:pt x="236" y="40"/>
                    <a:pt x="236" y="40"/>
                  </a:cubicBezTo>
                  <a:cubicBezTo>
                    <a:pt x="236" y="18"/>
                    <a:pt x="217" y="0"/>
                    <a:pt x="195" y="0"/>
                  </a:cubicBezTo>
                  <a:close/>
                  <a:moveTo>
                    <a:pt x="195" y="0"/>
                  </a:moveTo>
                  <a:cubicBezTo>
                    <a:pt x="195" y="0"/>
                    <a:pt x="195" y="0"/>
                    <a:pt x="195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44"/>
            <p:cNvSpPr/>
            <p:nvPr/>
          </p:nvSpPr>
          <p:spPr>
            <a:xfrm>
              <a:off x="1559122" y="3284573"/>
              <a:ext cx="64524" cy="39926"/>
            </a:xfrm>
            <a:custGeom>
              <a:avLst/>
              <a:gdLst/>
              <a:ahLst/>
              <a:cxnLst/>
              <a:rect l="l" t="t" r="r" b="b"/>
              <a:pathLst>
                <a:path w="181" h="112" extrusionOk="0">
                  <a:moveTo>
                    <a:pt x="41" y="0"/>
                  </a:moveTo>
                  <a:cubicBezTo>
                    <a:pt x="19" y="0"/>
                    <a:pt x="0" y="18"/>
                    <a:pt x="0" y="40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181" y="112"/>
                    <a:pt x="181" y="112"/>
                    <a:pt x="181" y="112"/>
                  </a:cubicBezTo>
                  <a:cubicBezTo>
                    <a:pt x="181" y="0"/>
                    <a:pt x="181" y="0"/>
                    <a:pt x="181" y="0"/>
                  </a:cubicBezTo>
                  <a:lnTo>
                    <a:pt x="41" y="0"/>
                  </a:lnTo>
                  <a:close/>
                  <a:moveTo>
                    <a:pt x="41" y="0"/>
                  </a:moveTo>
                  <a:cubicBezTo>
                    <a:pt x="41" y="0"/>
                    <a:pt x="41" y="0"/>
                    <a:pt x="41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44"/>
            <p:cNvSpPr/>
            <p:nvPr/>
          </p:nvSpPr>
          <p:spPr>
            <a:xfrm>
              <a:off x="1525969" y="3275304"/>
              <a:ext cx="531698" cy="286257"/>
            </a:xfrm>
            <a:custGeom>
              <a:avLst/>
              <a:gdLst/>
              <a:ahLst/>
              <a:cxnLst/>
              <a:rect l="l" t="t" r="r" b="b"/>
              <a:pathLst>
                <a:path w="1491" h="803" extrusionOk="0">
                  <a:moveTo>
                    <a:pt x="1190" y="0"/>
                  </a:moveTo>
                  <a:cubicBezTo>
                    <a:pt x="1202" y="0"/>
                    <a:pt x="1213" y="6"/>
                    <a:pt x="1219" y="18"/>
                  </a:cubicBezTo>
                  <a:cubicBezTo>
                    <a:pt x="1223" y="26"/>
                    <a:pt x="1223" y="26"/>
                    <a:pt x="1223" y="26"/>
                  </a:cubicBezTo>
                  <a:cubicBezTo>
                    <a:pt x="1242" y="68"/>
                    <a:pt x="1242" y="68"/>
                    <a:pt x="1242" y="68"/>
                  </a:cubicBezTo>
                  <a:cubicBezTo>
                    <a:pt x="1253" y="90"/>
                    <a:pt x="1275" y="104"/>
                    <a:pt x="1299" y="104"/>
                  </a:cubicBezTo>
                  <a:cubicBezTo>
                    <a:pt x="1432" y="104"/>
                    <a:pt x="1432" y="104"/>
                    <a:pt x="1432" y="104"/>
                  </a:cubicBezTo>
                  <a:cubicBezTo>
                    <a:pt x="1465" y="104"/>
                    <a:pt x="1491" y="130"/>
                    <a:pt x="1491" y="163"/>
                  </a:cubicBezTo>
                  <a:cubicBezTo>
                    <a:pt x="1491" y="585"/>
                    <a:pt x="1491" y="585"/>
                    <a:pt x="1491" y="585"/>
                  </a:cubicBezTo>
                  <a:cubicBezTo>
                    <a:pt x="1491" y="618"/>
                    <a:pt x="1465" y="644"/>
                    <a:pt x="1432" y="644"/>
                  </a:cubicBezTo>
                  <a:cubicBezTo>
                    <a:pt x="1322" y="644"/>
                    <a:pt x="1322" y="644"/>
                    <a:pt x="1322" y="644"/>
                  </a:cubicBezTo>
                  <a:cubicBezTo>
                    <a:pt x="1278" y="644"/>
                    <a:pt x="1237" y="661"/>
                    <a:pt x="1206" y="692"/>
                  </a:cubicBezTo>
                  <a:cubicBezTo>
                    <a:pt x="1139" y="761"/>
                    <a:pt x="1046" y="803"/>
                    <a:pt x="943" y="803"/>
                  </a:cubicBezTo>
                  <a:cubicBezTo>
                    <a:pt x="552" y="803"/>
                    <a:pt x="552" y="803"/>
                    <a:pt x="552" y="803"/>
                  </a:cubicBezTo>
                  <a:cubicBezTo>
                    <a:pt x="448" y="803"/>
                    <a:pt x="355" y="761"/>
                    <a:pt x="288" y="692"/>
                  </a:cubicBezTo>
                  <a:cubicBezTo>
                    <a:pt x="258" y="661"/>
                    <a:pt x="216" y="644"/>
                    <a:pt x="172" y="644"/>
                  </a:cubicBezTo>
                  <a:cubicBezTo>
                    <a:pt x="59" y="644"/>
                    <a:pt x="59" y="644"/>
                    <a:pt x="59" y="644"/>
                  </a:cubicBezTo>
                  <a:cubicBezTo>
                    <a:pt x="26" y="644"/>
                    <a:pt x="0" y="618"/>
                    <a:pt x="0" y="585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130"/>
                    <a:pt x="26" y="104"/>
                    <a:pt x="59" y="104"/>
                  </a:cubicBezTo>
                  <a:cubicBezTo>
                    <a:pt x="195" y="104"/>
                    <a:pt x="195" y="104"/>
                    <a:pt x="195" y="104"/>
                  </a:cubicBezTo>
                  <a:cubicBezTo>
                    <a:pt x="219" y="104"/>
                    <a:pt x="242" y="90"/>
                    <a:pt x="252" y="68"/>
                  </a:cubicBezTo>
                  <a:cubicBezTo>
                    <a:pt x="271" y="26"/>
                    <a:pt x="271" y="26"/>
                    <a:pt x="271" y="26"/>
                  </a:cubicBezTo>
                  <a:cubicBezTo>
                    <a:pt x="275" y="18"/>
                    <a:pt x="275" y="18"/>
                    <a:pt x="275" y="18"/>
                  </a:cubicBezTo>
                  <a:cubicBezTo>
                    <a:pt x="282" y="6"/>
                    <a:pt x="293" y="0"/>
                    <a:pt x="304" y="0"/>
                  </a:cubicBezTo>
                  <a:lnTo>
                    <a:pt x="1190" y="0"/>
                  </a:lnTo>
                  <a:close/>
                  <a:moveTo>
                    <a:pt x="1190" y="0"/>
                  </a:moveTo>
                  <a:cubicBezTo>
                    <a:pt x="1190" y="0"/>
                    <a:pt x="1190" y="0"/>
                    <a:pt x="1190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44"/>
            <p:cNvSpPr/>
            <p:nvPr/>
          </p:nvSpPr>
          <p:spPr>
            <a:xfrm>
              <a:off x="1958563" y="3399717"/>
              <a:ext cx="34223" cy="34223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96" y="48"/>
                  </a:moveTo>
                  <a:cubicBezTo>
                    <a:pt x="96" y="75"/>
                    <a:pt x="75" y="96"/>
                    <a:pt x="48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</a:path>
              </a:pathLst>
            </a:custGeom>
            <a:solidFill>
              <a:srgbClr val="5BCE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44"/>
            <p:cNvSpPr/>
            <p:nvPr/>
          </p:nvSpPr>
          <p:spPr>
            <a:xfrm>
              <a:off x="1992786" y="3346245"/>
              <a:ext cx="34223" cy="34223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96" y="48"/>
                  </a:moveTo>
                  <a:cubicBezTo>
                    <a:pt x="96" y="75"/>
                    <a:pt x="75" y="96"/>
                    <a:pt x="48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</a:path>
              </a:pathLst>
            </a:custGeom>
            <a:solidFill>
              <a:srgbClr val="5BCE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2" name="Google Shape;2112;p44"/>
            <p:cNvSpPr/>
            <p:nvPr/>
          </p:nvSpPr>
          <p:spPr>
            <a:xfrm>
              <a:off x="1649669" y="3320221"/>
              <a:ext cx="284298" cy="201771"/>
            </a:xfrm>
            <a:custGeom>
              <a:avLst/>
              <a:gdLst/>
              <a:ahLst/>
              <a:cxnLst/>
              <a:rect l="l" t="t" r="r" b="b"/>
              <a:pathLst>
                <a:path w="797" h="566" extrusionOk="0">
                  <a:moveTo>
                    <a:pt x="797" y="45"/>
                  </a:moveTo>
                  <a:cubicBezTo>
                    <a:pt x="797" y="441"/>
                    <a:pt x="797" y="441"/>
                    <a:pt x="797" y="441"/>
                  </a:cubicBezTo>
                  <a:cubicBezTo>
                    <a:pt x="797" y="460"/>
                    <a:pt x="790" y="479"/>
                    <a:pt x="776" y="492"/>
                  </a:cubicBezTo>
                  <a:cubicBezTo>
                    <a:pt x="728" y="539"/>
                    <a:pt x="664" y="566"/>
                    <a:pt x="596" y="566"/>
                  </a:cubicBezTo>
                  <a:cubicBezTo>
                    <a:pt x="205" y="566"/>
                    <a:pt x="205" y="566"/>
                    <a:pt x="205" y="566"/>
                  </a:cubicBezTo>
                  <a:cubicBezTo>
                    <a:pt x="134" y="566"/>
                    <a:pt x="67" y="537"/>
                    <a:pt x="19" y="487"/>
                  </a:cubicBezTo>
                  <a:cubicBezTo>
                    <a:pt x="6" y="474"/>
                    <a:pt x="0" y="456"/>
                    <a:pt x="0" y="43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20"/>
                    <a:pt x="20" y="0"/>
                    <a:pt x="44" y="0"/>
                  </a:cubicBezTo>
                  <a:cubicBezTo>
                    <a:pt x="753" y="0"/>
                    <a:pt x="753" y="0"/>
                    <a:pt x="753" y="0"/>
                  </a:cubicBezTo>
                  <a:cubicBezTo>
                    <a:pt x="777" y="0"/>
                    <a:pt x="797" y="20"/>
                    <a:pt x="797" y="45"/>
                  </a:cubicBezTo>
                  <a:close/>
                  <a:moveTo>
                    <a:pt x="797" y="45"/>
                  </a:moveTo>
                  <a:cubicBezTo>
                    <a:pt x="797" y="45"/>
                    <a:pt x="797" y="45"/>
                    <a:pt x="797" y="45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3" name="Google Shape;2113;p44"/>
            <p:cNvSpPr/>
            <p:nvPr/>
          </p:nvSpPr>
          <p:spPr>
            <a:xfrm>
              <a:off x="1677118" y="3348384"/>
              <a:ext cx="228330" cy="122987"/>
            </a:xfrm>
            <a:custGeom>
              <a:avLst/>
              <a:gdLst/>
              <a:ahLst/>
              <a:cxnLst/>
              <a:rect l="l" t="t" r="r" b="b"/>
              <a:pathLst>
                <a:path w="640" h="345" extrusionOk="0">
                  <a:moveTo>
                    <a:pt x="640" y="11"/>
                  </a:moveTo>
                  <a:cubicBezTo>
                    <a:pt x="640" y="335"/>
                    <a:pt x="640" y="335"/>
                    <a:pt x="640" y="335"/>
                  </a:cubicBezTo>
                  <a:cubicBezTo>
                    <a:pt x="640" y="341"/>
                    <a:pt x="635" y="345"/>
                    <a:pt x="629" y="345"/>
                  </a:cubicBezTo>
                  <a:cubicBezTo>
                    <a:pt x="11" y="345"/>
                    <a:pt x="11" y="345"/>
                    <a:pt x="11" y="345"/>
                  </a:cubicBezTo>
                  <a:cubicBezTo>
                    <a:pt x="5" y="345"/>
                    <a:pt x="0" y="341"/>
                    <a:pt x="0" y="33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29" y="0"/>
                    <a:pt x="629" y="0"/>
                    <a:pt x="629" y="0"/>
                  </a:cubicBezTo>
                  <a:cubicBezTo>
                    <a:pt x="635" y="0"/>
                    <a:pt x="640" y="5"/>
                    <a:pt x="640" y="11"/>
                  </a:cubicBezTo>
                  <a:close/>
                  <a:moveTo>
                    <a:pt x="640" y="11"/>
                  </a:moveTo>
                  <a:cubicBezTo>
                    <a:pt x="640" y="11"/>
                    <a:pt x="640" y="11"/>
                    <a:pt x="640" y="11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4" name="Google Shape;2114;p44"/>
            <p:cNvSpPr/>
            <p:nvPr/>
          </p:nvSpPr>
          <p:spPr>
            <a:xfrm>
              <a:off x="1553774" y="3347314"/>
              <a:ext cx="68445" cy="68445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192" y="59"/>
                  </a:moveTo>
                  <a:cubicBezTo>
                    <a:pt x="192" y="133"/>
                    <a:pt x="192" y="133"/>
                    <a:pt x="192" y="133"/>
                  </a:cubicBezTo>
                  <a:cubicBezTo>
                    <a:pt x="192" y="136"/>
                    <a:pt x="190" y="138"/>
                    <a:pt x="187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1" y="138"/>
                    <a:pt x="138" y="140"/>
                    <a:pt x="138" y="143"/>
                  </a:cubicBezTo>
                  <a:cubicBezTo>
                    <a:pt x="138" y="187"/>
                    <a:pt x="138" y="187"/>
                    <a:pt x="138" y="187"/>
                  </a:cubicBezTo>
                  <a:cubicBezTo>
                    <a:pt x="138" y="190"/>
                    <a:pt x="136" y="192"/>
                    <a:pt x="133" y="192"/>
                  </a:cubicBezTo>
                  <a:cubicBezTo>
                    <a:pt x="60" y="192"/>
                    <a:pt x="60" y="192"/>
                    <a:pt x="60" y="192"/>
                  </a:cubicBezTo>
                  <a:cubicBezTo>
                    <a:pt x="57" y="192"/>
                    <a:pt x="54" y="190"/>
                    <a:pt x="54" y="187"/>
                  </a:cubicBezTo>
                  <a:cubicBezTo>
                    <a:pt x="54" y="143"/>
                    <a:pt x="54" y="143"/>
                    <a:pt x="54" y="143"/>
                  </a:cubicBezTo>
                  <a:cubicBezTo>
                    <a:pt x="54" y="140"/>
                    <a:pt x="52" y="138"/>
                    <a:pt x="49" y="138"/>
                  </a:cubicBezTo>
                  <a:cubicBezTo>
                    <a:pt x="6" y="138"/>
                    <a:pt x="6" y="138"/>
                    <a:pt x="6" y="138"/>
                  </a:cubicBezTo>
                  <a:cubicBezTo>
                    <a:pt x="3" y="138"/>
                    <a:pt x="0" y="136"/>
                    <a:pt x="0" y="13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6"/>
                    <a:pt x="3" y="54"/>
                    <a:pt x="6" y="54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52" y="54"/>
                    <a:pt x="54" y="52"/>
                    <a:pt x="54" y="49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54" y="2"/>
                    <a:pt x="57" y="0"/>
                    <a:pt x="60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6" y="0"/>
                    <a:pt x="138" y="2"/>
                    <a:pt x="138" y="5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2"/>
                    <a:pt x="141" y="54"/>
                    <a:pt x="143" y="54"/>
                  </a:cubicBezTo>
                  <a:cubicBezTo>
                    <a:pt x="187" y="54"/>
                    <a:pt x="187" y="54"/>
                    <a:pt x="187" y="54"/>
                  </a:cubicBezTo>
                  <a:cubicBezTo>
                    <a:pt x="190" y="54"/>
                    <a:pt x="192" y="56"/>
                    <a:pt x="192" y="59"/>
                  </a:cubicBezTo>
                  <a:close/>
                  <a:moveTo>
                    <a:pt x="192" y="59"/>
                  </a:moveTo>
                  <a:cubicBezTo>
                    <a:pt x="192" y="59"/>
                    <a:pt x="192" y="59"/>
                    <a:pt x="192" y="5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44"/>
            <p:cNvSpPr/>
            <p:nvPr/>
          </p:nvSpPr>
          <p:spPr>
            <a:xfrm>
              <a:off x="1964624" y="3395440"/>
              <a:ext cx="34223" cy="34223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96" y="48"/>
                  </a:moveTo>
                  <a:cubicBezTo>
                    <a:pt x="96" y="74"/>
                    <a:pt x="74" y="96"/>
                    <a:pt x="48" y="96"/>
                  </a:cubicBezTo>
                  <a:cubicBezTo>
                    <a:pt x="21" y="96"/>
                    <a:pt x="0" y="74"/>
                    <a:pt x="0" y="48"/>
                  </a:cubicBezTo>
                  <a:cubicBezTo>
                    <a:pt x="0" y="21"/>
                    <a:pt x="21" y="0"/>
                    <a:pt x="48" y="0"/>
                  </a:cubicBezTo>
                  <a:cubicBezTo>
                    <a:pt x="74" y="0"/>
                    <a:pt x="96" y="21"/>
                    <a:pt x="96" y="48"/>
                  </a:cubicBez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44"/>
            <p:cNvSpPr/>
            <p:nvPr/>
          </p:nvSpPr>
          <p:spPr>
            <a:xfrm>
              <a:off x="1998846" y="3341967"/>
              <a:ext cx="34223" cy="34223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96" y="48"/>
                  </a:moveTo>
                  <a:cubicBezTo>
                    <a:pt x="96" y="74"/>
                    <a:pt x="74" y="96"/>
                    <a:pt x="48" y="96"/>
                  </a:cubicBezTo>
                  <a:cubicBezTo>
                    <a:pt x="21" y="96"/>
                    <a:pt x="0" y="74"/>
                    <a:pt x="0" y="48"/>
                  </a:cubicBezTo>
                  <a:cubicBezTo>
                    <a:pt x="0" y="22"/>
                    <a:pt x="21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44"/>
            <p:cNvSpPr/>
            <p:nvPr/>
          </p:nvSpPr>
          <p:spPr>
            <a:xfrm>
              <a:off x="1518126" y="3267105"/>
              <a:ext cx="547741" cy="302656"/>
            </a:xfrm>
            <a:custGeom>
              <a:avLst/>
              <a:gdLst/>
              <a:ahLst/>
              <a:cxnLst/>
              <a:rect l="l" t="t" r="r" b="b"/>
              <a:pathLst>
                <a:path w="1536" h="849" extrusionOk="0">
                  <a:moveTo>
                    <a:pt x="1454" y="104"/>
                  </a:moveTo>
                  <a:cubicBezTo>
                    <a:pt x="1445" y="104"/>
                    <a:pt x="1445" y="104"/>
                    <a:pt x="1445" y="104"/>
                  </a:cubicBezTo>
                  <a:cubicBezTo>
                    <a:pt x="1445" y="89"/>
                    <a:pt x="1445" y="89"/>
                    <a:pt x="1445" y="89"/>
                  </a:cubicBezTo>
                  <a:cubicBezTo>
                    <a:pt x="1445" y="55"/>
                    <a:pt x="1417" y="27"/>
                    <a:pt x="1382" y="27"/>
                  </a:cubicBezTo>
                  <a:cubicBezTo>
                    <a:pt x="1259" y="27"/>
                    <a:pt x="1259" y="27"/>
                    <a:pt x="1259" y="27"/>
                  </a:cubicBezTo>
                  <a:cubicBezTo>
                    <a:pt x="1248" y="10"/>
                    <a:pt x="1230" y="0"/>
                    <a:pt x="1212" y="0"/>
                  </a:cubicBezTo>
                  <a:cubicBezTo>
                    <a:pt x="326" y="0"/>
                    <a:pt x="326" y="0"/>
                    <a:pt x="326" y="0"/>
                  </a:cubicBezTo>
                  <a:cubicBezTo>
                    <a:pt x="308" y="0"/>
                    <a:pt x="290" y="10"/>
                    <a:pt x="279" y="27"/>
                  </a:cubicBezTo>
                  <a:cubicBezTo>
                    <a:pt x="156" y="27"/>
                    <a:pt x="156" y="27"/>
                    <a:pt x="156" y="27"/>
                  </a:cubicBezTo>
                  <a:cubicBezTo>
                    <a:pt x="121" y="27"/>
                    <a:pt x="93" y="55"/>
                    <a:pt x="93" y="89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81" y="104"/>
                    <a:pt x="81" y="104"/>
                    <a:pt x="81" y="104"/>
                  </a:cubicBezTo>
                  <a:cubicBezTo>
                    <a:pt x="36" y="104"/>
                    <a:pt x="0" y="141"/>
                    <a:pt x="0" y="186"/>
                  </a:cubicBezTo>
                  <a:cubicBezTo>
                    <a:pt x="0" y="608"/>
                    <a:pt x="0" y="608"/>
                    <a:pt x="0" y="608"/>
                  </a:cubicBezTo>
                  <a:cubicBezTo>
                    <a:pt x="0" y="653"/>
                    <a:pt x="36" y="690"/>
                    <a:pt x="81" y="690"/>
                  </a:cubicBezTo>
                  <a:cubicBezTo>
                    <a:pt x="194" y="690"/>
                    <a:pt x="194" y="690"/>
                    <a:pt x="194" y="690"/>
                  </a:cubicBezTo>
                  <a:cubicBezTo>
                    <a:pt x="232" y="690"/>
                    <a:pt x="268" y="705"/>
                    <a:pt x="294" y="731"/>
                  </a:cubicBezTo>
                  <a:cubicBezTo>
                    <a:pt x="368" y="807"/>
                    <a:pt x="467" y="849"/>
                    <a:pt x="574" y="849"/>
                  </a:cubicBezTo>
                  <a:cubicBezTo>
                    <a:pt x="965" y="849"/>
                    <a:pt x="965" y="849"/>
                    <a:pt x="965" y="849"/>
                  </a:cubicBezTo>
                  <a:cubicBezTo>
                    <a:pt x="1071" y="849"/>
                    <a:pt x="1170" y="807"/>
                    <a:pt x="1244" y="731"/>
                  </a:cubicBezTo>
                  <a:cubicBezTo>
                    <a:pt x="1270" y="705"/>
                    <a:pt x="1306" y="690"/>
                    <a:pt x="1344" y="690"/>
                  </a:cubicBezTo>
                  <a:cubicBezTo>
                    <a:pt x="1454" y="690"/>
                    <a:pt x="1454" y="690"/>
                    <a:pt x="1454" y="690"/>
                  </a:cubicBezTo>
                  <a:cubicBezTo>
                    <a:pt x="1499" y="690"/>
                    <a:pt x="1536" y="653"/>
                    <a:pt x="1536" y="608"/>
                  </a:cubicBezTo>
                  <a:cubicBezTo>
                    <a:pt x="1536" y="186"/>
                    <a:pt x="1536" y="186"/>
                    <a:pt x="1536" y="186"/>
                  </a:cubicBezTo>
                  <a:cubicBezTo>
                    <a:pt x="1536" y="141"/>
                    <a:pt x="1499" y="104"/>
                    <a:pt x="1454" y="104"/>
                  </a:cubicBezTo>
                  <a:close/>
                  <a:moveTo>
                    <a:pt x="1400" y="89"/>
                  </a:moveTo>
                  <a:cubicBezTo>
                    <a:pt x="1400" y="104"/>
                    <a:pt x="1400" y="104"/>
                    <a:pt x="1400" y="104"/>
                  </a:cubicBezTo>
                  <a:cubicBezTo>
                    <a:pt x="1321" y="104"/>
                    <a:pt x="1321" y="104"/>
                    <a:pt x="1321" y="104"/>
                  </a:cubicBezTo>
                  <a:cubicBezTo>
                    <a:pt x="1306" y="104"/>
                    <a:pt x="1291" y="95"/>
                    <a:pt x="1285" y="81"/>
                  </a:cubicBezTo>
                  <a:cubicBezTo>
                    <a:pt x="1280" y="72"/>
                    <a:pt x="1280" y="72"/>
                    <a:pt x="1280" y="72"/>
                  </a:cubicBezTo>
                  <a:cubicBezTo>
                    <a:pt x="1382" y="72"/>
                    <a:pt x="1382" y="72"/>
                    <a:pt x="1382" y="72"/>
                  </a:cubicBezTo>
                  <a:cubicBezTo>
                    <a:pt x="1392" y="72"/>
                    <a:pt x="1400" y="80"/>
                    <a:pt x="1400" y="89"/>
                  </a:cubicBezTo>
                  <a:close/>
                  <a:moveTo>
                    <a:pt x="138" y="89"/>
                  </a:moveTo>
                  <a:cubicBezTo>
                    <a:pt x="138" y="80"/>
                    <a:pt x="146" y="72"/>
                    <a:pt x="156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53" y="81"/>
                    <a:pt x="253" y="81"/>
                    <a:pt x="253" y="81"/>
                  </a:cubicBezTo>
                  <a:cubicBezTo>
                    <a:pt x="247" y="95"/>
                    <a:pt x="233" y="104"/>
                    <a:pt x="217" y="104"/>
                  </a:cubicBezTo>
                  <a:cubicBezTo>
                    <a:pt x="138" y="104"/>
                    <a:pt x="138" y="104"/>
                    <a:pt x="138" y="104"/>
                  </a:cubicBezTo>
                  <a:lnTo>
                    <a:pt x="138" y="89"/>
                  </a:lnTo>
                  <a:close/>
                  <a:moveTo>
                    <a:pt x="1491" y="608"/>
                  </a:moveTo>
                  <a:cubicBezTo>
                    <a:pt x="1491" y="628"/>
                    <a:pt x="1474" y="645"/>
                    <a:pt x="1454" y="645"/>
                  </a:cubicBezTo>
                  <a:cubicBezTo>
                    <a:pt x="1344" y="645"/>
                    <a:pt x="1344" y="645"/>
                    <a:pt x="1344" y="645"/>
                  </a:cubicBezTo>
                  <a:cubicBezTo>
                    <a:pt x="1294" y="645"/>
                    <a:pt x="1246" y="665"/>
                    <a:pt x="1212" y="699"/>
                  </a:cubicBezTo>
                  <a:cubicBezTo>
                    <a:pt x="1147" y="767"/>
                    <a:pt x="1059" y="804"/>
                    <a:pt x="965" y="804"/>
                  </a:cubicBezTo>
                  <a:cubicBezTo>
                    <a:pt x="574" y="804"/>
                    <a:pt x="574" y="804"/>
                    <a:pt x="574" y="804"/>
                  </a:cubicBezTo>
                  <a:cubicBezTo>
                    <a:pt x="480" y="804"/>
                    <a:pt x="392" y="767"/>
                    <a:pt x="326" y="699"/>
                  </a:cubicBezTo>
                  <a:cubicBezTo>
                    <a:pt x="292" y="665"/>
                    <a:pt x="244" y="645"/>
                    <a:pt x="194" y="645"/>
                  </a:cubicBezTo>
                  <a:cubicBezTo>
                    <a:pt x="81" y="645"/>
                    <a:pt x="81" y="645"/>
                    <a:pt x="81" y="645"/>
                  </a:cubicBezTo>
                  <a:cubicBezTo>
                    <a:pt x="61" y="645"/>
                    <a:pt x="44" y="628"/>
                    <a:pt x="44" y="608"/>
                  </a:cubicBezTo>
                  <a:cubicBezTo>
                    <a:pt x="44" y="186"/>
                    <a:pt x="44" y="186"/>
                    <a:pt x="44" y="186"/>
                  </a:cubicBezTo>
                  <a:cubicBezTo>
                    <a:pt x="44" y="166"/>
                    <a:pt x="61" y="149"/>
                    <a:pt x="81" y="149"/>
                  </a:cubicBezTo>
                  <a:cubicBezTo>
                    <a:pt x="217" y="149"/>
                    <a:pt x="217" y="149"/>
                    <a:pt x="217" y="149"/>
                  </a:cubicBezTo>
                  <a:cubicBezTo>
                    <a:pt x="250" y="149"/>
                    <a:pt x="280" y="130"/>
                    <a:pt x="294" y="100"/>
                  </a:cubicBezTo>
                  <a:cubicBezTo>
                    <a:pt x="317" y="51"/>
                    <a:pt x="317" y="51"/>
                    <a:pt x="317" y="51"/>
                  </a:cubicBezTo>
                  <a:cubicBezTo>
                    <a:pt x="319" y="47"/>
                    <a:pt x="323" y="45"/>
                    <a:pt x="326" y="45"/>
                  </a:cubicBezTo>
                  <a:cubicBezTo>
                    <a:pt x="1212" y="45"/>
                    <a:pt x="1212" y="45"/>
                    <a:pt x="1212" y="45"/>
                  </a:cubicBezTo>
                  <a:cubicBezTo>
                    <a:pt x="1215" y="45"/>
                    <a:pt x="1219" y="47"/>
                    <a:pt x="1221" y="51"/>
                  </a:cubicBezTo>
                  <a:cubicBezTo>
                    <a:pt x="1244" y="100"/>
                    <a:pt x="1244" y="100"/>
                    <a:pt x="1244" y="100"/>
                  </a:cubicBezTo>
                  <a:cubicBezTo>
                    <a:pt x="1258" y="130"/>
                    <a:pt x="1288" y="149"/>
                    <a:pt x="1321" y="149"/>
                  </a:cubicBezTo>
                  <a:cubicBezTo>
                    <a:pt x="1454" y="149"/>
                    <a:pt x="1454" y="149"/>
                    <a:pt x="1454" y="149"/>
                  </a:cubicBezTo>
                  <a:cubicBezTo>
                    <a:pt x="1474" y="149"/>
                    <a:pt x="1491" y="165"/>
                    <a:pt x="1491" y="186"/>
                  </a:cubicBezTo>
                  <a:lnTo>
                    <a:pt x="1491" y="608"/>
                  </a:lnTo>
                  <a:close/>
                  <a:moveTo>
                    <a:pt x="1491" y="608"/>
                  </a:moveTo>
                  <a:cubicBezTo>
                    <a:pt x="1491" y="608"/>
                    <a:pt x="1491" y="608"/>
                    <a:pt x="1491" y="60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44"/>
            <p:cNvSpPr/>
            <p:nvPr/>
          </p:nvSpPr>
          <p:spPr>
            <a:xfrm>
              <a:off x="1641470" y="3312022"/>
              <a:ext cx="300696" cy="217812"/>
            </a:xfrm>
            <a:custGeom>
              <a:avLst/>
              <a:gdLst/>
              <a:ahLst/>
              <a:cxnLst/>
              <a:rect l="l" t="t" r="r" b="b"/>
              <a:pathLst>
                <a:path w="843" h="611" extrusionOk="0">
                  <a:moveTo>
                    <a:pt x="776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461"/>
                    <a:pt x="0" y="461"/>
                    <a:pt x="0" y="461"/>
                  </a:cubicBezTo>
                  <a:cubicBezTo>
                    <a:pt x="0" y="485"/>
                    <a:pt x="9" y="508"/>
                    <a:pt x="26" y="525"/>
                  </a:cubicBezTo>
                  <a:cubicBezTo>
                    <a:pt x="78" y="580"/>
                    <a:pt x="152" y="611"/>
                    <a:pt x="228" y="611"/>
                  </a:cubicBezTo>
                  <a:cubicBezTo>
                    <a:pt x="619" y="611"/>
                    <a:pt x="619" y="611"/>
                    <a:pt x="619" y="611"/>
                  </a:cubicBezTo>
                  <a:cubicBezTo>
                    <a:pt x="692" y="611"/>
                    <a:pt x="762" y="583"/>
                    <a:pt x="815" y="531"/>
                  </a:cubicBezTo>
                  <a:cubicBezTo>
                    <a:pt x="833" y="514"/>
                    <a:pt x="843" y="489"/>
                    <a:pt x="843" y="464"/>
                  </a:cubicBezTo>
                  <a:cubicBezTo>
                    <a:pt x="843" y="68"/>
                    <a:pt x="843" y="68"/>
                    <a:pt x="843" y="68"/>
                  </a:cubicBezTo>
                  <a:cubicBezTo>
                    <a:pt x="843" y="31"/>
                    <a:pt x="813" y="0"/>
                    <a:pt x="776" y="0"/>
                  </a:cubicBezTo>
                  <a:close/>
                  <a:moveTo>
                    <a:pt x="798" y="464"/>
                  </a:moveTo>
                  <a:cubicBezTo>
                    <a:pt x="798" y="477"/>
                    <a:pt x="793" y="490"/>
                    <a:pt x="783" y="499"/>
                  </a:cubicBezTo>
                  <a:cubicBezTo>
                    <a:pt x="739" y="543"/>
                    <a:pt x="680" y="566"/>
                    <a:pt x="619" y="566"/>
                  </a:cubicBezTo>
                  <a:cubicBezTo>
                    <a:pt x="228" y="566"/>
                    <a:pt x="228" y="566"/>
                    <a:pt x="228" y="566"/>
                  </a:cubicBezTo>
                  <a:cubicBezTo>
                    <a:pt x="164" y="566"/>
                    <a:pt x="102" y="540"/>
                    <a:pt x="58" y="494"/>
                  </a:cubicBezTo>
                  <a:cubicBezTo>
                    <a:pt x="50" y="485"/>
                    <a:pt x="45" y="473"/>
                    <a:pt x="45" y="461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76" y="45"/>
                    <a:pt x="776" y="45"/>
                    <a:pt x="776" y="45"/>
                  </a:cubicBezTo>
                  <a:cubicBezTo>
                    <a:pt x="788" y="45"/>
                    <a:pt x="798" y="55"/>
                    <a:pt x="798" y="68"/>
                  </a:cubicBezTo>
                  <a:lnTo>
                    <a:pt x="798" y="464"/>
                  </a:lnTo>
                  <a:close/>
                  <a:moveTo>
                    <a:pt x="798" y="464"/>
                  </a:moveTo>
                  <a:cubicBezTo>
                    <a:pt x="798" y="464"/>
                    <a:pt x="798" y="464"/>
                    <a:pt x="798" y="46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44"/>
            <p:cNvSpPr/>
            <p:nvPr/>
          </p:nvSpPr>
          <p:spPr>
            <a:xfrm>
              <a:off x="1669989" y="3340541"/>
              <a:ext cx="243659" cy="139029"/>
            </a:xfrm>
            <a:custGeom>
              <a:avLst/>
              <a:gdLst/>
              <a:ahLst/>
              <a:cxnLst/>
              <a:rect l="l" t="t" r="r" b="b"/>
              <a:pathLst>
                <a:path w="683" h="390" extrusionOk="0">
                  <a:moveTo>
                    <a:pt x="661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67"/>
                    <a:pt x="0" y="367"/>
                    <a:pt x="0" y="367"/>
                  </a:cubicBezTo>
                  <a:cubicBezTo>
                    <a:pt x="0" y="380"/>
                    <a:pt x="10" y="390"/>
                    <a:pt x="22" y="390"/>
                  </a:cubicBezTo>
                  <a:cubicBezTo>
                    <a:pt x="104" y="390"/>
                    <a:pt x="104" y="390"/>
                    <a:pt x="104" y="390"/>
                  </a:cubicBezTo>
                  <a:cubicBezTo>
                    <a:pt x="116" y="390"/>
                    <a:pt x="126" y="380"/>
                    <a:pt x="126" y="367"/>
                  </a:cubicBezTo>
                  <a:cubicBezTo>
                    <a:pt x="126" y="355"/>
                    <a:pt x="116" y="345"/>
                    <a:pt x="104" y="345"/>
                  </a:cubicBezTo>
                  <a:cubicBezTo>
                    <a:pt x="44" y="345"/>
                    <a:pt x="44" y="345"/>
                    <a:pt x="44" y="345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639" y="45"/>
                    <a:pt x="639" y="45"/>
                    <a:pt x="639" y="45"/>
                  </a:cubicBezTo>
                  <a:cubicBezTo>
                    <a:pt x="639" y="345"/>
                    <a:pt x="639" y="345"/>
                    <a:pt x="639" y="345"/>
                  </a:cubicBezTo>
                  <a:cubicBezTo>
                    <a:pt x="194" y="345"/>
                    <a:pt x="194" y="345"/>
                    <a:pt x="194" y="345"/>
                  </a:cubicBezTo>
                  <a:cubicBezTo>
                    <a:pt x="181" y="345"/>
                    <a:pt x="171" y="355"/>
                    <a:pt x="171" y="367"/>
                  </a:cubicBezTo>
                  <a:cubicBezTo>
                    <a:pt x="171" y="380"/>
                    <a:pt x="181" y="390"/>
                    <a:pt x="194" y="390"/>
                  </a:cubicBezTo>
                  <a:cubicBezTo>
                    <a:pt x="661" y="390"/>
                    <a:pt x="661" y="390"/>
                    <a:pt x="661" y="390"/>
                  </a:cubicBezTo>
                  <a:cubicBezTo>
                    <a:pt x="673" y="390"/>
                    <a:pt x="683" y="380"/>
                    <a:pt x="683" y="367"/>
                  </a:cubicBezTo>
                  <a:cubicBezTo>
                    <a:pt x="683" y="23"/>
                    <a:pt x="683" y="23"/>
                    <a:pt x="683" y="23"/>
                  </a:cubicBezTo>
                  <a:cubicBezTo>
                    <a:pt x="683" y="10"/>
                    <a:pt x="673" y="0"/>
                    <a:pt x="661" y="0"/>
                  </a:cubicBezTo>
                  <a:close/>
                  <a:moveTo>
                    <a:pt x="661" y="0"/>
                  </a:moveTo>
                  <a:cubicBezTo>
                    <a:pt x="661" y="0"/>
                    <a:pt x="661" y="0"/>
                    <a:pt x="661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44"/>
            <p:cNvSpPr/>
            <p:nvPr/>
          </p:nvSpPr>
          <p:spPr>
            <a:xfrm>
              <a:off x="1545932" y="3339471"/>
              <a:ext cx="84487" cy="84130"/>
            </a:xfrm>
            <a:custGeom>
              <a:avLst/>
              <a:gdLst/>
              <a:ahLst/>
              <a:cxnLst/>
              <a:rect l="l" t="t" r="r" b="b"/>
              <a:pathLst>
                <a:path w="237" h="236" extrusionOk="0">
                  <a:moveTo>
                    <a:pt x="209" y="54"/>
                  </a:moveTo>
                  <a:cubicBezTo>
                    <a:pt x="183" y="54"/>
                    <a:pt x="183" y="54"/>
                    <a:pt x="183" y="54"/>
                  </a:cubicBezTo>
                  <a:cubicBezTo>
                    <a:pt x="183" y="27"/>
                    <a:pt x="183" y="27"/>
                    <a:pt x="183" y="27"/>
                  </a:cubicBezTo>
                  <a:cubicBezTo>
                    <a:pt x="183" y="12"/>
                    <a:pt x="170" y="0"/>
                    <a:pt x="155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66" y="0"/>
                    <a:pt x="54" y="12"/>
                    <a:pt x="54" y="2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12" y="54"/>
                    <a:pt x="0" y="66"/>
                    <a:pt x="0" y="81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70"/>
                    <a:pt x="12" y="182"/>
                    <a:pt x="28" y="182"/>
                  </a:cubicBezTo>
                  <a:cubicBezTo>
                    <a:pt x="54" y="182"/>
                    <a:pt x="54" y="182"/>
                    <a:pt x="54" y="182"/>
                  </a:cubicBezTo>
                  <a:cubicBezTo>
                    <a:pt x="54" y="209"/>
                    <a:pt x="54" y="209"/>
                    <a:pt x="54" y="209"/>
                  </a:cubicBezTo>
                  <a:cubicBezTo>
                    <a:pt x="54" y="224"/>
                    <a:pt x="66" y="236"/>
                    <a:pt x="82" y="236"/>
                  </a:cubicBezTo>
                  <a:cubicBezTo>
                    <a:pt x="155" y="236"/>
                    <a:pt x="155" y="236"/>
                    <a:pt x="155" y="236"/>
                  </a:cubicBezTo>
                  <a:cubicBezTo>
                    <a:pt x="170" y="236"/>
                    <a:pt x="183" y="224"/>
                    <a:pt x="183" y="209"/>
                  </a:cubicBezTo>
                  <a:cubicBezTo>
                    <a:pt x="183" y="182"/>
                    <a:pt x="183" y="182"/>
                    <a:pt x="183" y="182"/>
                  </a:cubicBezTo>
                  <a:cubicBezTo>
                    <a:pt x="209" y="182"/>
                    <a:pt x="209" y="182"/>
                    <a:pt x="209" y="182"/>
                  </a:cubicBezTo>
                  <a:cubicBezTo>
                    <a:pt x="224" y="182"/>
                    <a:pt x="237" y="170"/>
                    <a:pt x="237" y="155"/>
                  </a:cubicBezTo>
                  <a:cubicBezTo>
                    <a:pt x="237" y="81"/>
                    <a:pt x="237" y="81"/>
                    <a:pt x="237" y="81"/>
                  </a:cubicBezTo>
                  <a:cubicBezTo>
                    <a:pt x="237" y="66"/>
                    <a:pt x="224" y="54"/>
                    <a:pt x="209" y="54"/>
                  </a:cubicBezTo>
                  <a:close/>
                  <a:moveTo>
                    <a:pt x="192" y="137"/>
                  </a:moveTo>
                  <a:cubicBezTo>
                    <a:pt x="165" y="137"/>
                    <a:pt x="165" y="137"/>
                    <a:pt x="165" y="137"/>
                  </a:cubicBezTo>
                  <a:cubicBezTo>
                    <a:pt x="150" y="137"/>
                    <a:pt x="138" y="150"/>
                    <a:pt x="138" y="165"/>
                  </a:cubicBezTo>
                  <a:cubicBezTo>
                    <a:pt x="138" y="191"/>
                    <a:pt x="138" y="191"/>
                    <a:pt x="138" y="191"/>
                  </a:cubicBezTo>
                  <a:cubicBezTo>
                    <a:pt x="99" y="191"/>
                    <a:pt x="99" y="191"/>
                    <a:pt x="99" y="191"/>
                  </a:cubicBezTo>
                  <a:cubicBezTo>
                    <a:pt x="99" y="165"/>
                    <a:pt x="99" y="165"/>
                    <a:pt x="99" y="165"/>
                  </a:cubicBezTo>
                  <a:cubicBezTo>
                    <a:pt x="99" y="150"/>
                    <a:pt x="87" y="137"/>
                    <a:pt x="71" y="137"/>
                  </a:cubicBezTo>
                  <a:cubicBezTo>
                    <a:pt x="45" y="137"/>
                    <a:pt x="45" y="137"/>
                    <a:pt x="45" y="137"/>
                  </a:cubicBezTo>
                  <a:cubicBezTo>
                    <a:pt x="45" y="98"/>
                    <a:pt x="45" y="98"/>
                    <a:pt x="45" y="98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87" y="98"/>
                    <a:pt x="99" y="86"/>
                    <a:pt x="99" y="71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138" y="45"/>
                    <a:pt x="138" y="45"/>
                    <a:pt x="138" y="45"/>
                  </a:cubicBezTo>
                  <a:cubicBezTo>
                    <a:pt x="138" y="71"/>
                    <a:pt x="138" y="71"/>
                    <a:pt x="138" y="71"/>
                  </a:cubicBezTo>
                  <a:cubicBezTo>
                    <a:pt x="138" y="86"/>
                    <a:pt x="150" y="98"/>
                    <a:pt x="165" y="98"/>
                  </a:cubicBezTo>
                  <a:cubicBezTo>
                    <a:pt x="192" y="98"/>
                    <a:pt x="192" y="98"/>
                    <a:pt x="192" y="98"/>
                  </a:cubicBezTo>
                  <a:lnTo>
                    <a:pt x="192" y="137"/>
                  </a:lnTo>
                  <a:close/>
                  <a:moveTo>
                    <a:pt x="192" y="137"/>
                  </a:moveTo>
                  <a:cubicBezTo>
                    <a:pt x="192" y="137"/>
                    <a:pt x="192" y="137"/>
                    <a:pt x="192" y="13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44"/>
            <p:cNvSpPr/>
            <p:nvPr/>
          </p:nvSpPr>
          <p:spPr>
            <a:xfrm>
              <a:off x="1606891" y="3433227"/>
              <a:ext cx="19250" cy="19250"/>
            </a:xfrm>
            <a:custGeom>
              <a:avLst/>
              <a:gdLst/>
              <a:ahLst/>
              <a:cxnLst/>
              <a:rect l="l" t="t" r="r" b="b"/>
              <a:pathLst>
                <a:path w="54" h="54" extrusionOk="0">
                  <a:moveTo>
                    <a:pt x="54" y="27"/>
                  </a:moveTo>
                  <a:cubicBezTo>
                    <a:pt x="54" y="42"/>
                    <a:pt x="42" y="54"/>
                    <a:pt x="27" y="54"/>
                  </a:cubicBez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lose/>
                  <a:moveTo>
                    <a:pt x="54" y="27"/>
                  </a:moveTo>
                  <a:cubicBezTo>
                    <a:pt x="54" y="27"/>
                    <a:pt x="54" y="27"/>
                    <a:pt x="54" y="2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44"/>
            <p:cNvSpPr/>
            <p:nvPr/>
          </p:nvSpPr>
          <p:spPr>
            <a:xfrm>
              <a:off x="1606891" y="3462102"/>
              <a:ext cx="19250" cy="19250"/>
            </a:xfrm>
            <a:custGeom>
              <a:avLst/>
              <a:gdLst/>
              <a:ahLst/>
              <a:cxnLst/>
              <a:rect l="l" t="t" r="r" b="b"/>
              <a:pathLst>
                <a:path w="54" h="54" extrusionOk="0">
                  <a:moveTo>
                    <a:pt x="54" y="27"/>
                  </a:moveTo>
                  <a:cubicBezTo>
                    <a:pt x="54" y="42"/>
                    <a:pt x="42" y="54"/>
                    <a:pt x="27" y="54"/>
                  </a:cubicBez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lose/>
                  <a:moveTo>
                    <a:pt x="54" y="27"/>
                  </a:moveTo>
                  <a:cubicBezTo>
                    <a:pt x="54" y="27"/>
                    <a:pt x="54" y="27"/>
                    <a:pt x="54" y="2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44"/>
            <p:cNvSpPr/>
            <p:nvPr/>
          </p:nvSpPr>
          <p:spPr>
            <a:xfrm>
              <a:off x="1956425" y="3387240"/>
              <a:ext cx="50264" cy="50264"/>
            </a:xfrm>
            <a:custGeom>
              <a:avLst/>
              <a:gdLst/>
              <a:ahLst/>
              <a:cxnLst/>
              <a:rect l="l" t="t" r="r" b="b"/>
              <a:pathLst>
                <a:path w="141" h="141" extrusionOk="0">
                  <a:moveTo>
                    <a:pt x="71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110"/>
                    <a:pt x="32" y="141"/>
                    <a:pt x="71" y="141"/>
                  </a:cubicBezTo>
                  <a:cubicBezTo>
                    <a:pt x="109" y="141"/>
                    <a:pt x="141" y="110"/>
                    <a:pt x="141" y="71"/>
                  </a:cubicBezTo>
                  <a:cubicBezTo>
                    <a:pt x="141" y="32"/>
                    <a:pt x="109" y="0"/>
                    <a:pt x="71" y="0"/>
                  </a:cubicBezTo>
                  <a:close/>
                  <a:moveTo>
                    <a:pt x="71" y="96"/>
                  </a:moveTo>
                  <a:cubicBezTo>
                    <a:pt x="57" y="96"/>
                    <a:pt x="45" y="85"/>
                    <a:pt x="45" y="71"/>
                  </a:cubicBezTo>
                  <a:cubicBezTo>
                    <a:pt x="45" y="57"/>
                    <a:pt x="57" y="45"/>
                    <a:pt x="71" y="45"/>
                  </a:cubicBezTo>
                  <a:cubicBezTo>
                    <a:pt x="85" y="45"/>
                    <a:pt x="96" y="57"/>
                    <a:pt x="96" y="71"/>
                  </a:cubicBezTo>
                  <a:cubicBezTo>
                    <a:pt x="96" y="85"/>
                    <a:pt x="85" y="96"/>
                    <a:pt x="71" y="96"/>
                  </a:cubicBezTo>
                  <a:close/>
                  <a:moveTo>
                    <a:pt x="71" y="96"/>
                  </a:moveTo>
                  <a:cubicBezTo>
                    <a:pt x="71" y="96"/>
                    <a:pt x="71" y="96"/>
                    <a:pt x="71" y="9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44"/>
            <p:cNvSpPr/>
            <p:nvPr/>
          </p:nvSpPr>
          <p:spPr>
            <a:xfrm>
              <a:off x="1990647" y="3334124"/>
              <a:ext cx="50264" cy="49908"/>
            </a:xfrm>
            <a:custGeom>
              <a:avLst/>
              <a:gdLst/>
              <a:ahLst/>
              <a:cxnLst/>
              <a:rect l="l" t="t" r="r" b="b"/>
              <a:pathLst>
                <a:path w="141" h="140" extrusionOk="0">
                  <a:moveTo>
                    <a:pt x="71" y="0"/>
                  </a:moveTo>
                  <a:cubicBezTo>
                    <a:pt x="32" y="0"/>
                    <a:pt x="0" y="31"/>
                    <a:pt x="0" y="70"/>
                  </a:cubicBezTo>
                  <a:cubicBezTo>
                    <a:pt x="0" y="109"/>
                    <a:pt x="32" y="140"/>
                    <a:pt x="71" y="140"/>
                  </a:cubicBezTo>
                  <a:cubicBezTo>
                    <a:pt x="109" y="140"/>
                    <a:pt x="141" y="109"/>
                    <a:pt x="141" y="70"/>
                  </a:cubicBezTo>
                  <a:cubicBezTo>
                    <a:pt x="141" y="31"/>
                    <a:pt x="109" y="0"/>
                    <a:pt x="71" y="0"/>
                  </a:cubicBezTo>
                  <a:close/>
                  <a:moveTo>
                    <a:pt x="71" y="96"/>
                  </a:moveTo>
                  <a:cubicBezTo>
                    <a:pt x="57" y="96"/>
                    <a:pt x="45" y="84"/>
                    <a:pt x="45" y="70"/>
                  </a:cubicBezTo>
                  <a:cubicBezTo>
                    <a:pt x="45" y="56"/>
                    <a:pt x="57" y="45"/>
                    <a:pt x="71" y="45"/>
                  </a:cubicBezTo>
                  <a:cubicBezTo>
                    <a:pt x="85" y="45"/>
                    <a:pt x="96" y="56"/>
                    <a:pt x="96" y="70"/>
                  </a:cubicBezTo>
                  <a:cubicBezTo>
                    <a:pt x="96" y="84"/>
                    <a:pt x="85" y="96"/>
                    <a:pt x="71" y="96"/>
                  </a:cubicBezTo>
                  <a:close/>
                  <a:moveTo>
                    <a:pt x="71" y="96"/>
                  </a:moveTo>
                  <a:cubicBezTo>
                    <a:pt x="71" y="96"/>
                    <a:pt x="71" y="96"/>
                    <a:pt x="71" y="9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44"/>
            <p:cNvSpPr/>
            <p:nvPr/>
          </p:nvSpPr>
          <p:spPr>
            <a:xfrm>
              <a:off x="1963911" y="3454616"/>
              <a:ext cx="16042" cy="33153"/>
            </a:xfrm>
            <a:custGeom>
              <a:avLst/>
              <a:gdLst/>
              <a:ahLst/>
              <a:cxnLst/>
              <a:rect l="l" t="t" r="r" b="b"/>
              <a:pathLst>
                <a:path w="45" h="93" extrusionOk="0">
                  <a:moveTo>
                    <a:pt x="23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83"/>
                    <a:pt x="10" y="93"/>
                    <a:pt x="23" y="93"/>
                  </a:cubicBezTo>
                  <a:cubicBezTo>
                    <a:pt x="35" y="93"/>
                    <a:pt x="45" y="83"/>
                    <a:pt x="45" y="71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10"/>
                    <a:pt x="35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44"/>
            <p:cNvSpPr/>
            <p:nvPr/>
          </p:nvSpPr>
          <p:spPr>
            <a:xfrm>
              <a:off x="1988508" y="3454616"/>
              <a:ext cx="16042" cy="33153"/>
            </a:xfrm>
            <a:custGeom>
              <a:avLst/>
              <a:gdLst/>
              <a:ahLst/>
              <a:cxnLst/>
              <a:rect l="l" t="t" r="r" b="b"/>
              <a:pathLst>
                <a:path w="45" h="93" extrusionOk="0">
                  <a:moveTo>
                    <a:pt x="23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83"/>
                    <a:pt x="10" y="93"/>
                    <a:pt x="23" y="93"/>
                  </a:cubicBezTo>
                  <a:cubicBezTo>
                    <a:pt x="35" y="93"/>
                    <a:pt x="45" y="83"/>
                    <a:pt x="45" y="71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10"/>
                    <a:pt x="35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44"/>
            <p:cNvSpPr/>
            <p:nvPr/>
          </p:nvSpPr>
          <p:spPr>
            <a:xfrm>
              <a:off x="2013106" y="3454616"/>
              <a:ext cx="16042" cy="33153"/>
            </a:xfrm>
            <a:custGeom>
              <a:avLst/>
              <a:gdLst/>
              <a:ahLst/>
              <a:cxnLst/>
              <a:rect l="l" t="t" r="r" b="b"/>
              <a:pathLst>
                <a:path w="45" h="93" extrusionOk="0">
                  <a:moveTo>
                    <a:pt x="23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83"/>
                    <a:pt x="10" y="93"/>
                    <a:pt x="23" y="93"/>
                  </a:cubicBezTo>
                  <a:cubicBezTo>
                    <a:pt x="35" y="93"/>
                    <a:pt x="45" y="83"/>
                    <a:pt x="45" y="71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10"/>
                    <a:pt x="35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D1CD030-4822-54C8-583A-EA0DC2E59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4E5099D-1CC1-201A-8B8A-C007A9C3F646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45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sp>
        <p:nvSpPr>
          <p:cNvPr id="2133" name="Google Shape;2133;p45"/>
          <p:cNvSpPr/>
          <p:nvPr/>
        </p:nvSpPr>
        <p:spPr>
          <a:xfrm>
            <a:off x="2487375" y="1315600"/>
            <a:ext cx="2093100" cy="3194400"/>
          </a:xfrm>
          <a:prstGeom prst="upArrow">
            <a:avLst>
              <a:gd name="adj1" fmla="val 59295"/>
              <a:gd name="adj2" fmla="val 30342"/>
            </a:avLst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4" name="Google Shape;2134;p45"/>
          <p:cNvSpPr/>
          <p:nvPr/>
        </p:nvSpPr>
        <p:spPr>
          <a:xfrm rot="10800000">
            <a:off x="4561275" y="1315600"/>
            <a:ext cx="2097900" cy="3194400"/>
          </a:xfrm>
          <a:prstGeom prst="upArrow">
            <a:avLst>
              <a:gd name="adj1" fmla="val 59295"/>
              <a:gd name="adj2" fmla="val 30342"/>
            </a:avLst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5" name="Google Shape;2135;p45"/>
          <p:cNvGrpSpPr/>
          <p:nvPr/>
        </p:nvGrpSpPr>
        <p:grpSpPr>
          <a:xfrm>
            <a:off x="948050" y="3030550"/>
            <a:ext cx="1740625" cy="1464825"/>
            <a:chOff x="719450" y="3030550"/>
            <a:chExt cx="1740625" cy="1464825"/>
          </a:xfrm>
        </p:grpSpPr>
        <p:sp>
          <p:nvSpPr>
            <p:cNvPr id="2136" name="Google Shape;2136;p45"/>
            <p:cNvSpPr txBox="1"/>
            <p:nvPr/>
          </p:nvSpPr>
          <p:spPr>
            <a:xfrm>
              <a:off x="719475" y="3368375"/>
              <a:ext cx="17406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Mars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137" name="Google Shape;2137;p45"/>
            <p:cNvSpPr txBox="1"/>
            <p:nvPr/>
          </p:nvSpPr>
          <p:spPr>
            <a:xfrm>
              <a:off x="719450" y="3709975"/>
              <a:ext cx="1740600" cy="7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Despite being red, Mars is a very cold place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138" name="Google Shape;2138;p45"/>
            <p:cNvSpPr txBox="1"/>
            <p:nvPr/>
          </p:nvSpPr>
          <p:spPr>
            <a:xfrm>
              <a:off x="719475" y="3030550"/>
              <a:ext cx="17406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+25 %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2139" name="Google Shape;2139;p45"/>
          <p:cNvGrpSpPr/>
          <p:nvPr/>
        </p:nvGrpSpPr>
        <p:grpSpPr>
          <a:xfrm>
            <a:off x="6452500" y="1315600"/>
            <a:ext cx="1740601" cy="1464825"/>
            <a:chOff x="6681100" y="1315600"/>
            <a:chExt cx="1740601" cy="1464825"/>
          </a:xfrm>
        </p:grpSpPr>
        <p:sp>
          <p:nvSpPr>
            <p:cNvPr id="2140" name="Google Shape;2140;p45"/>
            <p:cNvSpPr txBox="1"/>
            <p:nvPr/>
          </p:nvSpPr>
          <p:spPr>
            <a:xfrm>
              <a:off x="6681100" y="1653453"/>
              <a:ext cx="17406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Mercury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141" name="Google Shape;2141;p45"/>
            <p:cNvSpPr txBox="1"/>
            <p:nvPr/>
          </p:nvSpPr>
          <p:spPr>
            <a:xfrm>
              <a:off x="6681101" y="1995025"/>
              <a:ext cx="1740600" cy="7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142" name="Google Shape;2142;p45"/>
            <p:cNvSpPr txBox="1"/>
            <p:nvPr/>
          </p:nvSpPr>
          <p:spPr>
            <a:xfrm>
              <a:off x="6681100" y="1315600"/>
              <a:ext cx="1740600" cy="44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-45 %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sp>
        <p:nvSpPr>
          <p:cNvPr id="2143" name="Google Shape;2143;p45"/>
          <p:cNvSpPr/>
          <p:nvPr/>
        </p:nvSpPr>
        <p:spPr>
          <a:xfrm>
            <a:off x="1059252" y="2034876"/>
            <a:ext cx="767100" cy="767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" name="Google Shape;2144;p45"/>
          <p:cNvSpPr/>
          <p:nvPr/>
        </p:nvSpPr>
        <p:spPr>
          <a:xfrm>
            <a:off x="1059260" y="2034876"/>
            <a:ext cx="767100" cy="767100"/>
          </a:xfrm>
          <a:prstGeom prst="pie">
            <a:avLst>
              <a:gd name="adj1" fmla="val 16261269"/>
              <a:gd name="adj2" fmla="val 16009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5" name="Google Shape;2145;p45"/>
          <p:cNvSpPr/>
          <p:nvPr/>
        </p:nvSpPr>
        <p:spPr>
          <a:xfrm>
            <a:off x="7317442" y="3045688"/>
            <a:ext cx="767100" cy="767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6" name="Google Shape;2146;p45"/>
          <p:cNvSpPr/>
          <p:nvPr/>
        </p:nvSpPr>
        <p:spPr>
          <a:xfrm>
            <a:off x="7317450" y="3045688"/>
            <a:ext cx="767100" cy="767100"/>
          </a:xfrm>
          <a:prstGeom prst="pie">
            <a:avLst>
              <a:gd name="adj1" fmla="val 16261269"/>
              <a:gd name="adj2" fmla="val 380803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7" name="Google Shape;2147;p45"/>
          <p:cNvSpPr/>
          <p:nvPr/>
        </p:nvSpPr>
        <p:spPr>
          <a:xfrm>
            <a:off x="3150288" y="2529264"/>
            <a:ext cx="767100" cy="76710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" name="Google Shape;2148;p45"/>
          <p:cNvSpPr/>
          <p:nvPr/>
        </p:nvSpPr>
        <p:spPr>
          <a:xfrm>
            <a:off x="5226588" y="2529264"/>
            <a:ext cx="767100" cy="7671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9" name="Google Shape;2149;p45"/>
          <p:cNvGrpSpPr/>
          <p:nvPr/>
        </p:nvGrpSpPr>
        <p:grpSpPr>
          <a:xfrm>
            <a:off x="3265036" y="2796920"/>
            <a:ext cx="522874" cy="231769"/>
            <a:chOff x="2671915" y="4003904"/>
            <a:chExt cx="547741" cy="242766"/>
          </a:xfrm>
        </p:grpSpPr>
        <p:sp>
          <p:nvSpPr>
            <p:cNvPr id="2150" name="Google Shape;2150;p45"/>
            <p:cNvSpPr/>
            <p:nvPr/>
          </p:nvSpPr>
          <p:spPr>
            <a:xfrm>
              <a:off x="2679758" y="4012103"/>
              <a:ext cx="531698" cy="226724"/>
            </a:xfrm>
            <a:custGeom>
              <a:avLst/>
              <a:gdLst/>
              <a:ahLst/>
              <a:cxnLst/>
              <a:rect l="l" t="t" r="r" b="b"/>
              <a:pathLst>
                <a:path w="1491" h="636" extrusionOk="0">
                  <a:moveTo>
                    <a:pt x="1173" y="0"/>
                  </a:moveTo>
                  <a:cubicBezTo>
                    <a:pt x="1349" y="0"/>
                    <a:pt x="1491" y="142"/>
                    <a:pt x="1491" y="318"/>
                  </a:cubicBezTo>
                  <a:cubicBezTo>
                    <a:pt x="1491" y="493"/>
                    <a:pt x="1349" y="636"/>
                    <a:pt x="1173" y="636"/>
                  </a:cubicBezTo>
                  <a:cubicBezTo>
                    <a:pt x="1040" y="636"/>
                    <a:pt x="926" y="554"/>
                    <a:pt x="878" y="438"/>
                  </a:cubicBezTo>
                  <a:cubicBezTo>
                    <a:pt x="613" y="438"/>
                    <a:pt x="613" y="438"/>
                    <a:pt x="613" y="438"/>
                  </a:cubicBezTo>
                  <a:cubicBezTo>
                    <a:pt x="565" y="554"/>
                    <a:pt x="451" y="636"/>
                    <a:pt x="318" y="636"/>
                  </a:cubicBezTo>
                  <a:cubicBezTo>
                    <a:pt x="142" y="636"/>
                    <a:pt x="0" y="493"/>
                    <a:pt x="0" y="318"/>
                  </a:cubicBezTo>
                  <a:cubicBezTo>
                    <a:pt x="0" y="142"/>
                    <a:pt x="142" y="0"/>
                    <a:pt x="318" y="0"/>
                  </a:cubicBezTo>
                  <a:lnTo>
                    <a:pt x="1173" y="0"/>
                  </a:lnTo>
                  <a:close/>
                  <a:moveTo>
                    <a:pt x="1173" y="0"/>
                  </a:moveTo>
                  <a:cubicBezTo>
                    <a:pt x="1173" y="0"/>
                    <a:pt x="1173" y="0"/>
                    <a:pt x="1173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1" name="Google Shape;2151;p45"/>
            <p:cNvSpPr/>
            <p:nvPr/>
          </p:nvSpPr>
          <p:spPr>
            <a:xfrm>
              <a:off x="3013606" y="4040979"/>
              <a:ext cx="168974" cy="168974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474" y="237"/>
                  </a:moveTo>
                  <a:cubicBezTo>
                    <a:pt x="474" y="368"/>
                    <a:pt x="368" y="474"/>
                    <a:pt x="237" y="474"/>
                  </a:cubicBezTo>
                  <a:cubicBezTo>
                    <a:pt x="106" y="474"/>
                    <a:pt x="0" y="368"/>
                    <a:pt x="0" y="237"/>
                  </a:cubicBezTo>
                  <a:cubicBezTo>
                    <a:pt x="0" y="106"/>
                    <a:pt x="106" y="0"/>
                    <a:pt x="237" y="0"/>
                  </a:cubicBezTo>
                  <a:cubicBezTo>
                    <a:pt x="368" y="0"/>
                    <a:pt x="474" y="106"/>
                    <a:pt x="474" y="237"/>
                  </a:cubicBezTo>
                  <a:close/>
                  <a:moveTo>
                    <a:pt x="474" y="237"/>
                  </a:moveTo>
                  <a:cubicBezTo>
                    <a:pt x="474" y="237"/>
                    <a:pt x="474" y="237"/>
                    <a:pt x="474" y="237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2" name="Google Shape;2152;p45"/>
            <p:cNvSpPr/>
            <p:nvPr/>
          </p:nvSpPr>
          <p:spPr>
            <a:xfrm>
              <a:off x="2708633" y="4040979"/>
              <a:ext cx="169153" cy="168974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474" y="237"/>
                  </a:moveTo>
                  <a:cubicBezTo>
                    <a:pt x="474" y="368"/>
                    <a:pt x="368" y="474"/>
                    <a:pt x="237" y="474"/>
                  </a:cubicBezTo>
                  <a:cubicBezTo>
                    <a:pt x="106" y="474"/>
                    <a:pt x="0" y="368"/>
                    <a:pt x="0" y="237"/>
                  </a:cubicBezTo>
                  <a:cubicBezTo>
                    <a:pt x="0" y="106"/>
                    <a:pt x="106" y="0"/>
                    <a:pt x="237" y="0"/>
                  </a:cubicBezTo>
                  <a:cubicBezTo>
                    <a:pt x="368" y="0"/>
                    <a:pt x="474" y="106"/>
                    <a:pt x="474" y="237"/>
                  </a:cubicBezTo>
                  <a:close/>
                  <a:moveTo>
                    <a:pt x="474" y="237"/>
                  </a:moveTo>
                  <a:cubicBezTo>
                    <a:pt x="474" y="237"/>
                    <a:pt x="474" y="237"/>
                    <a:pt x="474" y="237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3" name="Google Shape;2153;p45"/>
            <p:cNvSpPr/>
            <p:nvPr/>
          </p:nvSpPr>
          <p:spPr>
            <a:xfrm>
              <a:off x="2742855" y="4075201"/>
              <a:ext cx="100529" cy="100529"/>
            </a:xfrm>
            <a:custGeom>
              <a:avLst/>
              <a:gdLst/>
              <a:ahLst/>
              <a:cxnLst/>
              <a:rect l="l" t="t" r="r" b="b"/>
              <a:pathLst>
                <a:path w="282" h="282" extrusionOk="0">
                  <a:moveTo>
                    <a:pt x="282" y="119"/>
                  </a:moveTo>
                  <a:cubicBezTo>
                    <a:pt x="282" y="162"/>
                    <a:pt x="282" y="162"/>
                    <a:pt x="282" y="162"/>
                  </a:cubicBezTo>
                  <a:cubicBezTo>
                    <a:pt x="282" y="179"/>
                    <a:pt x="269" y="192"/>
                    <a:pt x="253" y="192"/>
                  </a:cubicBezTo>
                  <a:cubicBezTo>
                    <a:pt x="205" y="192"/>
                    <a:pt x="205" y="192"/>
                    <a:pt x="205" y="192"/>
                  </a:cubicBezTo>
                  <a:cubicBezTo>
                    <a:pt x="198" y="192"/>
                    <a:pt x="192" y="197"/>
                    <a:pt x="192" y="204"/>
                  </a:cubicBezTo>
                  <a:cubicBezTo>
                    <a:pt x="192" y="252"/>
                    <a:pt x="192" y="252"/>
                    <a:pt x="192" y="252"/>
                  </a:cubicBezTo>
                  <a:cubicBezTo>
                    <a:pt x="192" y="269"/>
                    <a:pt x="179" y="282"/>
                    <a:pt x="163" y="282"/>
                  </a:cubicBezTo>
                  <a:cubicBezTo>
                    <a:pt x="119" y="282"/>
                    <a:pt x="119" y="282"/>
                    <a:pt x="119" y="282"/>
                  </a:cubicBezTo>
                  <a:cubicBezTo>
                    <a:pt x="103" y="282"/>
                    <a:pt x="90" y="269"/>
                    <a:pt x="90" y="252"/>
                  </a:cubicBezTo>
                  <a:cubicBezTo>
                    <a:pt x="90" y="204"/>
                    <a:pt x="90" y="204"/>
                    <a:pt x="90" y="204"/>
                  </a:cubicBezTo>
                  <a:cubicBezTo>
                    <a:pt x="90" y="197"/>
                    <a:pt x="84" y="192"/>
                    <a:pt x="77" y="192"/>
                  </a:cubicBezTo>
                  <a:cubicBezTo>
                    <a:pt x="29" y="192"/>
                    <a:pt x="29" y="192"/>
                    <a:pt x="29" y="192"/>
                  </a:cubicBezTo>
                  <a:cubicBezTo>
                    <a:pt x="13" y="192"/>
                    <a:pt x="0" y="179"/>
                    <a:pt x="0" y="162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03"/>
                    <a:pt x="13" y="90"/>
                    <a:pt x="29" y="90"/>
                  </a:cubicBezTo>
                  <a:cubicBezTo>
                    <a:pt x="77" y="90"/>
                    <a:pt x="77" y="90"/>
                    <a:pt x="77" y="90"/>
                  </a:cubicBezTo>
                  <a:cubicBezTo>
                    <a:pt x="84" y="90"/>
                    <a:pt x="90" y="84"/>
                    <a:pt x="90" y="77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0" y="13"/>
                    <a:pt x="103" y="0"/>
                    <a:pt x="119" y="0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179" y="0"/>
                    <a:pt x="192" y="13"/>
                    <a:pt x="192" y="29"/>
                  </a:cubicBezTo>
                  <a:cubicBezTo>
                    <a:pt x="192" y="77"/>
                    <a:pt x="192" y="77"/>
                    <a:pt x="192" y="77"/>
                  </a:cubicBezTo>
                  <a:cubicBezTo>
                    <a:pt x="192" y="84"/>
                    <a:pt x="198" y="90"/>
                    <a:pt x="205" y="90"/>
                  </a:cubicBezTo>
                  <a:cubicBezTo>
                    <a:pt x="253" y="90"/>
                    <a:pt x="253" y="90"/>
                    <a:pt x="253" y="90"/>
                  </a:cubicBezTo>
                  <a:cubicBezTo>
                    <a:pt x="269" y="90"/>
                    <a:pt x="282" y="103"/>
                    <a:pt x="282" y="119"/>
                  </a:cubicBezTo>
                  <a:close/>
                  <a:moveTo>
                    <a:pt x="282" y="119"/>
                  </a:moveTo>
                  <a:cubicBezTo>
                    <a:pt x="282" y="119"/>
                    <a:pt x="282" y="119"/>
                    <a:pt x="282" y="11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4" name="Google Shape;2154;p45"/>
            <p:cNvSpPr/>
            <p:nvPr/>
          </p:nvSpPr>
          <p:spPr>
            <a:xfrm>
              <a:off x="3082051" y="406878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5" name="Google Shape;2155;p45"/>
            <p:cNvSpPr/>
            <p:nvPr/>
          </p:nvSpPr>
          <p:spPr>
            <a:xfrm>
              <a:off x="3122690" y="410942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6" name="Google Shape;2156;p45"/>
            <p:cNvSpPr/>
            <p:nvPr/>
          </p:nvSpPr>
          <p:spPr>
            <a:xfrm>
              <a:off x="3082051" y="4151133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7" name="Google Shape;2157;p45"/>
            <p:cNvSpPr/>
            <p:nvPr/>
          </p:nvSpPr>
          <p:spPr>
            <a:xfrm>
              <a:off x="3040342" y="410942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8" name="Google Shape;2158;p45"/>
            <p:cNvSpPr/>
            <p:nvPr/>
          </p:nvSpPr>
          <p:spPr>
            <a:xfrm>
              <a:off x="2907730" y="4068784"/>
              <a:ext cx="74862" cy="26736"/>
            </a:xfrm>
            <a:custGeom>
              <a:avLst/>
              <a:gdLst/>
              <a:ahLst/>
              <a:cxnLst/>
              <a:rect l="l" t="t" r="r" b="b"/>
              <a:pathLst>
                <a:path w="210" h="75" extrusionOk="0">
                  <a:moveTo>
                    <a:pt x="210" y="20"/>
                  </a:moveTo>
                  <a:cubicBezTo>
                    <a:pt x="210" y="54"/>
                    <a:pt x="210" y="54"/>
                    <a:pt x="210" y="54"/>
                  </a:cubicBezTo>
                  <a:cubicBezTo>
                    <a:pt x="210" y="66"/>
                    <a:pt x="201" y="75"/>
                    <a:pt x="190" y="75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9" y="75"/>
                    <a:pt x="0" y="66"/>
                    <a:pt x="0" y="5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201" y="0"/>
                    <a:pt x="210" y="9"/>
                    <a:pt x="210" y="20"/>
                  </a:cubicBezTo>
                  <a:close/>
                  <a:moveTo>
                    <a:pt x="210" y="20"/>
                  </a:moveTo>
                  <a:cubicBezTo>
                    <a:pt x="210" y="20"/>
                    <a:pt x="210" y="20"/>
                    <a:pt x="210" y="2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9" name="Google Shape;2159;p45"/>
            <p:cNvSpPr/>
            <p:nvPr/>
          </p:nvSpPr>
          <p:spPr>
            <a:xfrm>
              <a:off x="3005763" y="4032779"/>
              <a:ext cx="185016" cy="185016"/>
            </a:xfrm>
            <a:custGeom>
              <a:avLst/>
              <a:gdLst/>
              <a:ahLst/>
              <a:cxnLst/>
              <a:rect l="l" t="t" r="r" b="b"/>
              <a:pathLst>
                <a:path w="519" h="519" extrusionOk="0">
                  <a:moveTo>
                    <a:pt x="259" y="0"/>
                  </a:moveTo>
                  <a:cubicBezTo>
                    <a:pt x="116" y="0"/>
                    <a:pt x="0" y="117"/>
                    <a:pt x="0" y="260"/>
                  </a:cubicBezTo>
                  <a:cubicBezTo>
                    <a:pt x="0" y="403"/>
                    <a:pt x="116" y="519"/>
                    <a:pt x="259" y="519"/>
                  </a:cubicBezTo>
                  <a:cubicBezTo>
                    <a:pt x="402" y="519"/>
                    <a:pt x="519" y="403"/>
                    <a:pt x="519" y="260"/>
                  </a:cubicBezTo>
                  <a:cubicBezTo>
                    <a:pt x="519" y="117"/>
                    <a:pt x="402" y="0"/>
                    <a:pt x="259" y="0"/>
                  </a:cubicBezTo>
                  <a:close/>
                  <a:moveTo>
                    <a:pt x="259" y="474"/>
                  </a:moveTo>
                  <a:cubicBezTo>
                    <a:pt x="141" y="474"/>
                    <a:pt x="45" y="378"/>
                    <a:pt x="45" y="260"/>
                  </a:cubicBezTo>
                  <a:cubicBezTo>
                    <a:pt x="45" y="142"/>
                    <a:pt x="141" y="45"/>
                    <a:pt x="259" y="45"/>
                  </a:cubicBezTo>
                  <a:cubicBezTo>
                    <a:pt x="377" y="45"/>
                    <a:pt x="474" y="142"/>
                    <a:pt x="474" y="260"/>
                  </a:cubicBezTo>
                  <a:cubicBezTo>
                    <a:pt x="474" y="378"/>
                    <a:pt x="377" y="474"/>
                    <a:pt x="259" y="474"/>
                  </a:cubicBezTo>
                  <a:close/>
                  <a:moveTo>
                    <a:pt x="259" y="474"/>
                  </a:moveTo>
                  <a:cubicBezTo>
                    <a:pt x="259" y="474"/>
                    <a:pt x="259" y="474"/>
                    <a:pt x="259" y="47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0" name="Google Shape;2160;p45"/>
            <p:cNvSpPr/>
            <p:nvPr/>
          </p:nvSpPr>
          <p:spPr>
            <a:xfrm>
              <a:off x="2700790" y="4032779"/>
              <a:ext cx="185195" cy="185016"/>
            </a:xfrm>
            <a:custGeom>
              <a:avLst/>
              <a:gdLst/>
              <a:ahLst/>
              <a:cxnLst/>
              <a:rect l="l" t="t" r="r" b="b"/>
              <a:pathLst>
                <a:path w="519" h="519" extrusionOk="0">
                  <a:moveTo>
                    <a:pt x="434" y="98"/>
                  </a:moveTo>
                  <a:cubicBezTo>
                    <a:pt x="424" y="106"/>
                    <a:pt x="422" y="120"/>
                    <a:pt x="429" y="130"/>
                  </a:cubicBezTo>
                  <a:cubicBezTo>
                    <a:pt x="458" y="167"/>
                    <a:pt x="474" y="212"/>
                    <a:pt x="474" y="260"/>
                  </a:cubicBezTo>
                  <a:cubicBezTo>
                    <a:pt x="474" y="378"/>
                    <a:pt x="377" y="474"/>
                    <a:pt x="259" y="474"/>
                  </a:cubicBezTo>
                  <a:cubicBezTo>
                    <a:pt x="141" y="474"/>
                    <a:pt x="45" y="378"/>
                    <a:pt x="45" y="260"/>
                  </a:cubicBezTo>
                  <a:cubicBezTo>
                    <a:pt x="45" y="142"/>
                    <a:pt x="141" y="45"/>
                    <a:pt x="259" y="45"/>
                  </a:cubicBezTo>
                  <a:cubicBezTo>
                    <a:pt x="298" y="45"/>
                    <a:pt x="335" y="56"/>
                    <a:pt x="368" y="75"/>
                  </a:cubicBezTo>
                  <a:cubicBezTo>
                    <a:pt x="379" y="82"/>
                    <a:pt x="393" y="78"/>
                    <a:pt x="399" y="67"/>
                  </a:cubicBezTo>
                  <a:cubicBezTo>
                    <a:pt x="405" y="57"/>
                    <a:pt x="402" y="43"/>
                    <a:pt x="391" y="37"/>
                  </a:cubicBezTo>
                  <a:cubicBezTo>
                    <a:pt x="351" y="13"/>
                    <a:pt x="306" y="0"/>
                    <a:pt x="259" y="0"/>
                  </a:cubicBezTo>
                  <a:cubicBezTo>
                    <a:pt x="116" y="0"/>
                    <a:pt x="0" y="117"/>
                    <a:pt x="0" y="260"/>
                  </a:cubicBezTo>
                  <a:cubicBezTo>
                    <a:pt x="0" y="403"/>
                    <a:pt x="116" y="519"/>
                    <a:pt x="259" y="519"/>
                  </a:cubicBezTo>
                  <a:cubicBezTo>
                    <a:pt x="402" y="519"/>
                    <a:pt x="519" y="403"/>
                    <a:pt x="519" y="260"/>
                  </a:cubicBezTo>
                  <a:cubicBezTo>
                    <a:pt x="519" y="202"/>
                    <a:pt x="500" y="148"/>
                    <a:pt x="465" y="102"/>
                  </a:cubicBezTo>
                  <a:cubicBezTo>
                    <a:pt x="458" y="92"/>
                    <a:pt x="443" y="90"/>
                    <a:pt x="434" y="98"/>
                  </a:cubicBezTo>
                  <a:close/>
                  <a:moveTo>
                    <a:pt x="434" y="98"/>
                  </a:moveTo>
                  <a:cubicBezTo>
                    <a:pt x="434" y="98"/>
                    <a:pt x="434" y="98"/>
                    <a:pt x="434" y="9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1" name="Google Shape;2161;p45"/>
            <p:cNvSpPr/>
            <p:nvPr/>
          </p:nvSpPr>
          <p:spPr>
            <a:xfrm>
              <a:off x="2671915" y="4003904"/>
              <a:ext cx="547741" cy="242766"/>
            </a:xfrm>
            <a:custGeom>
              <a:avLst/>
              <a:gdLst/>
              <a:ahLst/>
              <a:cxnLst/>
              <a:rect l="l" t="t" r="r" b="b"/>
              <a:pathLst>
                <a:path w="1536" h="681" extrusionOk="0">
                  <a:moveTo>
                    <a:pt x="1195" y="0"/>
                  </a:moveTo>
                  <a:cubicBezTo>
                    <a:pt x="340" y="0"/>
                    <a:pt x="340" y="0"/>
                    <a:pt x="340" y="0"/>
                  </a:cubicBezTo>
                  <a:cubicBezTo>
                    <a:pt x="152" y="0"/>
                    <a:pt x="0" y="153"/>
                    <a:pt x="0" y="341"/>
                  </a:cubicBezTo>
                  <a:cubicBezTo>
                    <a:pt x="0" y="529"/>
                    <a:pt x="152" y="681"/>
                    <a:pt x="340" y="681"/>
                  </a:cubicBezTo>
                  <a:cubicBezTo>
                    <a:pt x="474" y="681"/>
                    <a:pt x="594" y="604"/>
                    <a:pt x="649" y="483"/>
                  </a:cubicBezTo>
                  <a:cubicBezTo>
                    <a:pt x="886" y="483"/>
                    <a:pt x="886" y="483"/>
                    <a:pt x="886" y="483"/>
                  </a:cubicBezTo>
                  <a:cubicBezTo>
                    <a:pt x="941" y="604"/>
                    <a:pt x="1061" y="681"/>
                    <a:pt x="1195" y="681"/>
                  </a:cubicBezTo>
                  <a:cubicBezTo>
                    <a:pt x="1383" y="681"/>
                    <a:pt x="1536" y="529"/>
                    <a:pt x="1536" y="341"/>
                  </a:cubicBezTo>
                  <a:cubicBezTo>
                    <a:pt x="1536" y="153"/>
                    <a:pt x="1383" y="0"/>
                    <a:pt x="1195" y="0"/>
                  </a:cubicBezTo>
                  <a:close/>
                  <a:moveTo>
                    <a:pt x="1195" y="636"/>
                  </a:moveTo>
                  <a:cubicBezTo>
                    <a:pt x="1074" y="636"/>
                    <a:pt x="967" y="564"/>
                    <a:pt x="921" y="452"/>
                  </a:cubicBezTo>
                  <a:cubicBezTo>
                    <a:pt x="918" y="444"/>
                    <a:pt x="910" y="438"/>
                    <a:pt x="900" y="438"/>
                  </a:cubicBezTo>
                  <a:cubicBezTo>
                    <a:pt x="635" y="438"/>
                    <a:pt x="635" y="438"/>
                    <a:pt x="635" y="438"/>
                  </a:cubicBezTo>
                  <a:cubicBezTo>
                    <a:pt x="625" y="438"/>
                    <a:pt x="617" y="444"/>
                    <a:pt x="614" y="452"/>
                  </a:cubicBezTo>
                  <a:cubicBezTo>
                    <a:pt x="568" y="564"/>
                    <a:pt x="461" y="636"/>
                    <a:pt x="340" y="636"/>
                  </a:cubicBezTo>
                  <a:cubicBezTo>
                    <a:pt x="177" y="636"/>
                    <a:pt x="45" y="504"/>
                    <a:pt x="45" y="341"/>
                  </a:cubicBezTo>
                  <a:cubicBezTo>
                    <a:pt x="45" y="178"/>
                    <a:pt x="177" y="45"/>
                    <a:pt x="340" y="45"/>
                  </a:cubicBezTo>
                  <a:cubicBezTo>
                    <a:pt x="1195" y="45"/>
                    <a:pt x="1195" y="45"/>
                    <a:pt x="1195" y="45"/>
                  </a:cubicBezTo>
                  <a:cubicBezTo>
                    <a:pt x="1358" y="45"/>
                    <a:pt x="1491" y="178"/>
                    <a:pt x="1491" y="341"/>
                  </a:cubicBezTo>
                  <a:cubicBezTo>
                    <a:pt x="1491" y="504"/>
                    <a:pt x="1358" y="636"/>
                    <a:pt x="1195" y="636"/>
                  </a:cubicBezTo>
                  <a:close/>
                  <a:moveTo>
                    <a:pt x="1195" y="636"/>
                  </a:moveTo>
                  <a:cubicBezTo>
                    <a:pt x="1195" y="636"/>
                    <a:pt x="1195" y="636"/>
                    <a:pt x="1195" y="63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2" name="Google Shape;2162;p45"/>
            <p:cNvSpPr/>
            <p:nvPr/>
          </p:nvSpPr>
          <p:spPr>
            <a:xfrm>
              <a:off x="2735013" y="4067002"/>
              <a:ext cx="116749" cy="116571"/>
            </a:xfrm>
            <a:custGeom>
              <a:avLst/>
              <a:gdLst/>
              <a:ahLst/>
              <a:cxnLst/>
              <a:rect l="l" t="t" r="r" b="b"/>
              <a:pathLst>
                <a:path w="327" h="327" extrusionOk="0">
                  <a:moveTo>
                    <a:pt x="237" y="90"/>
                  </a:moveTo>
                  <a:cubicBezTo>
                    <a:pt x="237" y="52"/>
                    <a:pt x="237" y="52"/>
                    <a:pt x="237" y="52"/>
                  </a:cubicBezTo>
                  <a:cubicBezTo>
                    <a:pt x="237" y="24"/>
                    <a:pt x="213" y="0"/>
                    <a:pt x="185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13" y="0"/>
                    <a:pt x="90" y="24"/>
                    <a:pt x="90" y="52"/>
                  </a:cubicBezTo>
                  <a:cubicBezTo>
                    <a:pt x="90" y="90"/>
                    <a:pt x="90" y="90"/>
                    <a:pt x="9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23" y="90"/>
                    <a:pt x="0" y="114"/>
                    <a:pt x="0" y="142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4"/>
                    <a:pt x="23" y="237"/>
                    <a:pt x="51" y="237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90" y="275"/>
                    <a:pt x="90" y="275"/>
                    <a:pt x="90" y="275"/>
                  </a:cubicBezTo>
                  <a:cubicBezTo>
                    <a:pt x="90" y="304"/>
                    <a:pt x="113" y="327"/>
                    <a:pt x="141" y="327"/>
                  </a:cubicBezTo>
                  <a:cubicBezTo>
                    <a:pt x="185" y="327"/>
                    <a:pt x="185" y="327"/>
                    <a:pt x="185" y="327"/>
                  </a:cubicBezTo>
                  <a:cubicBezTo>
                    <a:pt x="213" y="327"/>
                    <a:pt x="237" y="304"/>
                    <a:pt x="237" y="275"/>
                  </a:cubicBezTo>
                  <a:cubicBezTo>
                    <a:pt x="237" y="237"/>
                    <a:pt x="237" y="237"/>
                    <a:pt x="237" y="237"/>
                  </a:cubicBezTo>
                  <a:cubicBezTo>
                    <a:pt x="275" y="237"/>
                    <a:pt x="275" y="237"/>
                    <a:pt x="275" y="237"/>
                  </a:cubicBezTo>
                  <a:cubicBezTo>
                    <a:pt x="303" y="237"/>
                    <a:pt x="327" y="214"/>
                    <a:pt x="327" y="185"/>
                  </a:cubicBezTo>
                  <a:cubicBezTo>
                    <a:pt x="327" y="142"/>
                    <a:pt x="327" y="142"/>
                    <a:pt x="327" y="142"/>
                  </a:cubicBezTo>
                  <a:cubicBezTo>
                    <a:pt x="327" y="114"/>
                    <a:pt x="303" y="90"/>
                    <a:pt x="275" y="90"/>
                  </a:cubicBezTo>
                  <a:lnTo>
                    <a:pt x="237" y="90"/>
                  </a:lnTo>
                  <a:close/>
                  <a:moveTo>
                    <a:pt x="282" y="142"/>
                  </a:moveTo>
                  <a:cubicBezTo>
                    <a:pt x="282" y="185"/>
                    <a:pt x="282" y="185"/>
                    <a:pt x="282" y="185"/>
                  </a:cubicBezTo>
                  <a:cubicBezTo>
                    <a:pt x="282" y="189"/>
                    <a:pt x="278" y="192"/>
                    <a:pt x="275" y="192"/>
                  </a:cubicBezTo>
                  <a:cubicBezTo>
                    <a:pt x="227" y="192"/>
                    <a:pt x="227" y="192"/>
                    <a:pt x="227" y="192"/>
                  </a:cubicBezTo>
                  <a:cubicBezTo>
                    <a:pt x="207" y="192"/>
                    <a:pt x="192" y="208"/>
                    <a:pt x="192" y="227"/>
                  </a:cubicBezTo>
                  <a:cubicBezTo>
                    <a:pt x="192" y="275"/>
                    <a:pt x="192" y="275"/>
                    <a:pt x="192" y="275"/>
                  </a:cubicBezTo>
                  <a:cubicBezTo>
                    <a:pt x="192" y="279"/>
                    <a:pt x="188" y="282"/>
                    <a:pt x="185" y="282"/>
                  </a:cubicBezTo>
                  <a:cubicBezTo>
                    <a:pt x="141" y="282"/>
                    <a:pt x="141" y="282"/>
                    <a:pt x="141" y="282"/>
                  </a:cubicBezTo>
                  <a:cubicBezTo>
                    <a:pt x="138" y="282"/>
                    <a:pt x="135" y="279"/>
                    <a:pt x="135" y="275"/>
                  </a:cubicBezTo>
                  <a:cubicBezTo>
                    <a:pt x="135" y="227"/>
                    <a:pt x="135" y="227"/>
                    <a:pt x="135" y="227"/>
                  </a:cubicBezTo>
                  <a:cubicBezTo>
                    <a:pt x="135" y="208"/>
                    <a:pt x="119" y="192"/>
                    <a:pt x="99" y="192"/>
                  </a:cubicBezTo>
                  <a:cubicBezTo>
                    <a:pt x="51" y="192"/>
                    <a:pt x="51" y="192"/>
                    <a:pt x="51" y="192"/>
                  </a:cubicBezTo>
                  <a:cubicBezTo>
                    <a:pt x="48" y="192"/>
                    <a:pt x="45" y="189"/>
                    <a:pt x="45" y="185"/>
                  </a:cubicBezTo>
                  <a:cubicBezTo>
                    <a:pt x="45" y="142"/>
                    <a:pt x="45" y="142"/>
                    <a:pt x="45" y="142"/>
                  </a:cubicBezTo>
                  <a:cubicBezTo>
                    <a:pt x="45" y="138"/>
                    <a:pt x="48" y="135"/>
                    <a:pt x="51" y="135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19" y="135"/>
                    <a:pt x="135" y="120"/>
                    <a:pt x="135" y="100"/>
                  </a:cubicBezTo>
                  <a:cubicBezTo>
                    <a:pt x="135" y="52"/>
                    <a:pt x="135" y="52"/>
                    <a:pt x="135" y="52"/>
                  </a:cubicBezTo>
                  <a:cubicBezTo>
                    <a:pt x="135" y="48"/>
                    <a:pt x="138" y="45"/>
                    <a:pt x="141" y="45"/>
                  </a:cubicBezTo>
                  <a:cubicBezTo>
                    <a:pt x="185" y="45"/>
                    <a:pt x="185" y="45"/>
                    <a:pt x="185" y="45"/>
                  </a:cubicBezTo>
                  <a:cubicBezTo>
                    <a:pt x="188" y="45"/>
                    <a:pt x="192" y="48"/>
                    <a:pt x="192" y="52"/>
                  </a:cubicBezTo>
                  <a:cubicBezTo>
                    <a:pt x="192" y="100"/>
                    <a:pt x="192" y="100"/>
                    <a:pt x="192" y="100"/>
                  </a:cubicBezTo>
                  <a:cubicBezTo>
                    <a:pt x="192" y="120"/>
                    <a:pt x="207" y="135"/>
                    <a:pt x="227" y="135"/>
                  </a:cubicBezTo>
                  <a:cubicBezTo>
                    <a:pt x="275" y="135"/>
                    <a:pt x="275" y="135"/>
                    <a:pt x="275" y="135"/>
                  </a:cubicBezTo>
                  <a:cubicBezTo>
                    <a:pt x="278" y="135"/>
                    <a:pt x="282" y="138"/>
                    <a:pt x="282" y="142"/>
                  </a:cubicBezTo>
                  <a:close/>
                  <a:moveTo>
                    <a:pt x="282" y="142"/>
                  </a:moveTo>
                  <a:cubicBezTo>
                    <a:pt x="282" y="142"/>
                    <a:pt x="282" y="142"/>
                    <a:pt x="282" y="14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3" name="Google Shape;2163;p45"/>
            <p:cNvSpPr/>
            <p:nvPr/>
          </p:nvSpPr>
          <p:spPr>
            <a:xfrm>
              <a:off x="2897748" y="4111563"/>
              <a:ext cx="40283" cy="34223"/>
            </a:xfrm>
            <a:custGeom>
              <a:avLst/>
              <a:gdLst/>
              <a:ahLst/>
              <a:cxnLst/>
              <a:rect l="l" t="t" r="r" b="b"/>
              <a:pathLst>
                <a:path w="113" h="96" extrusionOk="0">
                  <a:moveTo>
                    <a:pt x="74" y="8"/>
                  </a:moveTo>
                  <a:cubicBezTo>
                    <a:pt x="12" y="55"/>
                    <a:pt x="12" y="55"/>
                    <a:pt x="12" y="55"/>
                  </a:cubicBezTo>
                  <a:cubicBezTo>
                    <a:pt x="2" y="63"/>
                    <a:pt x="0" y="77"/>
                    <a:pt x="8" y="87"/>
                  </a:cubicBezTo>
                  <a:cubicBezTo>
                    <a:pt x="12" y="93"/>
                    <a:pt x="19" y="96"/>
                    <a:pt x="26" y="96"/>
                  </a:cubicBezTo>
                  <a:cubicBezTo>
                    <a:pt x="30" y="96"/>
                    <a:pt x="35" y="94"/>
                    <a:pt x="39" y="91"/>
                  </a:cubicBezTo>
                  <a:cubicBezTo>
                    <a:pt x="101" y="43"/>
                    <a:pt x="101" y="43"/>
                    <a:pt x="101" y="43"/>
                  </a:cubicBezTo>
                  <a:cubicBezTo>
                    <a:pt x="111" y="36"/>
                    <a:pt x="113" y="22"/>
                    <a:pt x="105" y="12"/>
                  </a:cubicBezTo>
                  <a:cubicBezTo>
                    <a:pt x="98" y="2"/>
                    <a:pt x="84" y="0"/>
                    <a:pt x="74" y="8"/>
                  </a:cubicBezTo>
                  <a:close/>
                  <a:moveTo>
                    <a:pt x="74" y="8"/>
                  </a:moveTo>
                  <a:cubicBezTo>
                    <a:pt x="74" y="8"/>
                    <a:pt x="74" y="8"/>
                    <a:pt x="74" y="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4" name="Google Shape;2164;p45"/>
            <p:cNvSpPr/>
            <p:nvPr/>
          </p:nvSpPr>
          <p:spPr>
            <a:xfrm>
              <a:off x="2942665" y="4111563"/>
              <a:ext cx="40283" cy="34223"/>
            </a:xfrm>
            <a:custGeom>
              <a:avLst/>
              <a:gdLst/>
              <a:ahLst/>
              <a:cxnLst/>
              <a:rect l="l" t="t" r="r" b="b"/>
              <a:pathLst>
                <a:path w="113" h="96" extrusionOk="0">
                  <a:moveTo>
                    <a:pt x="74" y="8"/>
                  </a:moveTo>
                  <a:cubicBezTo>
                    <a:pt x="12" y="55"/>
                    <a:pt x="12" y="55"/>
                    <a:pt x="12" y="55"/>
                  </a:cubicBezTo>
                  <a:cubicBezTo>
                    <a:pt x="2" y="63"/>
                    <a:pt x="0" y="77"/>
                    <a:pt x="8" y="87"/>
                  </a:cubicBezTo>
                  <a:cubicBezTo>
                    <a:pt x="12" y="93"/>
                    <a:pt x="19" y="96"/>
                    <a:pt x="26" y="96"/>
                  </a:cubicBezTo>
                  <a:cubicBezTo>
                    <a:pt x="30" y="96"/>
                    <a:pt x="35" y="94"/>
                    <a:pt x="39" y="91"/>
                  </a:cubicBezTo>
                  <a:cubicBezTo>
                    <a:pt x="101" y="43"/>
                    <a:pt x="101" y="43"/>
                    <a:pt x="101" y="43"/>
                  </a:cubicBezTo>
                  <a:cubicBezTo>
                    <a:pt x="111" y="36"/>
                    <a:pt x="113" y="22"/>
                    <a:pt x="105" y="12"/>
                  </a:cubicBezTo>
                  <a:cubicBezTo>
                    <a:pt x="98" y="2"/>
                    <a:pt x="84" y="0"/>
                    <a:pt x="74" y="8"/>
                  </a:cubicBezTo>
                  <a:close/>
                  <a:moveTo>
                    <a:pt x="74" y="8"/>
                  </a:moveTo>
                  <a:cubicBezTo>
                    <a:pt x="74" y="8"/>
                    <a:pt x="74" y="8"/>
                    <a:pt x="74" y="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5" name="Google Shape;2165;p45"/>
            <p:cNvSpPr/>
            <p:nvPr/>
          </p:nvSpPr>
          <p:spPr>
            <a:xfrm>
              <a:off x="2885984" y="4033849"/>
              <a:ext cx="31014" cy="16042"/>
            </a:xfrm>
            <a:custGeom>
              <a:avLst/>
              <a:gdLst/>
              <a:ahLst/>
              <a:cxnLst/>
              <a:rect l="l" t="t" r="r" b="b"/>
              <a:pathLst>
                <a:path w="87" h="45" extrusionOk="0">
                  <a:moveTo>
                    <a:pt x="87" y="23"/>
                  </a:moveTo>
                  <a:cubicBezTo>
                    <a:pt x="87" y="10"/>
                    <a:pt x="76" y="0"/>
                    <a:pt x="6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76" y="45"/>
                    <a:pt x="87" y="35"/>
                    <a:pt x="87" y="23"/>
                  </a:cubicBez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6" name="Google Shape;2166;p45"/>
            <p:cNvSpPr/>
            <p:nvPr/>
          </p:nvSpPr>
          <p:spPr>
            <a:xfrm>
              <a:off x="2923415" y="4033849"/>
              <a:ext cx="85556" cy="16042"/>
            </a:xfrm>
            <a:custGeom>
              <a:avLst/>
              <a:gdLst/>
              <a:ahLst/>
              <a:cxnLst/>
              <a:rect l="l" t="t" r="r" b="b"/>
              <a:pathLst>
                <a:path w="240" h="45" extrusionOk="0">
                  <a:moveTo>
                    <a:pt x="240" y="23"/>
                  </a:moveTo>
                  <a:cubicBezTo>
                    <a:pt x="240" y="10"/>
                    <a:pt x="229" y="0"/>
                    <a:pt x="217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217" y="45"/>
                    <a:pt x="217" y="45"/>
                    <a:pt x="217" y="45"/>
                  </a:cubicBezTo>
                  <a:cubicBezTo>
                    <a:pt x="229" y="45"/>
                    <a:pt x="240" y="35"/>
                    <a:pt x="240" y="23"/>
                  </a:cubicBezTo>
                  <a:close/>
                  <a:moveTo>
                    <a:pt x="240" y="23"/>
                  </a:moveTo>
                  <a:cubicBezTo>
                    <a:pt x="240" y="23"/>
                    <a:pt x="240" y="23"/>
                    <a:pt x="240" y="2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7" name="Google Shape;2167;p45"/>
            <p:cNvSpPr/>
            <p:nvPr/>
          </p:nvSpPr>
          <p:spPr>
            <a:xfrm>
              <a:off x="2899887" y="4060585"/>
              <a:ext cx="90904" cy="42778"/>
            </a:xfrm>
            <a:custGeom>
              <a:avLst/>
              <a:gdLst/>
              <a:ahLst/>
              <a:cxnLst/>
              <a:rect l="l" t="t" r="r" b="b"/>
              <a:pathLst>
                <a:path w="255" h="120" extrusionOk="0">
                  <a:moveTo>
                    <a:pt x="212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19" y="0"/>
                    <a:pt x="0" y="20"/>
                    <a:pt x="0" y="43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101"/>
                    <a:pt x="19" y="120"/>
                    <a:pt x="42" y="120"/>
                  </a:cubicBezTo>
                  <a:cubicBezTo>
                    <a:pt x="212" y="120"/>
                    <a:pt x="212" y="120"/>
                    <a:pt x="212" y="120"/>
                  </a:cubicBezTo>
                  <a:cubicBezTo>
                    <a:pt x="235" y="120"/>
                    <a:pt x="255" y="101"/>
                    <a:pt x="255" y="77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5" y="20"/>
                    <a:pt x="235" y="0"/>
                    <a:pt x="212" y="0"/>
                  </a:cubicBezTo>
                  <a:close/>
                  <a:moveTo>
                    <a:pt x="210" y="75"/>
                  </a:moveTo>
                  <a:cubicBezTo>
                    <a:pt x="45" y="75"/>
                    <a:pt x="45" y="75"/>
                    <a:pt x="45" y="75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210" y="45"/>
                    <a:pt x="210" y="45"/>
                    <a:pt x="210" y="45"/>
                  </a:cubicBezTo>
                  <a:lnTo>
                    <a:pt x="210" y="75"/>
                  </a:lnTo>
                  <a:close/>
                  <a:moveTo>
                    <a:pt x="210" y="75"/>
                  </a:moveTo>
                  <a:cubicBezTo>
                    <a:pt x="210" y="75"/>
                    <a:pt x="210" y="75"/>
                    <a:pt x="210" y="7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8" name="Google Shape;2168;p45"/>
            <p:cNvSpPr/>
            <p:nvPr/>
          </p:nvSpPr>
          <p:spPr>
            <a:xfrm>
              <a:off x="3074208" y="4060585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9" name="Google Shape;2169;p45"/>
            <p:cNvSpPr/>
            <p:nvPr/>
          </p:nvSpPr>
          <p:spPr>
            <a:xfrm>
              <a:off x="3114848" y="4101225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0" name="Google Shape;2170;p45"/>
            <p:cNvSpPr/>
            <p:nvPr/>
          </p:nvSpPr>
          <p:spPr>
            <a:xfrm>
              <a:off x="3074208" y="4142933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1" name="Google Shape;2171;p45"/>
            <p:cNvSpPr/>
            <p:nvPr/>
          </p:nvSpPr>
          <p:spPr>
            <a:xfrm>
              <a:off x="3032500" y="4101225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2" name="Google Shape;2172;p45"/>
          <p:cNvGrpSpPr/>
          <p:nvPr/>
        </p:nvGrpSpPr>
        <p:grpSpPr>
          <a:xfrm>
            <a:off x="5356995" y="2734615"/>
            <a:ext cx="520857" cy="356385"/>
            <a:chOff x="3084903" y="4949839"/>
            <a:chExt cx="520857" cy="356385"/>
          </a:xfrm>
        </p:grpSpPr>
        <p:sp>
          <p:nvSpPr>
            <p:cNvPr id="2173" name="Google Shape;2173;p45"/>
            <p:cNvSpPr/>
            <p:nvPr/>
          </p:nvSpPr>
          <p:spPr>
            <a:xfrm>
              <a:off x="3092383" y="5050595"/>
              <a:ext cx="505652" cy="248244"/>
            </a:xfrm>
            <a:custGeom>
              <a:avLst/>
              <a:gdLst/>
              <a:ahLst/>
              <a:cxnLst/>
              <a:rect l="l" t="t" r="r" b="b"/>
              <a:pathLst>
                <a:path w="30627" h="15036" extrusionOk="0">
                  <a:moveTo>
                    <a:pt x="1686" y="1"/>
                  </a:moveTo>
                  <a:cubicBezTo>
                    <a:pt x="760" y="1"/>
                    <a:pt x="1" y="740"/>
                    <a:pt x="1" y="1662"/>
                  </a:cubicBezTo>
                  <a:lnTo>
                    <a:pt x="1" y="13350"/>
                  </a:lnTo>
                  <a:cubicBezTo>
                    <a:pt x="1" y="14276"/>
                    <a:pt x="760" y="15035"/>
                    <a:pt x="1686" y="15035"/>
                  </a:cubicBezTo>
                  <a:lnTo>
                    <a:pt x="28961" y="15035"/>
                  </a:lnTo>
                  <a:cubicBezTo>
                    <a:pt x="29887" y="15035"/>
                    <a:pt x="30627" y="14276"/>
                    <a:pt x="30627" y="13350"/>
                  </a:cubicBezTo>
                  <a:lnTo>
                    <a:pt x="30627" y="1662"/>
                  </a:lnTo>
                  <a:cubicBezTo>
                    <a:pt x="30627" y="740"/>
                    <a:pt x="29887" y="1"/>
                    <a:pt x="28961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5"/>
            <p:cNvSpPr/>
            <p:nvPr/>
          </p:nvSpPr>
          <p:spPr>
            <a:xfrm>
              <a:off x="3160595" y="5075991"/>
              <a:ext cx="364211" cy="197377"/>
            </a:xfrm>
            <a:custGeom>
              <a:avLst/>
              <a:gdLst/>
              <a:ahLst/>
              <a:cxnLst/>
              <a:rect l="l" t="t" r="r" b="b"/>
              <a:pathLst>
                <a:path w="22060" h="11955" extrusionOk="0">
                  <a:moveTo>
                    <a:pt x="143" y="1"/>
                  </a:moveTo>
                  <a:cubicBezTo>
                    <a:pt x="59" y="1"/>
                    <a:pt x="0" y="45"/>
                    <a:pt x="0" y="124"/>
                  </a:cubicBezTo>
                  <a:lnTo>
                    <a:pt x="0" y="11812"/>
                  </a:lnTo>
                  <a:cubicBezTo>
                    <a:pt x="0" y="11895"/>
                    <a:pt x="59" y="11954"/>
                    <a:pt x="143" y="11954"/>
                  </a:cubicBezTo>
                  <a:lnTo>
                    <a:pt x="21936" y="11954"/>
                  </a:lnTo>
                  <a:cubicBezTo>
                    <a:pt x="22015" y="11954"/>
                    <a:pt x="22059" y="11895"/>
                    <a:pt x="22059" y="11812"/>
                  </a:cubicBezTo>
                  <a:lnTo>
                    <a:pt x="22059" y="124"/>
                  </a:lnTo>
                  <a:cubicBezTo>
                    <a:pt x="22059" y="45"/>
                    <a:pt x="22015" y="1"/>
                    <a:pt x="21936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45"/>
            <p:cNvSpPr/>
            <p:nvPr/>
          </p:nvSpPr>
          <p:spPr>
            <a:xfrm>
              <a:off x="3545181" y="5160483"/>
              <a:ext cx="28496" cy="28496"/>
            </a:xfrm>
            <a:custGeom>
              <a:avLst/>
              <a:gdLst/>
              <a:ahLst/>
              <a:cxnLst/>
              <a:rect l="l" t="t" r="r" b="b"/>
              <a:pathLst>
                <a:path w="1726" h="1726" extrusionOk="0">
                  <a:moveTo>
                    <a:pt x="863" y="0"/>
                  </a:moveTo>
                  <a:cubicBezTo>
                    <a:pt x="390" y="0"/>
                    <a:pt x="1" y="370"/>
                    <a:pt x="1" y="863"/>
                  </a:cubicBezTo>
                  <a:cubicBezTo>
                    <a:pt x="1" y="1336"/>
                    <a:pt x="390" y="1726"/>
                    <a:pt x="863" y="1726"/>
                  </a:cubicBezTo>
                  <a:cubicBezTo>
                    <a:pt x="1356" y="1726"/>
                    <a:pt x="1726" y="1336"/>
                    <a:pt x="1726" y="863"/>
                  </a:cubicBezTo>
                  <a:cubicBezTo>
                    <a:pt x="1726" y="370"/>
                    <a:pt x="1356" y="0"/>
                    <a:pt x="86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45"/>
            <p:cNvSpPr/>
            <p:nvPr/>
          </p:nvSpPr>
          <p:spPr>
            <a:xfrm>
              <a:off x="3397611" y="5085188"/>
              <a:ext cx="21430" cy="33548"/>
            </a:xfrm>
            <a:custGeom>
              <a:avLst/>
              <a:gdLst/>
              <a:ahLst/>
              <a:cxnLst/>
              <a:rect l="l" t="t" r="r" b="b"/>
              <a:pathLst>
                <a:path w="1298" h="2032" extrusionOk="0">
                  <a:moveTo>
                    <a:pt x="1" y="1"/>
                  </a:moveTo>
                  <a:lnTo>
                    <a:pt x="1" y="1746"/>
                  </a:lnTo>
                  <a:cubicBezTo>
                    <a:pt x="1" y="1889"/>
                    <a:pt x="144" y="2032"/>
                    <a:pt x="287" y="2032"/>
                  </a:cubicBezTo>
                  <a:lnTo>
                    <a:pt x="1026" y="2032"/>
                  </a:lnTo>
                  <a:cubicBezTo>
                    <a:pt x="1174" y="2032"/>
                    <a:pt x="1297" y="1889"/>
                    <a:pt x="1297" y="1746"/>
                  </a:cubicBezTo>
                  <a:lnTo>
                    <a:pt x="1297" y="1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5"/>
            <p:cNvSpPr/>
            <p:nvPr/>
          </p:nvSpPr>
          <p:spPr>
            <a:xfrm>
              <a:off x="3272515" y="5085188"/>
              <a:ext cx="21331" cy="33548"/>
            </a:xfrm>
            <a:custGeom>
              <a:avLst/>
              <a:gdLst/>
              <a:ahLst/>
              <a:cxnLst/>
              <a:rect l="l" t="t" r="r" b="b"/>
              <a:pathLst>
                <a:path w="1292" h="2032" extrusionOk="0">
                  <a:moveTo>
                    <a:pt x="1292" y="1"/>
                  </a:moveTo>
                  <a:lnTo>
                    <a:pt x="0" y="144"/>
                  </a:lnTo>
                  <a:lnTo>
                    <a:pt x="0" y="1746"/>
                  </a:lnTo>
                  <a:cubicBezTo>
                    <a:pt x="0" y="1889"/>
                    <a:pt x="143" y="2032"/>
                    <a:pt x="286" y="2032"/>
                  </a:cubicBezTo>
                  <a:lnTo>
                    <a:pt x="1026" y="2032"/>
                  </a:lnTo>
                  <a:cubicBezTo>
                    <a:pt x="1168" y="2032"/>
                    <a:pt x="1292" y="1889"/>
                    <a:pt x="1292" y="1746"/>
                  </a:cubicBezTo>
                  <a:lnTo>
                    <a:pt x="1292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5"/>
            <p:cNvSpPr/>
            <p:nvPr/>
          </p:nvSpPr>
          <p:spPr>
            <a:xfrm>
              <a:off x="3249711" y="5024143"/>
              <a:ext cx="190294" cy="75319"/>
            </a:xfrm>
            <a:custGeom>
              <a:avLst/>
              <a:gdLst/>
              <a:ahLst/>
              <a:cxnLst/>
              <a:rect l="l" t="t" r="r" b="b"/>
              <a:pathLst>
                <a:path w="11526" h="4562" extrusionOk="0">
                  <a:moveTo>
                    <a:pt x="4275" y="1"/>
                  </a:moveTo>
                  <a:lnTo>
                    <a:pt x="228" y="2258"/>
                  </a:lnTo>
                  <a:cubicBezTo>
                    <a:pt x="85" y="2342"/>
                    <a:pt x="1" y="2505"/>
                    <a:pt x="1" y="2668"/>
                  </a:cubicBezTo>
                  <a:lnTo>
                    <a:pt x="1" y="4107"/>
                  </a:lnTo>
                  <a:cubicBezTo>
                    <a:pt x="1" y="4361"/>
                    <a:pt x="208" y="4562"/>
                    <a:pt x="480" y="4562"/>
                  </a:cubicBezTo>
                  <a:cubicBezTo>
                    <a:pt x="493" y="4562"/>
                    <a:pt x="506" y="4561"/>
                    <a:pt x="519" y="4560"/>
                  </a:cubicBezTo>
                  <a:lnTo>
                    <a:pt x="1381" y="4457"/>
                  </a:lnTo>
                  <a:lnTo>
                    <a:pt x="2673" y="4314"/>
                  </a:lnTo>
                  <a:lnTo>
                    <a:pt x="4275" y="4127"/>
                  </a:lnTo>
                  <a:lnTo>
                    <a:pt x="7232" y="4127"/>
                  </a:lnTo>
                  <a:lnTo>
                    <a:pt x="8958" y="4314"/>
                  </a:lnTo>
                  <a:lnTo>
                    <a:pt x="10254" y="4477"/>
                  </a:lnTo>
                  <a:lnTo>
                    <a:pt x="11013" y="4560"/>
                  </a:lnTo>
                  <a:cubicBezTo>
                    <a:pt x="11026" y="4561"/>
                    <a:pt x="11038" y="4562"/>
                    <a:pt x="11051" y="4562"/>
                  </a:cubicBezTo>
                  <a:cubicBezTo>
                    <a:pt x="11319" y="4562"/>
                    <a:pt x="11526" y="4361"/>
                    <a:pt x="11526" y="4107"/>
                  </a:cubicBezTo>
                  <a:lnTo>
                    <a:pt x="11526" y="2668"/>
                  </a:lnTo>
                  <a:cubicBezTo>
                    <a:pt x="11526" y="2505"/>
                    <a:pt x="11442" y="2342"/>
                    <a:pt x="11299" y="2258"/>
                  </a:cubicBezTo>
                  <a:lnTo>
                    <a:pt x="7232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5"/>
            <p:cNvSpPr/>
            <p:nvPr/>
          </p:nvSpPr>
          <p:spPr>
            <a:xfrm>
              <a:off x="3331513" y="5125890"/>
              <a:ext cx="26482" cy="29470"/>
            </a:xfrm>
            <a:custGeom>
              <a:avLst/>
              <a:gdLst/>
              <a:ahLst/>
              <a:cxnLst/>
              <a:rect l="l" t="t" r="r" b="b"/>
              <a:pathLst>
                <a:path w="1604" h="1785" extrusionOk="0">
                  <a:moveTo>
                    <a:pt x="1" y="0"/>
                  </a:moveTo>
                  <a:lnTo>
                    <a:pt x="1" y="1395"/>
                  </a:lnTo>
                  <a:cubicBezTo>
                    <a:pt x="1" y="1603"/>
                    <a:pt x="183" y="1785"/>
                    <a:pt x="410" y="1785"/>
                  </a:cubicBezTo>
                  <a:lnTo>
                    <a:pt x="1209" y="1785"/>
                  </a:lnTo>
                  <a:cubicBezTo>
                    <a:pt x="1435" y="1785"/>
                    <a:pt x="1603" y="1603"/>
                    <a:pt x="1603" y="139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5"/>
            <p:cNvSpPr/>
            <p:nvPr/>
          </p:nvSpPr>
          <p:spPr>
            <a:xfrm>
              <a:off x="3320284" y="4995660"/>
              <a:ext cx="48853" cy="135283"/>
            </a:xfrm>
            <a:custGeom>
              <a:avLst/>
              <a:gdLst/>
              <a:ahLst/>
              <a:cxnLst/>
              <a:rect l="l" t="t" r="r" b="b"/>
              <a:pathLst>
                <a:path w="2959" h="8194" extrusionOk="0">
                  <a:moveTo>
                    <a:pt x="1" y="1"/>
                  </a:moveTo>
                  <a:lnTo>
                    <a:pt x="1" y="7720"/>
                  </a:lnTo>
                  <a:cubicBezTo>
                    <a:pt x="1" y="7991"/>
                    <a:pt x="227" y="8193"/>
                    <a:pt x="474" y="8193"/>
                  </a:cubicBezTo>
                  <a:lnTo>
                    <a:pt x="2505" y="8193"/>
                  </a:lnTo>
                  <a:cubicBezTo>
                    <a:pt x="2751" y="8193"/>
                    <a:pt x="2958" y="7991"/>
                    <a:pt x="2958" y="7720"/>
                  </a:cubicBezTo>
                  <a:lnTo>
                    <a:pt x="295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5"/>
            <p:cNvSpPr/>
            <p:nvPr/>
          </p:nvSpPr>
          <p:spPr>
            <a:xfrm>
              <a:off x="3320284" y="4957319"/>
              <a:ext cx="48853" cy="38353"/>
            </a:xfrm>
            <a:custGeom>
              <a:avLst/>
              <a:gdLst/>
              <a:ahLst/>
              <a:cxnLst/>
              <a:rect l="l" t="t" r="r" b="b"/>
              <a:pathLst>
                <a:path w="2959" h="2323" extrusionOk="0">
                  <a:moveTo>
                    <a:pt x="1110" y="1"/>
                  </a:moveTo>
                  <a:cubicBezTo>
                    <a:pt x="947" y="1"/>
                    <a:pt x="780" y="104"/>
                    <a:pt x="720" y="267"/>
                  </a:cubicBezTo>
                  <a:lnTo>
                    <a:pt x="1" y="2323"/>
                  </a:lnTo>
                  <a:lnTo>
                    <a:pt x="2958" y="2323"/>
                  </a:lnTo>
                  <a:lnTo>
                    <a:pt x="2258" y="267"/>
                  </a:lnTo>
                  <a:cubicBezTo>
                    <a:pt x="2199" y="104"/>
                    <a:pt x="2037" y="1"/>
                    <a:pt x="1869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5"/>
            <p:cNvSpPr/>
            <p:nvPr/>
          </p:nvSpPr>
          <p:spPr>
            <a:xfrm>
              <a:off x="3320284" y="5155348"/>
              <a:ext cx="48853" cy="22404"/>
            </a:xfrm>
            <a:custGeom>
              <a:avLst/>
              <a:gdLst/>
              <a:ahLst/>
              <a:cxnLst/>
              <a:rect l="l" t="t" r="r" b="b"/>
              <a:pathLst>
                <a:path w="2959" h="1357" extrusionOk="0">
                  <a:moveTo>
                    <a:pt x="804" y="1"/>
                  </a:moveTo>
                  <a:cubicBezTo>
                    <a:pt x="370" y="1"/>
                    <a:pt x="1" y="351"/>
                    <a:pt x="1" y="785"/>
                  </a:cubicBezTo>
                  <a:lnTo>
                    <a:pt x="1" y="1090"/>
                  </a:lnTo>
                  <a:cubicBezTo>
                    <a:pt x="1" y="1233"/>
                    <a:pt x="124" y="1356"/>
                    <a:pt x="267" y="1356"/>
                  </a:cubicBezTo>
                  <a:lnTo>
                    <a:pt x="2712" y="1356"/>
                  </a:lnTo>
                  <a:cubicBezTo>
                    <a:pt x="2855" y="1356"/>
                    <a:pt x="2958" y="1233"/>
                    <a:pt x="2958" y="1090"/>
                  </a:cubicBezTo>
                  <a:lnTo>
                    <a:pt x="2958" y="785"/>
                  </a:lnTo>
                  <a:cubicBezTo>
                    <a:pt x="2958" y="351"/>
                    <a:pt x="2608" y="1"/>
                    <a:pt x="2180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5"/>
            <p:cNvSpPr/>
            <p:nvPr/>
          </p:nvSpPr>
          <p:spPr>
            <a:xfrm>
              <a:off x="3084903" y="4949839"/>
              <a:ext cx="520857" cy="356385"/>
            </a:xfrm>
            <a:custGeom>
              <a:avLst/>
              <a:gdLst/>
              <a:ahLst/>
              <a:cxnLst/>
              <a:rect l="l" t="t" r="r" b="b"/>
              <a:pathLst>
                <a:path w="31548" h="21586" extrusionOk="0">
                  <a:moveTo>
                    <a:pt x="16085" y="927"/>
                  </a:moveTo>
                  <a:lnTo>
                    <a:pt x="16577" y="2302"/>
                  </a:lnTo>
                  <a:lnTo>
                    <a:pt x="14911" y="2302"/>
                  </a:lnTo>
                  <a:lnTo>
                    <a:pt x="15404" y="927"/>
                  </a:lnTo>
                  <a:close/>
                  <a:moveTo>
                    <a:pt x="13802" y="5280"/>
                  </a:moveTo>
                  <a:lnTo>
                    <a:pt x="13802" y="8218"/>
                  </a:lnTo>
                  <a:lnTo>
                    <a:pt x="10435" y="8587"/>
                  </a:lnTo>
                  <a:lnTo>
                    <a:pt x="10435" y="7168"/>
                  </a:lnTo>
                  <a:cubicBezTo>
                    <a:pt x="10455" y="7168"/>
                    <a:pt x="13802" y="5280"/>
                    <a:pt x="13802" y="5280"/>
                  </a:cubicBezTo>
                  <a:close/>
                  <a:moveTo>
                    <a:pt x="17687" y="5280"/>
                  </a:moveTo>
                  <a:lnTo>
                    <a:pt x="21034" y="7168"/>
                  </a:lnTo>
                  <a:lnTo>
                    <a:pt x="21034" y="8587"/>
                  </a:lnTo>
                  <a:lnTo>
                    <a:pt x="17687" y="8218"/>
                  </a:lnTo>
                  <a:lnTo>
                    <a:pt x="17687" y="5280"/>
                  </a:lnTo>
                  <a:close/>
                  <a:moveTo>
                    <a:pt x="12200" y="9327"/>
                  </a:moveTo>
                  <a:lnTo>
                    <a:pt x="12200" y="9755"/>
                  </a:lnTo>
                  <a:lnTo>
                    <a:pt x="11830" y="9755"/>
                  </a:lnTo>
                  <a:lnTo>
                    <a:pt x="11830" y="9366"/>
                  </a:lnTo>
                  <a:lnTo>
                    <a:pt x="12200" y="9327"/>
                  </a:lnTo>
                  <a:close/>
                  <a:moveTo>
                    <a:pt x="19412" y="9346"/>
                  </a:moveTo>
                  <a:lnTo>
                    <a:pt x="19782" y="9386"/>
                  </a:lnTo>
                  <a:lnTo>
                    <a:pt x="19782" y="9755"/>
                  </a:lnTo>
                  <a:lnTo>
                    <a:pt x="19412" y="9755"/>
                  </a:lnTo>
                  <a:lnTo>
                    <a:pt x="19412" y="9346"/>
                  </a:lnTo>
                  <a:close/>
                  <a:moveTo>
                    <a:pt x="16760" y="3224"/>
                  </a:moveTo>
                  <a:lnTo>
                    <a:pt x="16760" y="10495"/>
                  </a:lnTo>
                  <a:lnTo>
                    <a:pt x="14729" y="10495"/>
                  </a:lnTo>
                  <a:lnTo>
                    <a:pt x="14729" y="3224"/>
                  </a:lnTo>
                  <a:close/>
                  <a:moveTo>
                    <a:pt x="16085" y="11422"/>
                  </a:moveTo>
                  <a:lnTo>
                    <a:pt x="16085" y="11974"/>
                  </a:lnTo>
                  <a:lnTo>
                    <a:pt x="15404" y="11974"/>
                  </a:lnTo>
                  <a:lnTo>
                    <a:pt x="15404" y="11422"/>
                  </a:lnTo>
                  <a:close/>
                  <a:moveTo>
                    <a:pt x="16435" y="12900"/>
                  </a:moveTo>
                  <a:cubicBezTo>
                    <a:pt x="16617" y="12900"/>
                    <a:pt x="16760" y="13043"/>
                    <a:pt x="16760" y="13231"/>
                  </a:cubicBezTo>
                  <a:lnTo>
                    <a:pt x="16760" y="13329"/>
                  </a:lnTo>
                  <a:lnTo>
                    <a:pt x="14729" y="13329"/>
                  </a:lnTo>
                  <a:lnTo>
                    <a:pt x="14729" y="13231"/>
                  </a:lnTo>
                  <a:cubicBezTo>
                    <a:pt x="14729" y="13043"/>
                    <a:pt x="14872" y="12900"/>
                    <a:pt x="15059" y="12900"/>
                  </a:cubicBezTo>
                  <a:close/>
                  <a:moveTo>
                    <a:pt x="29414" y="6551"/>
                  </a:moveTo>
                  <a:cubicBezTo>
                    <a:pt x="30094" y="6551"/>
                    <a:pt x="30626" y="7089"/>
                    <a:pt x="30626" y="7764"/>
                  </a:cubicBezTo>
                  <a:lnTo>
                    <a:pt x="30626" y="19452"/>
                  </a:lnTo>
                  <a:cubicBezTo>
                    <a:pt x="30626" y="20132"/>
                    <a:pt x="30094" y="20664"/>
                    <a:pt x="29414" y="20664"/>
                  </a:cubicBezTo>
                  <a:lnTo>
                    <a:pt x="2139" y="20664"/>
                  </a:lnTo>
                  <a:cubicBezTo>
                    <a:pt x="1459" y="20664"/>
                    <a:pt x="927" y="20132"/>
                    <a:pt x="927" y="19452"/>
                  </a:cubicBezTo>
                  <a:lnTo>
                    <a:pt x="927" y="7764"/>
                  </a:lnTo>
                  <a:cubicBezTo>
                    <a:pt x="927" y="7089"/>
                    <a:pt x="1459" y="6551"/>
                    <a:pt x="2139" y="6551"/>
                  </a:cubicBezTo>
                  <a:lnTo>
                    <a:pt x="9760" y="6551"/>
                  </a:lnTo>
                  <a:cubicBezTo>
                    <a:pt x="9612" y="6719"/>
                    <a:pt x="9514" y="6946"/>
                    <a:pt x="9514" y="7168"/>
                  </a:cubicBezTo>
                  <a:lnTo>
                    <a:pt x="4727" y="7168"/>
                  </a:lnTo>
                  <a:cubicBezTo>
                    <a:pt x="4397" y="7168"/>
                    <a:pt x="4131" y="7439"/>
                    <a:pt x="4131" y="7764"/>
                  </a:cubicBezTo>
                  <a:lnTo>
                    <a:pt x="4131" y="19452"/>
                  </a:lnTo>
                  <a:cubicBezTo>
                    <a:pt x="4131" y="19782"/>
                    <a:pt x="4397" y="20048"/>
                    <a:pt x="4727" y="20048"/>
                  </a:cubicBezTo>
                  <a:lnTo>
                    <a:pt x="7665" y="20048"/>
                  </a:lnTo>
                  <a:cubicBezTo>
                    <a:pt x="7912" y="20048"/>
                    <a:pt x="8114" y="19841"/>
                    <a:pt x="8114" y="19594"/>
                  </a:cubicBezTo>
                  <a:cubicBezTo>
                    <a:pt x="8114" y="19328"/>
                    <a:pt x="7912" y="19121"/>
                    <a:pt x="7665" y="19121"/>
                  </a:cubicBezTo>
                  <a:lnTo>
                    <a:pt x="5053" y="19121"/>
                  </a:lnTo>
                  <a:lnTo>
                    <a:pt x="5053" y="8094"/>
                  </a:lnTo>
                  <a:lnTo>
                    <a:pt x="9514" y="8094"/>
                  </a:lnTo>
                  <a:lnTo>
                    <a:pt x="9514" y="8607"/>
                  </a:lnTo>
                  <a:cubicBezTo>
                    <a:pt x="9514" y="8873"/>
                    <a:pt x="9637" y="9120"/>
                    <a:pt x="9819" y="9287"/>
                  </a:cubicBezTo>
                  <a:cubicBezTo>
                    <a:pt x="10007" y="9430"/>
                    <a:pt x="10209" y="9509"/>
                    <a:pt x="10435" y="9509"/>
                  </a:cubicBezTo>
                  <a:lnTo>
                    <a:pt x="10539" y="9509"/>
                  </a:lnTo>
                  <a:lnTo>
                    <a:pt x="10909" y="9470"/>
                  </a:lnTo>
                  <a:lnTo>
                    <a:pt x="10909" y="9943"/>
                  </a:lnTo>
                  <a:cubicBezTo>
                    <a:pt x="10909" y="10352"/>
                    <a:pt x="11239" y="10682"/>
                    <a:pt x="11648" y="10682"/>
                  </a:cubicBezTo>
                  <a:lnTo>
                    <a:pt x="12388" y="10682"/>
                  </a:lnTo>
                  <a:cubicBezTo>
                    <a:pt x="12797" y="10682"/>
                    <a:pt x="13127" y="10352"/>
                    <a:pt x="13127" y="9943"/>
                  </a:cubicBezTo>
                  <a:lnTo>
                    <a:pt x="13127" y="9223"/>
                  </a:lnTo>
                  <a:lnTo>
                    <a:pt x="13802" y="9139"/>
                  </a:lnTo>
                  <a:lnTo>
                    <a:pt x="13802" y="10495"/>
                  </a:lnTo>
                  <a:cubicBezTo>
                    <a:pt x="13802" y="10929"/>
                    <a:pt x="14093" y="11279"/>
                    <a:pt x="14482" y="11382"/>
                  </a:cubicBezTo>
                  <a:lnTo>
                    <a:pt x="14482" y="12038"/>
                  </a:lnTo>
                  <a:lnTo>
                    <a:pt x="14482" y="12122"/>
                  </a:lnTo>
                  <a:cubicBezTo>
                    <a:pt x="14073" y="12324"/>
                    <a:pt x="13802" y="12757"/>
                    <a:pt x="13802" y="13231"/>
                  </a:cubicBezTo>
                  <a:lnTo>
                    <a:pt x="13802" y="13536"/>
                  </a:lnTo>
                  <a:cubicBezTo>
                    <a:pt x="13802" y="13926"/>
                    <a:pt x="14133" y="14256"/>
                    <a:pt x="14522" y="14256"/>
                  </a:cubicBezTo>
                  <a:lnTo>
                    <a:pt x="16967" y="14256"/>
                  </a:lnTo>
                  <a:cubicBezTo>
                    <a:pt x="17356" y="14256"/>
                    <a:pt x="17687" y="13926"/>
                    <a:pt x="17687" y="13536"/>
                  </a:cubicBezTo>
                  <a:lnTo>
                    <a:pt x="17687" y="13231"/>
                  </a:lnTo>
                  <a:cubicBezTo>
                    <a:pt x="17687" y="12757"/>
                    <a:pt x="17401" y="12324"/>
                    <a:pt x="17006" y="12122"/>
                  </a:cubicBezTo>
                  <a:lnTo>
                    <a:pt x="17006" y="12038"/>
                  </a:lnTo>
                  <a:lnTo>
                    <a:pt x="17006" y="11382"/>
                  </a:lnTo>
                  <a:cubicBezTo>
                    <a:pt x="17401" y="11279"/>
                    <a:pt x="17687" y="10929"/>
                    <a:pt x="17687" y="10495"/>
                  </a:cubicBezTo>
                  <a:lnTo>
                    <a:pt x="17687" y="9139"/>
                  </a:lnTo>
                  <a:lnTo>
                    <a:pt x="18485" y="9223"/>
                  </a:lnTo>
                  <a:lnTo>
                    <a:pt x="18485" y="9943"/>
                  </a:lnTo>
                  <a:cubicBezTo>
                    <a:pt x="18485" y="10352"/>
                    <a:pt x="18815" y="10682"/>
                    <a:pt x="19225" y="10682"/>
                  </a:cubicBezTo>
                  <a:lnTo>
                    <a:pt x="19964" y="10682"/>
                  </a:lnTo>
                  <a:cubicBezTo>
                    <a:pt x="20378" y="10682"/>
                    <a:pt x="20703" y="10352"/>
                    <a:pt x="20703" y="9943"/>
                  </a:cubicBezTo>
                  <a:lnTo>
                    <a:pt x="20703" y="9489"/>
                  </a:lnTo>
                  <a:lnTo>
                    <a:pt x="20950" y="9509"/>
                  </a:lnTo>
                  <a:lnTo>
                    <a:pt x="21053" y="9509"/>
                  </a:lnTo>
                  <a:cubicBezTo>
                    <a:pt x="21280" y="9509"/>
                    <a:pt x="21487" y="9430"/>
                    <a:pt x="21670" y="9287"/>
                  </a:cubicBezTo>
                  <a:cubicBezTo>
                    <a:pt x="21857" y="9120"/>
                    <a:pt x="21960" y="8873"/>
                    <a:pt x="21960" y="8607"/>
                  </a:cubicBezTo>
                  <a:lnTo>
                    <a:pt x="21960" y="8094"/>
                  </a:lnTo>
                  <a:lnTo>
                    <a:pt x="26190" y="8094"/>
                  </a:lnTo>
                  <a:lnTo>
                    <a:pt x="26190" y="19121"/>
                  </a:lnTo>
                  <a:lnTo>
                    <a:pt x="9514" y="19121"/>
                  </a:lnTo>
                  <a:cubicBezTo>
                    <a:pt x="9243" y="19121"/>
                    <a:pt x="9040" y="19328"/>
                    <a:pt x="9040" y="19594"/>
                  </a:cubicBezTo>
                  <a:cubicBezTo>
                    <a:pt x="9040" y="19841"/>
                    <a:pt x="9243" y="20048"/>
                    <a:pt x="9514" y="20048"/>
                  </a:cubicBezTo>
                  <a:lnTo>
                    <a:pt x="26520" y="20048"/>
                  </a:lnTo>
                  <a:cubicBezTo>
                    <a:pt x="26845" y="20048"/>
                    <a:pt x="27112" y="19782"/>
                    <a:pt x="27112" y="19452"/>
                  </a:cubicBezTo>
                  <a:lnTo>
                    <a:pt x="27112" y="7764"/>
                  </a:lnTo>
                  <a:cubicBezTo>
                    <a:pt x="27112" y="7439"/>
                    <a:pt x="26845" y="7168"/>
                    <a:pt x="26520" y="7168"/>
                  </a:cubicBezTo>
                  <a:lnTo>
                    <a:pt x="21960" y="7168"/>
                  </a:lnTo>
                  <a:cubicBezTo>
                    <a:pt x="21960" y="6946"/>
                    <a:pt x="21877" y="6719"/>
                    <a:pt x="21734" y="6551"/>
                  </a:cubicBezTo>
                  <a:close/>
                  <a:moveTo>
                    <a:pt x="15365" y="0"/>
                  </a:moveTo>
                  <a:cubicBezTo>
                    <a:pt x="14995" y="0"/>
                    <a:pt x="14665" y="227"/>
                    <a:pt x="14542" y="577"/>
                  </a:cubicBezTo>
                  <a:lnTo>
                    <a:pt x="13827" y="2608"/>
                  </a:lnTo>
                  <a:cubicBezTo>
                    <a:pt x="13827" y="2652"/>
                    <a:pt x="13802" y="2692"/>
                    <a:pt x="13802" y="2731"/>
                  </a:cubicBezTo>
                  <a:lnTo>
                    <a:pt x="13802" y="4210"/>
                  </a:lnTo>
                  <a:lnTo>
                    <a:pt x="11298" y="5630"/>
                  </a:lnTo>
                  <a:lnTo>
                    <a:pt x="2139" y="5630"/>
                  </a:lnTo>
                  <a:cubicBezTo>
                    <a:pt x="966" y="5630"/>
                    <a:pt x="0" y="6596"/>
                    <a:pt x="0" y="7764"/>
                  </a:cubicBezTo>
                  <a:lnTo>
                    <a:pt x="0" y="19452"/>
                  </a:lnTo>
                  <a:cubicBezTo>
                    <a:pt x="0" y="20644"/>
                    <a:pt x="966" y="21586"/>
                    <a:pt x="2139" y="21586"/>
                  </a:cubicBezTo>
                  <a:lnTo>
                    <a:pt x="29414" y="21586"/>
                  </a:lnTo>
                  <a:cubicBezTo>
                    <a:pt x="30587" y="21586"/>
                    <a:pt x="31548" y="20644"/>
                    <a:pt x="31548" y="19452"/>
                  </a:cubicBezTo>
                  <a:lnTo>
                    <a:pt x="31548" y="7764"/>
                  </a:lnTo>
                  <a:cubicBezTo>
                    <a:pt x="31548" y="6596"/>
                    <a:pt x="30587" y="5630"/>
                    <a:pt x="29414" y="5630"/>
                  </a:cubicBezTo>
                  <a:lnTo>
                    <a:pt x="20191" y="5630"/>
                  </a:lnTo>
                  <a:lnTo>
                    <a:pt x="17687" y="4210"/>
                  </a:lnTo>
                  <a:lnTo>
                    <a:pt x="17687" y="2692"/>
                  </a:lnTo>
                  <a:cubicBezTo>
                    <a:pt x="17687" y="2692"/>
                    <a:pt x="17667" y="2652"/>
                    <a:pt x="17667" y="2608"/>
                  </a:cubicBezTo>
                  <a:lnTo>
                    <a:pt x="16947" y="577"/>
                  </a:lnTo>
                  <a:cubicBezTo>
                    <a:pt x="16824" y="227"/>
                    <a:pt x="16494" y="0"/>
                    <a:pt x="1612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5"/>
            <p:cNvSpPr/>
            <p:nvPr/>
          </p:nvSpPr>
          <p:spPr>
            <a:xfrm>
              <a:off x="3537701" y="5152673"/>
              <a:ext cx="43718" cy="43718"/>
            </a:xfrm>
            <a:custGeom>
              <a:avLst/>
              <a:gdLst/>
              <a:ahLst/>
              <a:cxnLst/>
              <a:rect l="l" t="t" r="r" b="b"/>
              <a:pathLst>
                <a:path w="2648" h="2648" extrusionOk="0">
                  <a:moveTo>
                    <a:pt x="1316" y="922"/>
                  </a:moveTo>
                  <a:cubicBezTo>
                    <a:pt x="1538" y="922"/>
                    <a:pt x="1725" y="1109"/>
                    <a:pt x="1725" y="1336"/>
                  </a:cubicBezTo>
                  <a:cubicBezTo>
                    <a:pt x="1725" y="1538"/>
                    <a:pt x="1538" y="1726"/>
                    <a:pt x="1316" y="1726"/>
                  </a:cubicBezTo>
                  <a:cubicBezTo>
                    <a:pt x="1109" y="1726"/>
                    <a:pt x="922" y="1538"/>
                    <a:pt x="922" y="1336"/>
                  </a:cubicBezTo>
                  <a:cubicBezTo>
                    <a:pt x="922" y="1109"/>
                    <a:pt x="1109" y="922"/>
                    <a:pt x="1316" y="922"/>
                  </a:cubicBezTo>
                  <a:close/>
                  <a:moveTo>
                    <a:pt x="1316" y="0"/>
                  </a:moveTo>
                  <a:cubicBezTo>
                    <a:pt x="597" y="0"/>
                    <a:pt x="0" y="597"/>
                    <a:pt x="0" y="1336"/>
                  </a:cubicBezTo>
                  <a:cubicBezTo>
                    <a:pt x="0" y="2056"/>
                    <a:pt x="597" y="2647"/>
                    <a:pt x="1316" y="2647"/>
                  </a:cubicBezTo>
                  <a:cubicBezTo>
                    <a:pt x="2056" y="2647"/>
                    <a:pt x="2647" y="2056"/>
                    <a:pt x="2647" y="1336"/>
                  </a:cubicBezTo>
                  <a:cubicBezTo>
                    <a:pt x="2647" y="597"/>
                    <a:pt x="2056" y="0"/>
                    <a:pt x="131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5"/>
            <p:cNvSpPr/>
            <p:nvPr/>
          </p:nvSpPr>
          <p:spPr>
            <a:xfrm>
              <a:off x="3275190" y="5175047"/>
              <a:ext cx="15239" cy="40714"/>
            </a:xfrm>
            <a:custGeom>
              <a:avLst/>
              <a:gdLst/>
              <a:ahLst/>
              <a:cxnLst/>
              <a:rect l="l" t="t" r="r" b="b"/>
              <a:pathLst>
                <a:path w="923" h="2466" extrusionOk="0">
                  <a:moveTo>
                    <a:pt x="454" y="1"/>
                  </a:moveTo>
                  <a:cubicBezTo>
                    <a:pt x="208" y="1"/>
                    <a:pt x="1" y="208"/>
                    <a:pt x="1" y="474"/>
                  </a:cubicBezTo>
                  <a:lnTo>
                    <a:pt x="1" y="2012"/>
                  </a:lnTo>
                  <a:cubicBezTo>
                    <a:pt x="1" y="2258"/>
                    <a:pt x="208" y="2465"/>
                    <a:pt x="454" y="2465"/>
                  </a:cubicBezTo>
                  <a:cubicBezTo>
                    <a:pt x="721" y="2465"/>
                    <a:pt x="923" y="2258"/>
                    <a:pt x="923" y="2012"/>
                  </a:cubicBezTo>
                  <a:lnTo>
                    <a:pt x="923" y="474"/>
                  </a:lnTo>
                  <a:cubicBezTo>
                    <a:pt x="923" y="208"/>
                    <a:pt x="721" y="1"/>
                    <a:pt x="45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5"/>
            <p:cNvSpPr/>
            <p:nvPr/>
          </p:nvSpPr>
          <p:spPr>
            <a:xfrm>
              <a:off x="3401359" y="5175047"/>
              <a:ext cx="15239" cy="40714"/>
            </a:xfrm>
            <a:custGeom>
              <a:avLst/>
              <a:gdLst/>
              <a:ahLst/>
              <a:cxnLst/>
              <a:rect l="l" t="t" r="r" b="b"/>
              <a:pathLst>
                <a:path w="923" h="2466" extrusionOk="0">
                  <a:moveTo>
                    <a:pt x="454" y="1"/>
                  </a:moveTo>
                  <a:cubicBezTo>
                    <a:pt x="207" y="1"/>
                    <a:pt x="0" y="208"/>
                    <a:pt x="0" y="474"/>
                  </a:cubicBezTo>
                  <a:lnTo>
                    <a:pt x="0" y="2012"/>
                  </a:lnTo>
                  <a:cubicBezTo>
                    <a:pt x="0" y="2258"/>
                    <a:pt x="207" y="2465"/>
                    <a:pt x="454" y="2465"/>
                  </a:cubicBezTo>
                  <a:cubicBezTo>
                    <a:pt x="720" y="2465"/>
                    <a:pt x="922" y="2258"/>
                    <a:pt x="922" y="2012"/>
                  </a:cubicBezTo>
                  <a:lnTo>
                    <a:pt x="922" y="474"/>
                  </a:lnTo>
                  <a:cubicBezTo>
                    <a:pt x="922" y="208"/>
                    <a:pt x="720" y="1"/>
                    <a:pt x="45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5"/>
            <p:cNvSpPr/>
            <p:nvPr/>
          </p:nvSpPr>
          <p:spPr>
            <a:xfrm>
              <a:off x="3338283" y="5214692"/>
              <a:ext cx="15222" cy="40714"/>
            </a:xfrm>
            <a:custGeom>
              <a:avLst/>
              <a:gdLst/>
              <a:ahLst/>
              <a:cxnLst/>
              <a:rect l="l" t="t" r="r" b="b"/>
              <a:pathLst>
                <a:path w="922" h="2466" extrusionOk="0">
                  <a:moveTo>
                    <a:pt x="454" y="0"/>
                  </a:moveTo>
                  <a:cubicBezTo>
                    <a:pt x="207" y="0"/>
                    <a:pt x="0" y="207"/>
                    <a:pt x="0" y="474"/>
                  </a:cubicBezTo>
                  <a:lnTo>
                    <a:pt x="0" y="2017"/>
                  </a:lnTo>
                  <a:cubicBezTo>
                    <a:pt x="0" y="2263"/>
                    <a:pt x="207" y="2465"/>
                    <a:pt x="454" y="2465"/>
                  </a:cubicBezTo>
                  <a:cubicBezTo>
                    <a:pt x="720" y="2465"/>
                    <a:pt x="922" y="2263"/>
                    <a:pt x="922" y="2017"/>
                  </a:cubicBezTo>
                  <a:lnTo>
                    <a:pt x="922" y="474"/>
                  </a:lnTo>
                  <a:cubicBezTo>
                    <a:pt x="922" y="207"/>
                    <a:pt x="720" y="0"/>
                    <a:pt x="4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45"/>
            <p:cNvSpPr/>
            <p:nvPr/>
          </p:nvSpPr>
          <p:spPr>
            <a:xfrm>
              <a:off x="3337226" y="5055978"/>
              <a:ext cx="15305" cy="33614"/>
            </a:xfrm>
            <a:custGeom>
              <a:avLst/>
              <a:gdLst/>
              <a:ahLst/>
              <a:cxnLst/>
              <a:rect l="l" t="t" r="r" b="b"/>
              <a:pathLst>
                <a:path w="927" h="2036" extrusionOk="0">
                  <a:moveTo>
                    <a:pt x="454" y="0"/>
                  </a:moveTo>
                  <a:cubicBezTo>
                    <a:pt x="207" y="0"/>
                    <a:pt x="0" y="207"/>
                    <a:pt x="0" y="473"/>
                  </a:cubicBezTo>
                  <a:lnTo>
                    <a:pt x="0" y="1583"/>
                  </a:lnTo>
                  <a:cubicBezTo>
                    <a:pt x="0" y="1829"/>
                    <a:pt x="207" y="2036"/>
                    <a:pt x="454" y="2036"/>
                  </a:cubicBezTo>
                  <a:cubicBezTo>
                    <a:pt x="720" y="2036"/>
                    <a:pt x="927" y="1829"/>
                    <a:pt x="927" y="1583"/>
                  </a:cubicBezTo>
                  <a:lnTo>
                    <a:pt x="927" y="473"/>
                  </a:lnTo>
                  <a:cubicBezTo>
                    <a:pt x="927" y="207"/>
                    <a:pt x="720" y="0"/>
                    <a:pt x="4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45"/>
            <p:cNvSpPr/>
            <p:nvPr/>
          </p:nvSpPr>
          <p:spPr>
            <a:xfrm>
              <a:off x="3337226" y="5013245"/>
              <a:ext cx="15305" cy="34605"/>
            </a:xfrm>
            <a:custGeom>
              <a:avLst/>
              <a:gdLst/>
              <a:ahLst/>
              <a:cxnLst/>
              <a:rect l="l" t="t" r="r" b="b"/>
              <a:pathLst>
                <a:path w="927" h="2096" extrusionOk="0">
                  <a:moveTo>
                    <a:pt x="454" y="0"/>
                  </a:moveTo>
                  <a:cubicBezTo>
                    <a:pt x="207" y="0"/>
                    <a:pt x="0" y="207"/>
                    <a:pt x="0" y="474"/>
                  </a:cubicBezTo>
                  <a:lnTo>
                    <a:pt x="0" y="1647"/>
                  </a:lnTo>
                  <a:cubicBezTo>
                    <a:pt x="0" y="1893"/>
                    <a:pt x="207" y="2095"/>
                    <a:pt x="454" y="2095"/>
                  </a:cubicBezTo>
                  <a:cubicBezTo>
                    <a:pt x="720" y="2095"/>
                    <a:pt x="927" y="1893"/>
                    <a:pt x="927" y="1647"/>
                  </a:cubicBezTo>
                  <a:lnTo>
                    <a:pt x="927" y="474"/>
                  </a:lnTo>
                  <a:cubicBezTo>
                    <a:pt x="927" y="207"/>
                    <a:pt x="720" y="0"/>
                    <a:pt x="4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BDB9BAE-58BD-A946-79FD-3AE2FA895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AEE692A-024D-A6C9-F053-948B7BB3F160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p46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sp>
        <p:nvSpPr>
          <p:cNvPr id="2195" name="Google Shape;2195;p46"/>
          <p:cNvSpPr/>
          <p:nvPr/>
        </p:nvSpPr>
        <p:spPr>
          <a:xfrm>
            <a:off x="3102825" y="1209675"/>
            <a:ext cx="2938800" cy="572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Game reviews</a:t>
            </a:r>
            <a:endParaRPr sz="1600">
              <a:solidFill>
                <a:schemeClr val="accent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grpSp>
        <p:nvGrpSpPr>
          <p:cNvPr id="2196" name="Google Shape;2196;p46"/>
          <p:cNvGrpSpPr/>
          <p:nvPr/>
        </p:nvGrpSpPr>
        <p:grpSpPr>
          <a:xfrm>
            <a:off x="4994500" y="2400388"/>
            <a:ext cx="3124800" cy="1977075"/>
            <a:chOff x="4994500" y="2151775"/>
            <a:chExt cx="3124800" cy="1977075"/>
          </a:xfrm>
        </p:grpSpPr>
        <p:sp>
          <p:nvSpPr>
            <p:cNvPr id="2197" name="Google Shape;2197;p46"/>
            <p:cNvSpPr txBox="1"/>
            <p:nvPr/>
          </p:nvSpPr>
          <p:spPr>
            <a:xfrm>
              <a:off x="4994500" y="2772225"/>
              <a:ext cx="3124800" cy="9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“Mercury is the closest planet to the Sun and the smallest one in the Solar System”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198" name="Google Shape;2198;p46"/>
            <p:cNvSpPr txBox="1"/>
            <p:nvPr/>
          </p:nvSpPr>
          <p:spPr>
            <a:xfrm>
              <a:off x="4994500" y="3769150"/>
              <a:ext cx="3124800" cy="35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—Gaming  journal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199" name="Google Shape;2199;p46"/>
            <p:cNvSpPr/>
            <p:nvPr/>
          </p:nvSpPr>
          <p:spPr>
            <a:xfrm>
              <a:off x="4994654" y="2151775"/>
              <a:ext cx="3124500" cy="501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Review 2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2200" name="Google Shape;2200;p46"/>
          <p:cNvGrpSpPr/>
          <p:nvPr/>
        </p:nvGrpSpPr>
        <p:grpSpPr>
          <a:xfrm>
            <a:off x="1024800" y="2400388"/>
            <a:ext cx="3127916" cy="1977075"/>
            <a:chOff x="1024800" y="2151775"/>
            <a:chExt cx="3127916" cy="1977075"/>
          </a:xfrm>
        </p:grpSpPr>
        <p:sp>
          <p:nvSpPr>
            <p:cNvPr id="2201" name="Google Shape;2201;p46"/>
            <p:cNvSpPr txBox="1"/>
            <p:nvPr/>
          </p:nvSpPr>
          <p:spPr>
            <a:xfrm>
              <a:off x="1024800" y="2772225"/>
              <a:ext cx="3124800" cy="9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“Jupiter is a huge gas giant named after the Roman god of the skies and the lightning”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202" name="Google Shape;2202;p46"/>
            <p:cNvSpPr txBox="1"/>
            <p:nvPr/>
          </p:nvSpPr>
          <p:spPr>
            <a:xfrm>
              <a:off x="1024800" y="3769150"/>
              <a:ext cx="3124800" cy="35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—Gaming magazine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203" name="Google Shape;2203;p46"/>
            <p:cNvSpPr/>
            <p:nvPr/>
          </p:nvSpPr>
          <p:spPr>
            <a:xfrm>
              <a:off x="1027916" y="2151775"/>
              <a:ext cx="3124800" cy="501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Review 1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cxnSp>
        <p:nvCxnSpPr>
          <p:cNvPr id="2204" name="Google Shape;2204;p46"/>
          <p:cNvCxnSpPr>
            <a:stCxn id="2195" idx="2"/>
          </p:cNvCxnSpPr>
          <p:nvPr/>
        </p:nvCxnSpPr>
        <p:spPr>
          <a:xfrm rot="-5400000" flipH="1">
            <a:off x="3204975" y="3149625"/>
            <a:ext cx="2735100" cy="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5" name="Google Shape;2205;p46"/>
          <p:cNvSpPr/>
          <p:nvPr/>
        </p:nvSpPr>
        <p:spPr>
          <a:xfrm>
            <a:off x="1128613" y="1482201"/>
            <a:ext cx="767100" cy="7671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46"/>
          <p:cNvSpPr/>
          <p:nvPr/>
        </p:nvSpPr>
        <p:spPr>
          <a:xfrm>
            <a:off x="7248712" y="1482201"/>
            <a:ext cx="767100" cy="7671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7" name="Google Shape;2207;p46"/>
          <p:cNvGrpSpPr/>
          <p:nvPr/>
        </p:nvGrpSpPr>
        <p:grpSpPr>
          <a:xfrm>
            <a:off x="7371845" y="1687552"/>
            <a:ext cx="520857" cy="356385"/>
            <a:chOff x="3084903" y="4949839"/>
            <a:chExt cx="520857" cy="356385"/>
          </a:xfrm>
        </p:grpSpPr>
        <p:sp>
          <p:nvSpPr>
            <p:cNvPr id="2208" name="Google Shape;2208;p46"/>
            <p:cNvSpPr/>
            <p:nvPr/>
          </p:nvSpPr>
          <p:spPr>
            <a:xfrm>
              <a:off x="3092383" y="5050595"/>
              <a:ext cx="505652" cy="248244"/>
            </a:xfrm>
            <a:custGeom>
              <a:avLst/>
              <a:gdLst/>
              <a:ahLst/>
              <a:cxnLst/>
              <a:rect l="l" t="t" r="r" b="b"/>
              <a:pathLst>
                <a:path w="30627" h="15036" extrusionOk="0">
                  <a:moveTo>
                    <a:pt x="1686" y="1"/>
                  </a:moveTo>
                  <a:cubicBezTo>
                    <a:pt x="760" y="1"/>
                    <a:pt x="1" y="740"/>
                    <a:pt x="1" y="1662"/>
                  </a:cubicBezTo>
                  <a:lnTo>
                    <a:pt x="1" y="13350"/>
                  </a:lnTo>
                  <a:cubicBezTo>
                    <a:pt x="1" y="14276"/>
                    <a:pt x="760" y="15035"/>
                    <a:pt x="1686" y="15035"/>
                  </a:cubicBezTo>
                  <a:lnTo>
                    <a:pt x="28961" y="15035"/>
                  </a:lnTo>
                  <a:cubicBezTo>
                    <a:pt x="29887" y="15035"/>
                    <a:pt x="30627" y="14276"/>
                    <a:pt x="30627" y="13350"/>
                  </a:cubicBezTo>
                  <a:lnTo>
                    <a:pt x="30627" y="1662"/>
                  </a:lnTo>
                  <a:cubicBezTo>
                    <a:pt x="30627" y="740"/>
                    <a:pt x="29887" y="1"/>
                    <a:pt x="28961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46"/>
            <p:cNvSpPr/>
            <p:nvPr/>
          </p:nvSpPr>
          <p:spPr>
            <a:xfrm>
              <a:off x="3160595" y="5075991"/>
              <a:ext cx="364211" cy="197377"/>
            </a:xfrm>
            <a:custGeom>
              <a:avLst/>
              <a:gdLst/>
              <a:ahLst/>
              <a:cxnLst/>
              <a:rect l="l" t="t" r="r" b="b"/>
              <a:pathLst>
                <a:path w="22060" h="11955" extrusionOk="0">
                  <a:moveTo>
                    <a:pt x="143" y="1"/>
                  </a:moveTo>
                  <a:cubicBezTo>
                    <a:pt x="59" y="1"/>
                    <a:pt x="0" y="45"/>
                    <a:pt x="0" y="124"/>
                  </a:cubicBezTo>
                  <a:lnTo>
                    <a:pt x="0" y="11812"/>
                  </a:lnTo>
                  <a:cubicBezTo>
                    <a:pt x="0" y="11895"/>
                    <a:pt x="59" y="11954"/>
                    <a:pt x="143" y="11954"/>
                  </a:cubicBezTo>
                  <a:lnTo>
                    <a:pt x="21936" y="11954"/>
                  </a:lnTo>
                  <a:cubicBezTo>
                    <a:pt x="22015" y="11954"/>
                    <a:pt x="22059" y="11895"/>
                    <a:pt x="22059" y="11812"/>
                  </a:cubicBezTo>
                  <a:lnTo>
                    <a:pt x="22059" y="124"/>
                  </a:lnTo>
                  <a:cubicBezTo>
                    <a:pt x="22059" y="45"/>
                    <a:pt x="22015" y="1"/>
                    <a:pt x="21936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6"/>
            <p:cNvSpPr/>
            <p:nvPr/>
          </p:nvSpPr>
          <p:spPr>
            <a:xfrm>
              <a:off x="3545181" y="5160483"/>
              <a:ext cx="28496" cy="28496"/>
            </a:xfrm>
            <a:custGeom>
              <a:avLst/>
              <a:gdLst/>
              <a:ahLst/>
              <a:cxnLst/>
              <a:rect l="l" t="t" r="r" b="b"/>
              <a:pathLst>
                <a:path w="1726" h="1726" extrusionOk="0">
                  <a:moveTo>
                    <a:pt x="863" y="0"/>
                  </a:moveTo>
                  <a:cubicBezTo>
                    <a:pt x="390" y="0"/>
                    <a:pt x="1" y="370"/>
                    <a:pt x="1" y="863"/>
                  </a:cubicBezTo>
                  <a:cubicBezTo>
                    <a:pt x="1" y="1336"/>
                    <a:pt x="390" y="1726"/>
                    <a:pt x="863" y="1726"/>
                  </a:cubicBezTo>
                  <a:cubicBezTo>
                    <a:pt x="1356" y="1726"/>
                    <a:pt x="1726" y="1336"/>
                    <a:pt x="1726" y="863"/>
                  </a:cubicBezTo>
                  <a:cubicBezTo>
                    <a:pt x="1726" y="370"/>
                    <a:pt x="1356" y="0"/>
                    <a:pt x="86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6"/>
            <p:cNvSpPr/>
            <p:nvPr/>
          </p:nvSpPr>
          <p:spPr>
            <a:xfrm>
              <a:off x="3397611" y="5085188"/>
              <a:ext cx="21430" cy="33548"/>
            </a:xfrm>
            <a:custGeom>
              <a:avLst/>
              <a:gdLst/>
              <a:ahLst/>
              <a:cxnLst/>
              <a:rect l="l" t="t" r="r" b="b"/>
              <a:pathLst>
                <a:path w="1298" h="2032" extrusionOk="0">
                  <a:moveTo>
                    <a:pt x="1" y="1"/>
                  </a:moveTo>
                  <a:lnTo>
                    <a:pt x="1" y="1746"/>
                  </a:lnTo>
                  <a:cubicBezTo>
                    <a:pt x="1" y="1889"/>
                    <a:pt x="144" y="2032"/>
                    <a:pt x="287" y="2032"/>
                  </a:cubicBezTo>
                  <a:lnTo>
                    <a:pt x="1026" y="2032"/>
                  </a:lnTo>
                  <a:cubicBezTo>
                    <a:pt x="1174" y="2032"/>
                    <a:pt x="1297" y="1889"/>
                    <a:pt x="1297" y="1746"/>
                  </a:cubicBezTo>
                  <a:lnTo>
                    <a:pt x="1297" y="1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6"/>
            <p:cNvSpPr/>
            <p:nvPr/>
          </p:nvSpPr>
          <p:spPr>
            <a:xfrm>
              <a:off x="3272515" y="5085188"/>
              <a:ext cx="21331" cy="33548"/>
            </a:xfrm>
            <a:custGeom>
              <a:avLst/>
              <a:gdLst/>
              <a:ahLst/>
              <a:cxnLst/>
              <a:rect l="l" t="t" r="r" b="b"/>
              <a:pathLst>
                <a:path w="1292" h="2032" extrusionOk="0">
                  <a:moveTo>
                    <a:pt x="1292" y="1"/>
                  </a:moveTo>
                  <a:lnTo>
                    <a:pt x="0" y="144"/>
                  </a:lnTo>
                  <a:lnTo>
                    <a:pt x="0" y="1746"/>
                  </a:lnTo>
                  <a:cubicBezTo>
                    <a:pt x="0" y="1889"/>
                    <a:pt x="143" y="2032"/>
                    <a:pt x="286" y="2032"/>
                  </a:cubicBezTo>
                  <a:lnTo>
                    <a:pt x="1026" y="2032"/>
                  </a:lnTo>
                  <a:cubicBezTo>
                    <a:pt x="1168" y="2032"/>
                    <a:pt x="1292" y="1889"/>
                    <a:pt x="1292" y="1746"/>
                  </a:cubicBezTo>
                  <a:lnTo>
                    <a:pt x="1292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6"/>
            <p:cNvSpPr/>
            <p:nvPr/>
          </p:nvSpPr>
          <p:spPr>
            <a:xfrm>
              <a:off x="3249711" y="5024143"/>
              <a:ext cx="190294" cy="75319"/>
            </a:xfrm>
            <a:custGeom>
              <a:avLst/>
              <a:gdLst/>
              <a:ahLst/>
              <a:cxnLst/>
              <a:rect l="l" t="t" r="r" b="b"/>
              <a:pathLst>
                <a:path w="11526" h="4562" extrusionOk="0">
                  <a:moveTo>
                    <a:pt x="4275" y="1"/>
                  </a:moveTo>
                  <a:lnTo>
                    <a:pt x="228" y="2258"/>
                  </a:lnTo>
                  <a:cubicBezTo>
                    <a:pt x="85" y="2342"/>
                    <a:pt x="1" y="2505"/>
                    <a:pt x="1" y="2668"/>
                  </a:cubicBezTo>
                  <a:lnTo>
                    <a:pt x="1" y="4107"/>
                  </a:lnTo>
                  <a:cubicBezTo>
                    <a:pt x="1" y="4361"/>
                    <a:pt x="208" y="4562"/>
                    <a:pt x="480" y="4562"/>
                  </a:cubicBezTo>
                  <a:cubicBezTo>
                    <a:pt x="493" y="4562"/>
                    <a:pt x="506" y="4561"/>
                    <a:pt x="519" y="4560"/>
                  </a:cubicBezTo>
                  <a:lnTo>
                    <a:pt x="1381" y="4457"/>
                  </a:lnTo>
                  <a:lnTo>
                    <a:pt x="2673" y="4314"/>
                  </a:lnTo>
                  <a:lnTo>
                    <a:pt x="4275" y="4127"/>
                  </a:lnTo>
                  <a:lnTo>
                    <a:pt x="7232" y="4127"/>
                  </a:lnTo>
                  <a:lnTo>
                    <a:pt x="8958" y="4314"/>
                  </a:lnTo>
                  <a:lnTo>
                    <a:pt x="10254" y="4477"/>
                  </a:lnTo>
                  <a:lnTo>
                    <a:pt x="11013" y="4560"/>
                  </a:lnTo>
                  <a:cubicBezTo>
                    <a:pt x="11026" y="4561"/>
                    <a:pt x="11038" y="4562"/>
                    <a:pt x="11051" y="4562"/>
                  </a:cubicBezTo>
                  <a:cubicBezTo>
                    <a:pt x="11319" y="4562"/>
                    <a:pt x="11526" y="4361"/>
                    <a:pt x="11526" y="4107"/>
                  </a:cubicBezTo>
                  <a:lnTo>
                    <a:pt x="11526" y="2668"/>
                  </a:lnTo>
                  <a:cubicBezTo>
                    <a:pt x="11526" y="2505"/>
                    <a:pt x="11442" y="2342"/>
                    <a:pt x="11299" y="2258"/>
                  </a:cubicBezTo>
                  <a:lnTo>
                    <a:pt x="7232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6"/>
            <p:cNvSpPr/>
            <p:nvPr/>
          </p:nvSpPr>
          <p:spPr>
            <a:xfrm>
              <a:off x="3331513" y="5125890"/>
              <a:ext cx="26482" cy="29470"/>
            </a:xfrm>
            <a:custGeom>
              <a:avLst/>
              <a:gdLst/>
              <a:ahLst/>
              <a:cxnLst/>
              <a:rect l="l" t="t" r="r" b="b"/>
              <a:pathLst>
                <a:path w="1604" h="1785" extrusionOk="0">
                  <a:moveTo>
                    <a:pt x="1" y="0"/>
                  </a:moveTo>
                  <a:lnTo>
                    <a:pt x="1" y="1395"/>
                  </a:lnTo>
                  <a:cubicBezTo>
                    <a:pt x="1" y="1603"/>
                    <a:pt x="183" y="1785"/>
                    <a:pt x="410" y="1785"/>
                  </a:cubicBezTo>
                  <a:lnTo>
                    <a:pt x="1209" y="1785"/>
                  </a:lnTo>
                  <a:cubicBezTo>
                    <a:pt x="1435" y="1785"/>
                    <a:pt x="1603" y="1603"/>
                    <a:pt x="1603" y="139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6"/>
            <p:cNvSpPr/>
            <p:nvPr/>
          </p:nvSpPr>
          <p:spPr>
            <a:xfrm>
              <a:off x="3320284" y="4995660"/>
              <a:ext cx="48853" cy="135283"/>
            </a:xfrm>
            <a:custGeom>
              <a:avLst/>
              <a:gdLst/>
              <a:ahLst/>
              <a:cxnLst/>
              <a:rect l="l" t="t" r="r" b="b"/>
              <a:pathLst>
                <a:path w="2959" h="8194" extrusionOk="0">
                  <a:moveTo>
                    <a:pt x="1" y="1"/>
                  </a:moveTo>
                  <a:lnTo>
                    <a:pt x="1" y="7720"/>
                  </a:lnTo>
                  <a:cubicBezTo>
                    <a:pt x="1" y="7991"/>
                    <a:pt x="227" y="8193"/>
                    <a:pt x="474" y="8193"/>
                  </a:cubicBezTo>
                  <a:lnTo>
                    <a:pt x="2505" y="8193"/>
                  </a:lnTo>
                  <a:cubicBezTo>
                    <a:pt x="2751" y="8193"/>
                    <a:pt x="2958" y="7991"/>
                    <a:pt x="2958" y="7720"/>
                  </a:cubicBezTo>
                  <a:lnTo>
                    <a:pt x="295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6"/>
            <p:cNvSpPr/>
            <p:nvPr/>
          </p:nvSpPr>
          <p:spPr>
            <a:xfrm>
              <a:off x="3320284" y="4957319"/>
              <a:ext cx="48853" cy="38353"/>
            </a:xfrm>
            <a:custGeom>
              <a:avLst/>
              <a:gdLst/>
              <a:ahLst/>
              <a:cxnLst/>
              <a:rect l="l" t="t" r="r" b="b"/>
              <a:pathLst>
                <a:path w="2959" h="2323" extrusionOk="0">
                  <a:moveTo>
                    <a:pt x="1110" y="1"/>
                  </a:moveTo>
                  <a:cubicBezTo>
                    <a:pt x="947" y="1"/>
                    <a:pt x="780" y="104"/>
                    <a:pt x="720" y="267"/>
                  </a:cubicBezTo>
                  <a:lnTo>
                    <a:pt x="1" y="2323"/>
                  </a:lnTo>
                  <a:lnTo>
                    <a:pt x="2958" y="2323"/>
                  </a:lnTo>
                  <a:lnTo>
                    <a:pt x="2258" y="267"/>
                  </a:lnTo>
                  <a:cubicBezTo>
                    <a:pt x="2199" y="104"/>
                    <a:pt x="2037" y="1"/>
                    <a:pt x="1869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6"/>
            <p:cNvSpPr/>
            <p:nvPr/>
          </p:nvSpPr>
          <p:spPr>
            <a:xfrm>
              <a:off x="3320284" y="5155348"/>
              <a:ext cx="48853" cy="22404"/>
            </a:xfrm>
            <a:custGeom>
              <a:avLst/>
              <a:gdLst/>
              <a:ahLst/>
              <a:cxnLst/>
              <a:rect l="l" t="t" r="r" b="b"/>
              <a:pathLst>
                <a:path w="2959" h="1357" extrusionOk="0">
                  <a:moveTo>
                    <a:pt x="804" y="1"/>
                  </a:moveTo>
                  <a:cubicBezTo>
                    <a:pt x="370" y="1"/>
                    <a:pt x="1" y="351"/>
                    <a:pt x="1" y="785"/>
                  </a:cubicBezTo>
                  <a:lnTo>
                    <a:pt x="1" y="1090"/>
                  </a:lnTo>
                  <a:cubicBezTo>
                    <a:pt x="1" y="1233"/>
                    <a:pt x="124" y="1356"/>
                    <a:pt x="267" y="1356"/>
                  </a:cubicBezTo>
                  <a:lnTo>
                    <a:pt x="2712" y="1356"/>
                  </a:lnTo>
                  <a:cubicBezTo>
                    <a:pt x="2855" y="1356"/>
                    <a:pt x="2958" y="1233"/>
                    <a:pt x="2958" y="1090"/>
                  </a:cubicBezTo>
                  <a:lnTo>
                    <a:pt x="2958" y="785"/>
                  </a:lnTo>
                  <a:cubicBezTo>
                    <a:pt x="2958" y="351"/>
                    <a:pt x="2608" y="1"/>
                    <a:pt x="2180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6"/>
            <p:cNvSpPr/>
            <p:nvPr/>
          </p:nvSpPr>
          <p:spPr>
            <a:xfrm>
              <a:off x="3084903" y="4949839"/>
              <a:ext cx="520857" cy="356385"/>
            </a:xfrm>
            <a:custGeom>
              <a:avLst/>
              <a:gdLst/>
              <a:ahLst/>
              <a:cxnLst/>
              <a:rect l="l" t="t" r="r" b="b"/>
              <a:pathLst>
                <a:path w="31548" h="21586" extrusionOk="0">
                  <a:moveTo>
                    <a:pt x="16085" y="927"/>
                  </a:moveTo>
                  <a:lnTo>
                    <a:pt x="16577" y="2302"/>
                  </a:lnTo>
                  <a:lnTo>
                    <a:pt x="14911" y="2302"/>
                  </a:lnTo>
                  <a:lnTo>
                    <a:pt x="15404" y="927"/>
                  </a:lnTo>
                  <a:close/>
                  <a:moveTo>
                    <a:pt x="13802" y="5280"/>
                  </a:moveTo>
                  <a:lnTo>
                    <a:pt x="13802" y="8218"/>
                  </a:lnTo>
                  <a:lnTo>
                    <a:pt x="10435" y="8587"/>
                  </a:lnTo>
                  <a:lnTo>
                    <a:pt x="10435" y="7168"/>
                  </a:lnTo>
                  <a:cubicBezTo>
                    <a:pt x="10455" y="7168"/>
                    <a:pt x="13802" y="5280"/>
                    <a:pt x="13802" y="5280"/>
                  </a:cubicBezTo>
                  <a:close/>
                  <a:moveTo>
                    <a:pt x="17687" y="5280"/>
                  </a:moveTo>
                  <a:lnTo>
                    <a:pt x="21034" y="7168"/>
                  </a:lnTo>
                  <a:lnTo>
                    <a:pt x="21034" y="8587"/>
                  </a:lnTo>
                  <a:lnTo>
                    <a:pt x="17687" y="8218"/>
                  </a:lnTo>
                  <a:lnTo>
                    <a:pt x="17687" y="5280"/>
                  </a:lnTo>
                  <a:close/>
                  <a:moveTo>
                    <a:pt x="12200" y="9327"/>
                  </a:moveTo>
                  <a:lnTo>
                    <a:pt x="12200" y="9755"/>
                  </a:lnTo>
                  <a:lnTo>
                    <a:pt x="11830" y="9755"/>
                  </a:lnTo>
                  <a:lnTo>
                    <a:pt x="11830" y="9366"/>
                  </a:lnTo>
                  <a:lnTo>
                    <a:pt x="12200" y="9327"/>
                  </a:lnTo>
                  <a:close/>
                  <a:moveTo>
                    <a:pt x="19412" y="9346"/>
                  </a:moveTo>
                  <a:lnTo>
                    <a:pt x="19782" y="9386"/>
                  </a:lnTo>
                  <a:lnTo>
                    <a:pt x="19782" y="9755"/>
                  </a:lnTo>
                  <a:lnTo>
                    <a:pt x="19412" y="9755"/>
                  </a:lnTo>
                  <a:lnTo>
                    <a:pt x="19412" y="9346"/>
                  </a:lnTo>
                  <a:close/>
                  <a:moveTo>
                    <a:pt x="16760" y="3224"/>
                  </a:moveTo>
                  <a:lnTo>
                    <a:pt x="16760" y="10495"/>
                  </a:lnTo>
                  <a:lnTo>
                    <a:pt x="14729" y="10495"/>
                  </a:lnTo>
                  <a:lnTo>
                    <a:pt x="14729" y="3224"/>
                  </a:lnTo>
                  <a:close/>
                  <a:moveTo>
                    <a:pt x="16085" y="11422"/>
                  </a:moveTo>
                  <a:lnTo>
                    <a:pt x="16085" y="11974"/>
                  </a:lnTo>
                  <a:lnTo>
                    <a:pt x="15404" y="11974"/>
                  </a:lnTo>
                  <a:lnTo>
                    <a:pt x="15404" y="11422"/>
                  </a:lnTo>
                  <a:close/>
                  <a:moveTo>
                    <a:pt x="16435" y="12900"/>
                  </a:moveTo>
                  <a:cubicBezTo>
                    <a:pt x="16617" y="12900"/>
                    <a:pt x="16760" y="13043"/>
                    <a:pt x="16760" y="13231"/>
                  </a:cubicBezTo>
                  <a:lnTo>
                    <a:pt x="16760" y="13329"/>
                  </a:lnTo>
                  <a:lnTo>
                    <a:pt x="14729" y="13329"/>
                  </a:lnTo>
                  <a:lnTo>
                    <a:pt x="14729" y="13231"/>
                  </a:lnTo>
                  <a:cubicBezTo>
                    <a:pt x="14729" y="13043"/>
                    <a:pt x="14872" y="12900"/>
                    <a:pt x="15059" y="12900"/>
                  </a:cubicBezTo>
                  <a:close/>
                  <a:moveTo>
                    <a:pt x="29414" y="6551"/>
                  </a:moveTo>
                  <a:cubicBezTo>
                    <a:pt x="30094" y="6551"/>
                    <a:pt x="30626" y="7089"/>
                    <a:pt x="30626" y="7764"/>
                  </a:cubicBezTo>
                  <a:lnTo>
                    <a:pt x="30626" y="19452"/>
                  </a:lnTo>
                  <a:cubicBezTo>
                    <a:pt x="30626" y="20132"/>
                    <a:pt x="30094" y="20664"/>
                    <a:pt x="29414" y="20664"/>
                  </a:cubicBezTo>
                  <a:lnTo>
                    <a:pt x="2139" y="20664"/>
                  </a:lnTo>
                  <a:cubicBezTo>
                    <a:pt x="1459" y="20664"/>
                    <a:pt x="927" y="20132"/>
                    <a:pt x="927" y="19452"/>
                  </a:cubicBezTo>
                  <a:lnTo>
                    <a:pt x="927" y="7764"/>
                  </a:lnTo>
                  <a:cubicBezTo>
                    <a:pt x="927" y="7089"/>
                    <a:pt x="1459" y="6551"/>
                    <a:pt x="2139" y="6551"/>
                  </a:cubicBezTo>
                  <a:lnTo>
                    <a:pt x="9760" y="6551"/>
                  </a:lnTo>
                  <a:cubicBezTo>
                    <a:pt x="9612" y="6719"/>
                    <a:pt x="9514" y="6946"/>
                    <a:pt x="9514" y="7168"/>
                  </a:cubicBezTo>
                  <a:lnTo>
                    <a:pt x="4727" y="7168"/>
                  </a:lnTo>
                  <a:cubicBezTo>
                    <a:pt x="4397" y="7168"/>
                    <a:pt x="4131" y="7439"/>
                    <a:pt x="4131" y="7764"/>
                  </a:cubicBezTo>
                  <a:lnTo>
                    <a:pt x="4131" y="19452"/>
                  </a:lnTo>
                  <a:cubicBezTo>
                    <a:pt x="4131" y="19782"/>
                    <a:pt x="4397" y="20048"/>
                    <a:pt x="4727" y="20048"/>
                  </a:cubicBezTo>
                  <a:lnTo>
                    <a:pt x="7665" y="20048"/>
                  </a:lnTo>
                  <a:cubicBezTo>
                    <a:pt x="7912" y="20048"/>
                    <a:pt x="8114" y="19841"/>
                    <a:pt x="8114" y="19594"/>
                  </a:cubicBezTo>
                  <a:cubicBezTo>
                    <a:pt x="8114" y="19328"/>
                    <a:pt x="7912" y="19121"/>
                    <a:pt x="7665" y="19121"/>
                  </a:cubicBezTo>
                  <a:lnTo>
                    <a:pt x="5053" y="19121"/>
                  </a:lnTo>
                  <a:lnTo>
                    <a:pt x="5053" y="8094"/>
                  </a:lnTo>
                  <a:lnTo>
                    <a:pt x="9514" y="8094"/>
                  </a:lnTo>
                  <a:lnTo>
                    <a:pt x="9514" y="8607"/>
                  </a:lnTo>
                  <a:cubicBezTo>
                    <a:pt x="9514" y="8873"/>
                    <a:pt x="9637" y="9120"/>
                    <a:pt x="9819" y="9287"/>
                  </a:cubicBezTo>
                  <a:cubicBezTo>
                    <a:pt x="10007" y="9430"/>
                    <a:pt x="10209" y="9509"/>
                    <a:pt x="10435" y="9509"/>
                  </a:cubicBezTo>
                  <a:lnTo>
                    <a:pt x="10539" y="9509"/>
                  </a:lnTo>
                  <a:lnTo>
                    <a:pt x="10909" y="9470"/>
                  </a:lnTo>
                  <a:lnTo>
                    <a:pt x="10909" y="9943"/>
                  </a:lnTo>
                  <a:cubicBezTo>
                    <a:pt x="10909" y="10352"/>
                    <a:pt x="11239" y="10682"/>
                    <a:pt x="11648" y="10682"/>
                  </a:cubicBezTo>
                  <a:lnTo>
                    <a:pt x="12388" y="10682"/>
                  </a:lnTo>
                  <a:cubicBezTo>
                    <a:pt x="12797" y="10682"/>
                    <a:pt x="13127" y="10352"/>
                    <a:pt x="13127" y="9943"/>
                  </a:cubicBezTo>
                  <a:lnTo>
                    <a:pt x="13127" y="9223"/>
                  </a:lnTo>
                  <a:lnTo>
                    <a:pt x="13802" y="9139"/>
                  </a:lnTo>
                  <a:lnTo>
                    <a:pt x="13802" y="10495"/>
                  </a:lnTo>
                  <a:cubicBezTo>
                    <a:pt x="13802" y="10929"/>
                    <a:pt x="14093" y="11279"/>
                    <a:pt x="14482" y="11382"/>
                  </a:cubicBezTo>
                  <a:lnTo>
                    <a:pt x="14482" y="12038"/>
                  </a:lnTo>
                  <a:lnTo>
                    <a:pt x="14482" y="12122"/>
                  </a:lnTo>
                  <a:cubicBezTo>
                    <a:pt x="14073" y="12324"/>
                    <a:pt x="13802" y="12757"/>
                    <a:pt x="13802" y="13231"/>
                  </a:cubicBezTo>
                  <a:lnTo>
                    <a:pt x="13802" y="13536"/>
                  </a:lnTo>
                  <a:cubicBezTo>
                    <a:pt x="13802" y="13926"/>
                    <a:pt x="14133" y="14256"/>
                    <a:pt x="14522" y="14256"/>
                  </a:cubicBezTo>
                  <a:lnTo>
                    <a:pt x="16967" y="14256"/>
                  </a:lnTo>
                  <a:cubicBezTo>
                    <a:pt x="17356" y="14256"/>
                    <a:pt x="17687" y="13926"/>
                    <a:pt x="17687" y="13536"/>
                  </a:cubicBezTo>
                  <a:lnTo>
                    <a:pt x="17687" y="13231"/>
                  </a:lnTo>
                  <a:cubicBezTo>
                    <a:pt x="17687" y="12757"/>
                    <a:pt x="17401" y="12324"/>
                    <a:pt x="17006" y="12122"/>
                  </a:cubicBezTo>
                  <a:lnTo>
                    <a:pt x="17006" y="12038"/>
                  </a:lnTo>
                  <a:lnTo>
                    <a:pt x="17006" y="11382"/>
                  </a:lnTo>
                  <a:cubicBezTo>
                    <a:pt x="17401" y="11279"/>
                    <a:pt x="17687" y="10929"/>
                    <a:pt x="17687" y="10495"/>
                  </a:cubicBezTo>
                  <a:lnTo>
                    <a:pt x="17687" y="9139"/>
                  </a:lnTo>
                  <a:lnTo>
                    <a:pt x="18485" y="9223"/>
                  </a:lnTo>
                  <a:lnTo>
                    <a:pt x="18485" y="9943"/>
                  </a:lnTo>
                  <a:cubicBezTo>
                    <a:pt x="18485" y="10352"/>
                    <a:pt x="18815" y="10682"/>
                    <a:pt x="19225" y="10682"/>
                  </a:cubicBezTo>
                  <a:lnTo>
                    <a:pt x="19964" y="10682"/>
                  </a:lnTo>
                  <a:cubicBezTo>
                    <a:pt x="20378" y="10682"/>
                    <a:pt x="20703" y="10352"/>
                    <a:pt x="20703" y="9943"/>
                  </a:cubicBezTo>
                  <a:lnTo>
                    <a:pt x="20703" y="9489"/>
                  </a:lnTo>
                  <a:lnTo>
                    <a:pt x="20950" y="9509"/>
                  </a:lnTo>
                  <a:lnTo>
                    <a:pt x="21053" y="9509"/>
                  </a:lnTo>
                  <a:cubicBezTo>
                    <a:pt x="21280" y="9509"/>
                    <a:pt x="21487" y="9430"/>
                    <a:pt x="21670" y="9287"/>
                  </a:cubicBezTo>
                  <a:cubicBezTo>
                    <a:pt x="21857" y="9120"/>
                    <a:pt x="21960" y="8873"/>
                    <a:pt x="21960" y="8607"/>
                  </a:cubicBezTo>
                  <a:lnTo>
                    <a:pt x="21960" y="8094"/>
                  </a:lnTo>
                  <a:lnTo>
                    <a:pt x="26190" y="8094"/>
                  </a:lnTo>
                  <a:lnTo>
                    <a:pt x="26190" y="19121"/>
                  </a:lnTo>
                  <a:lnTo>
                    <a:pt x="9514" y="19121"/>
                  </a:lnTo>
                  <a:cubicBezTo>
                    <a:pt x="9243" y="19121"/>
                    <a:pt x="9040" y="19328"/>
                    <a:pt x="9040" y="19594"/>
                  </a:cubicBezTo>
                  <a:cubicBezTo>
                    <a:pt x="9040" y="19841"/>
                    <a:pt x="9243" y="20048"/>
                    <a:pt x="9514" y="20048"/>
                  </a:cubicBezTo>
                  <a:lnTo>
                    <a:pt x="26520" y="20048"/>
                  </a:lnTo>
                  <a:cubicBezTo>
                    <a:pt x="26845" y="20048"/>
                    <a:pt x="27112" y="19782"/>
                    <a:pt x="27112" y="19452"/>
                  </a:cubicBezTo>
                  <a:lnTo>
                    <a:pt x="27112" y="7764"/>
                  </a:lnTo>
                  <a:cubicBezTo>
                    <a:pt x="27112" y="7439"/>
                    <a:pt x="26845" y="7168"/>
                    <a:pt x="26520" y="7168"/>
                  </a:cubicBezTo>
                  <a:lnTo>
                    <a:pt x="21960" y="7168"/>
                  </a:lnTo>
                  <a:cubicBezTo>
                    <a:pt x="21960" y="6946"/>
                    <a:pt x="21877" y="6719"/>
                    <a:pt x="21734" y="6551"/>
                  </a:cubicBezTo>
                  <a:close/>
                  <a:moveTo>
                    <a:pt x="15365" y="0"/>
                  </a:moveTo>
                  <a:cubicBezTo>
                    <a:pt x="14995" y="0"/>
                    <a:pt x="14665" y="227"/>
                    <a:pt x="14542" y="577"/>
                  </a:cubicBezTo>
                  <a:lnTo>
                    <a:pt x="13827" y="2608"/>
                  </a:lnTo>
                  <a:cubicBezTo>
                    <a:pt x="13827" y="2652"/>
                    <a:pt x="13802" y="2692"/>
                    <a:pt x="13802" y="2731"/>
                  </a:cubicBezTo>
                  <a:lnTo>
                    <a:pt x="13802" y="4210"/>
                  </a:lnTo>
                  <a:lnTo>
                    <a:pt x="11298" y="5630"/>
                  </a:lnTo>
                  <a:lnTo>
                    <a:pt x="2139" y="5630"/>
                  </a:lnTo>
                  <a:cubicBezTo>
                    <a:pt x="966" y="5630"/>
                    <a:pt x="0" y="6596"/>
                    <a:pt x="0" y="7764"/>
                  </a:cubicBezTo>
                  <a:lnTo>
                    <a:pt x="0" y="19452"/>
                  </a:lnTo>
                  <a:cubicBezTo>
                    <a:pt x="0" y="20644"/>
                    <a:pt x="966" y="21586"/>
                    <a:pt x="2139" y="21586"/>
                  </a:cubicBezTo>
                  <a:lnTo>
                    <a:pt x="29414" y="21586"/>
                  </a:lnTo>
                  <a:cubicBezTo>
                    <a:pt x="30587" y="21586"/>
                    <a:pt x="31548" y="20644"/>
                    <a:pt x="31548" y="19452"/>
                  </a:cubicBezTo>
                  <a:lnTo>
                    <a:pt x="31548" y="7764"/>
                  </a:lnTo>
                  <a:cubicBezTo>
                    <a:pt x="31548" y="6596"/>
                    <a:pt x="30587" y="5630"/>
                    <a:pt x="29414" y="5630"/>
                  </a:cubicBezTo>
                  <a:lnTo>
                    <a:pt x="20191" y="5630"/>
                  </a:lnTo>
                  <a:lnTo>
                    <a:pt x="17687" y="4210"/>
                  </a:lnTo>
                  <a:lnTo>
                    <a:pt x="17687" y="2692"/>
                  </a:lnTo>
                  <a:cubicBezTo>
                    <a:pt x="17687" y="2692"/>
                    <a:pt x="17667" y="2652"/>
                    <a:pt x="17667" y="2608"/>
                  </a:cubicBezTo>
                  <a:lnTo>
                    <a:pt x="16947" y="577"/>
                  </a:lnTo>
                  <a:cubicBezTo>
                    <a:pt x="16824" y="227"/>
                    <a:pt x="16494" y="0"/>
                    <a:pt x="1612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6"/>
            <p:cNvSpPr/>
            <p:nvPr/>
          </p:nvSpPr>
          <p:spPr>
            <a:xfrm>
              <a:off x="3537701" y="5152673"/>
              <a:ext cx="43718" cy="43718"/>
            </a:xfrm>
            <a:custGeom>
              <a:avLst/>
              <a:gdLst/>
              <a:ahLst/>
              <a:cxnLst/>
              <a:rect l="l" t="t" r="r" b="b"/>
              <a:pathLst>
                <a:path w="2648" h="2648" extrusionOk="0">
                  <a:moveTo>
                    <a:pt x="1316" y="922"/>
                  </a:moveTo>
                  <a:cubicBezTo>
                    <a:pt x="1538" y="922"/>
                    <a:pt x="1725" y="1109"/>
                    <a:pt x="1725" y="1336"/>
                  </a:cubicBezTo>
                  <a:cubicBezTo>
                    <a:pt x="1725" y="1538"/>
                    <a:pt x="1538" y="1726"/>
                    <a:pt x="1316" y="1726"/>
                  </a:cubicBezTo>
                  <a:cubicBezTo>
                    <a:pt x="1109" y="1726"/>
                    <a:pt x="922" y="1538"/>
                    <a:pt x="922" y="1336"/>
                  </a:cubicBezTo>
                  <a:cubicBezTo>
                    <a:pt x="922" y="1109"/>
                    <a:pt x="1109" y="922"/>
                    <a:pt x="1316" y="922"/>
                  </a:cubicBezTo>
                  <a:close/>
                  <a:moveTo>
                    <a:pt x="1316" y="0"/>
                  </a:moveTo>
                  <a:cubicBezTo>
                    <a:pt x="597" y="0"/>
                    <a:pt x="0" y="597"/>
                    <a:pt x="0" y="1336"/>
                  </a:cubicBezTo>
                  <a:cubicBezTo>
                    <a:pt x="0" y="2056"/>
                    <a:pt x="597" y="2647"/>
                    <a:pt x="1316" y="2647"/>
                  </a:cubicBezTo>
                  <a:cubicBezTo>
                    <a:pt x="2056" y="2647"/>
                    <a:pt x="2647" y="2056"/>
                    <a:pt x="2647" y="1336"/>
                  </a:cubicBezTo>
                  <a:cubicBezTo>
                    <a:pt x="2647" y="597"/>
                    <a:pt x="2056" y="0"/>
                    <a:pt x="131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6"/>
            <p:cNvSpPr/>
            <p:nvPr/>
          </p:nvSpPr>
          <p:spPr>
            <a:xfrm>
              <a:off x="3275190" y="5175047"/>
              <a:ext cx="15239" cy="40714"/>
            </a:xfrm>
            <a:custGeom>
              <a:avLst/>
              <a:gdLst/>
              <a:ahLst/>
              <a:cxnLst/>
              <a:rect l="l" t="t" r="r" b="b"/>
              <a:pathLst>
                <a:path w="923" h="2466" extrusionOk="0">
                  <a:moveTo>
                    <a:pt x="454" y="1"/>
                  </a:moveTo>
                  <a:cubicBezTo>
                    <a:pt x="208" y="1"/>
                    <a:pt x="1" y="208"/>
                    <a:pt x="1" y="474"/>
                  </a:cubicBezTo>
                  <a:lnTo>
                    <a:pt x="1" y="2012"/>
                  </a:lnTo>
                  <a:cubicBezTo>
                    <a:pt x="1" y="2258"/>
                    <a:pt x="208" y="2465"/>
                    <a:pt x="454" y="2465"/>
                  </a:cubicBezTo>
                  <a:cubicBezTo>
                    <a:pt x="721" y="2465"/>
                    <a:pt x="923" y="2258"/>
                    <a:pt x="923" y="2012"/>
                  </a:cubicBezTo>
                  <a:lnTo>
                    <a:pt x="923" y="474"/>
                  </a:lnTo>
                  <a:cubicBezTo>
                    <a:pt x="923" y="208"/>
                    <a:pt x="721" y="1"/>
                    <a:pt x="45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6"/>
            <p:cNvSpPr/>
            <p:nvPr/>
          </p:nvSpPr>
          <p:spPr>
            <a:xfrm>
              <a:off x="3401359" y="5175047"/>
              <a:ext cx="15239" cy="40714"/>
            </a:xfrm>
            <a:custGeom>
              <a:avLst/>
              <a:gdLst/>
              <a:ahLst/>
              <a:cxnLst/>
              <a:rect l="l" t="t" r="r" b="b"/>
              <a:pathLst>
                <a:path w="923" h="2466" extrusionOk="0">
                  <a:moveTo>
                    <a:pt x="454" y="1"/>
                  </a:moveTo>
                  <a:cubicBezTo>
                    <a:pt x="207" y="1"/>
                    <a:pt x="0" y="208"/>
                    <a:pt x="0" y="474"/>
                  </a:cubicBezTo>
                  <a:lnTo>
                    <a:pt x="0" y="2012"/>
                  </a:lnTo>
                  <a:cubicBezTo>
                    <a:pt x="0" y="2258"/>
                    <a:pt x="207" y="2465"/>
                    <a:pt x="454" y="2465"/>
                  </a:cubicBezTo>
                  <a:cubicBezTo>
                    <a:pt x="720" y="2465"/>
                    <a:pt x="922" y="2258"/>
                    <a:pt x="922" y="2012"/>
                  </a:cubicBezTo>
                  <a:lnTo>
                    <a:pt x="922" y="474"/>
                  </a:lnTo>
                  <a:cubicBezTo>
                    <a:pt x="922" y="208"/>
                    <a:pt x="720" y="1"/>
                    <a:pt x="45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6"/>
            <p:cNvSpPr/>
            <p:nvPr/>
          </p:nvSpPr>
          <p:spPr>
            <a:xfrm>
              <a:off x="3338283" y="5214692"/>
              <a:ext cx="15222" cy="40714"/>
            </a:xfrm>
            <a:custGeom>
              <a:avLst/>
              <a:gdLst/>
              <a:ahLst/>
              <a:cxnLst/>
              <a:rect l="l" t="t" r="r" b="b"/>
              <a:pathLst>
                <a:path w="922" h="2466" extrusionOk="0">
                  <a:moveTo>
                    <a:pt x="454" y="0"/>
                  </a:moveTo>
                  <a:cubicBezTo>
                    <a:pt x="207" y="0"/>
                    <a:pt x="0" y="207"/>
                    <a:pt x="0" y="474"/>
                  </a:cubicBezTo>
                  <a:lnTo>
                    <a:pt x="0" y="2017"/>
                  </a:lnTo>
                  <a:cubicBezTo>
                    <a:pt x="0" y="2263"/>
                    <a:pt x="207" y="2465"/>
                    <a:pt x="454" y="2465"/>
                  </a:cubicBezTo>
                  <a:cubicBezTo>
                    <a:pt x="720" y="2465"/>
                    <a:pt x="922" y="2263"/>
                    <a:pt x="922" y="2017"/>
                  </a:cubicBezTo>
                  <a:lnTo>
                    <a:pt x="922" y="474"/>
                  </a:lnTo>
                  <a:cubicBezTo>
                    <a:pt x="922" y="207"/>
                    <a:pt x="720" y="0"/>
                    <a:pt x="4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6"/>
            <p:cNvSpPr/>
            <p:nvPr/>
          </p:nvSpPr>
          <p:spPr>
            <a:xfrm>
              <a:off x="3337226" y="5055978"/>
              <a:ext cx="15305" cy="33614"/>
            </a:xfrm>
            <a:custGeom>
              <a:avLst/>
              <a:gdLst/>
              <a:ahLst/>
              <a:cxnLst/>
              <a:rect l="l" t="t" r="r" b="b"/>
              <a:pathLst>
                <a:path w="927" h="2036" extrusionOk="0">
                  <a:moveTo>
                    <a:pt x="454" y="0"/>
                  </a:moveTo>
                  <a:cubicBezTo>
                    <a:pt x="207" y="0"/>
                    <a:pt x="0" y="207"/>
                    <a:pt x="0" y="473"/>
                  </a:cubicBezTo>
                  <a:lnTo>
                    <a:pt x="0" y="1583"/>
                  </a:lnTo>
                  <a:cubicBezTo>
                    <a:pt x="0" y="1829"/>
                    <a:pt x="207" y="2036"/>
                    <a:pt x="454" y="2036"/>
                  </a:cubicBezTo>
                  <a:cubicBezTo>
                    <a:pt x="720" y="2036"/>
                    <a:pt x="927" y="1829"/>
                    <a:pt x="927" y="1583"/>
                  </a:cubicBezTo>
                  <a:lnTo>
                    <a:pt x="927" y="473"/>
                  </a:lnTo>
                  <a:cubicBezTo>
                    <a:pt x="927" y="207"/>
                    <a:pt x="720" y="0"/>
                    <a:pt x="4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6"/>
            <p:cNvSpPr/>
            <p:nvPr/>
          </p:nvSpPr>
          <p:spPr>
            <a:xfrm>
              <a:off x="3337226" y="5013245"/>
              <a:ext cx="15305" cy="34605"/>
            </a:xfrm>
            <a:custGeom>
              <a:avLst/>
              <a:gdLst/>
              <a:ahLst/>
              <a:cxnLst/>
              <a:rect l="l" t="t" r="r" b="b"/>
              <a:pathLst>
                <a:path w="927" h="2096" extrusionOk="0">
                  <a:moveTo>
                    <a:pt x="454" y="0"/>
                  </a:moveTo>
                  <a:cubicBezTo>
                    <a:pt x="207" y="0"/>
                    <a:pt x="0" y="207"/>
                    <a:pt x="0" y="474"/>
                  </a:cubicBezTo>
                  <a:lnTo>
                    <a:pt x="0" y="1647"/>
                  </a:lnTo>
                  <a:cubicBezTo>
                    <a:pt x="0" y="1893"/>
                    <a:pt x="207" y="2095"/>
                    <a:pt x="454" y="2095"/>
                  </a:cubicBezTo>
                  <a:cubicBezTo>
                    <a:pt x="720" y="2095"/>
                    <a:pt x="927" y="1893"/>
                    <a:pt x="927" y="1647"/>
                  </a:cubicBezTo>
                  <a:lnTo>
                    <a:pt x="927" y="474"/>
                  </a:lnTo>
                  <a:cubicBezTo>
                    <a:pt x="927" y="207"/>
                    <a:pt x="720" y="0"/>
                    <a:pt x="4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5" name="Google Shape;2225;p46"/>
          <p:cNvGrpSpPr/>
          <p:nvPr/>
        </p:nvGrpSpPr>
        <p:grpSpPr>
          <a:xfrm>
            <a:off x="1251743" y="1719211"/>
            <a:ext cx="520847" cy="293092"/>
            <a:chOff x="1518126" y="3267105"/>
            <a:chExt cx="547741" cy="302656"/>
          </a:xfrm>
        </p:grpSpPr>
        <p:sp>
          <p:nvSpPr>
            <p:cNvPr id="2226" name="Google Shape;2226;p46"/>
            <p:cNvSpPr/>
            <p:nvPr/>
          </p:nvSpPr>
          <p:spPr>
            <a:xfrm>
              <a:off x="1941452" y="3284573"/>
              <a:ext cx="84130" cy="47769"/>
            </a:xfrm>
            <a:custGeom>
              <a:avLst/>
              <a:gdLst/>
              <a:ahLst/>
              <a:cxnLst/>
              <a:rect l="l" t="t" r="r" b="b"/>
              <a:pathLst>
                <a:path w="236" h="134" extrusionOk="0">
                  <a:moveTo>
                    <a:pt x="1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236" y="134"/>
                    <a:pt x="236" y="134"/>
                    <a:pt x="236" y="134"/>
                  </a:cubicBezTo>
                  <a:cubicBezTo>
                    <a:pt x="236" y="40"/>
                    <a:pt x="236" y="40"/>
                    <a:pt x="236" y="40"/>
                  </a:cubicBezTo>
                  <a:cubicBezTo>
                    <a:pt x="236" y="18"/>
                    <a:pt x="217" y="0"/>
                    <a:pt x="195" y="0"/>
                  </a:cubicBezTo>
                  <a:close/>
                  <a:moveTo>
                    <a:pt x="195" y="0"/>
                  </a:moveTo>
                  <a:cubicBezTo>
                    <a:pt x="195" y="0"/>
                    <a:pt x="195" y="0"/>
                    <a:pt x="195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7" name="Google Shape;2227;p46"/>
            <p:cNvSpPr/>
            <p:nvPr/>
          </p:nvSpPr>
          <p:spPr>
            <a:xfrm>
              <a:off x="1559122" y="3284573"/>
              <a:ext cx="64524" cy="39926"/>
            </a:xfrm>
            <a:custGeom>
              <a:avLst/>
              <a:gdLst/>
              <a:ahLst/>
              <a:cxnLst/>
              <a:rect l="l" t="t" r="r" b="b"/>
              <a:pathLst>
                <a:path w="181" h="112" extrusionOk="0">
                  <a:moveTo>
                    <a:pt x="41" y="0"/>
                  </a:moveTo>
                  <a:cubicBezTo>
                    <a:pt x="19" y="0"/>
                    <a:pt x="0" y="18"/>
                    <a:pt x="0" y="40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181" y="112"/>
                    <a:pt x="181" y="112"/>
                    <a:pt x="181" y="112"/>
                  </a:cubicBezTo>
                  <a:cubicBezTo>
                    <a:pt x="181" y="0"/>
                    <a:pt x="181" y="0"/>
                    <a:pt x="181" y="0"/>
                  </a:cubicBezTo>
                  <a:lnTo>
                    <a:pt x="41" y="0"/>
                  </a:lnTo>
                  <a:close/>
                  <a:moveTo>
                    <a:pt x="41" y="0"/>
                  </a:moveTo>
                  <a:cubicBezTo>
                    <a:pt x="41" y="0"/>
                    <a:pt x="41" y="0"/>
                    <a:pt x="41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8" name="Google Shape;2228;p46"/>
            <p:cNvSpPr/>
            <p:nvPr/>
          </p:nvSpPr>
          <p:spPr>
            <a:xfrm>
              <a:off x="1525969" y="3275304"/>
              <a:ext cx="531698" cy="286257"/>
            </a:xfrm>
            <a:custGeom>
              <a:avLst/>
              <a:gdLst/>
              <a:ahLst/>
              <a:cxnLst/>
              <a:rect l="l" t="t" r="r" b="b"/>
              <a:pathLst>
                <a:path w="1491" h="803" extrusionOk="0">
                  <a:moveTo>
                    <a:pt x="1190" y="0"/>
                  </a:moveTo>
                  <a:cubicBezTo>
                    <a:pt x="1202" y="0"/>
                    <a:pt x="1213" y="6"/>
                    <a:pt x="1219" y="18"/>
                  </a:cubicBezTo>
                  <a:cubicBezTo>
                    <a:pt x="1223" y="26"/>
                    <a:pt x="1223" y="26"/>
                    <a:pt x="1223" y="26"/>
                  </a:cubicBezTo>
                  <a:cubicBezTo>
                    <a:pt x="1242" y="68"/>
                    <a:pt x="1242" y="68"/>
                    <a:pt x="1242" y="68"/>
                  </a:cubicBezTo>
                  <a:cubicBezTo>
                    <a:pt x="1253" y="90"/>
                    <a:pt x="1275" y="104"/>
                    <a:pt x="1299" y="104"/>
                  </a:cubicBezTo>
                  <a:cubicBezTo>
                    <a:pt x="1432" y="104"/>
                    <a:pt x="1432" y="104"/>
                    <a:pt x="1432" y="104"/>
                  </a:cubicBezTo>
                  <a:cubicBezTo>
                    <a:pt x="1465" y="104"/>
                    <a:pt x="1491" y="130"/>
                    <a:pt x="1491" y="163"/>
                  </a:cubicBezTo>
                  <a:cubicBezTo>
                    <a:pt x="1491" y="585"/>
                    <a:pt x="1491" y="585"/>
                    <a:pt x="1491" y="585"/>
                  </a:cubicBezTo>
                  <a:cubicBezTo>
                    <a:pt x="1491" y="618"/>
                    <a:pt x="1465" y="644"/>
                    <a:pt x="1432" y="644"/>
                  </a:cubicBezTo>
                  <a:cubicBezTo>
                    <a:pt x="1322" y="644"/>
                    <a:pt x="1322" y="644"/>
                    <a:pt x="1322" y="644"/>
                  </a:cubicBezTo>
                  <a:cubicBezTo>
                    <a:pt x="1278" y="644"/>
                    <a:pt x="1237" y="661"/>
                    <a:pt x="1206" y="692"/>
                  </a:cubicBezTo>
                  <a:cubicBezTo>
                    <a:pt x="1139" y="761"/>
                    <a:pt x="1046" y="803"/>
                    <a:pt x="943" y="803"/>
                  </a:cubicBezTo>
                  <a:cubicBezTo>
                    <a:pt x="552" y="803"/>
                    <a:pt x="552" y="803"/>
                    <a:pt x="552" y="803"/>
                  </a:cubicBezTo>
                  <a:cubicBezTo>
                    <a:pt x="448" y="803"/>
                    <a:pt x="355" y="761"/>
                    <a:pt x="288" y="692"/>
                  </a:cubicBezTo>
                  <a:cubicBezTo>
                    <a:pt x="258" y="661"/>
                    <a:pt x="216" y="644"/>
                    <a:pt x="172" y="644"/>
                  </a:cubicBezTo>
                  <a:cubicBezTo>
                    <a:pt x="59" y="644"/>
                    <a:pt x="59" y="644"/>
                    <a:pt x="59" y="644"/>
                  </a:cubicBezTo>
                  <a:cubicBezTo>
                    <a:pt x="26" y="644"/>
                    <a:pt x="0" y="618"/>
                    <a:pt x="0" y="585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130"/>
                    <a:pt x="26" y="104"/>
                    <a:pt x="59" y="104"/>
                  </a:cubicBezTo>
                  <a:cubicBezTo>
                    <a:pt x="195" y="104"/>
                    <a:pt x="195" y="104"/>
                    <a:pt x="195" y="104"/>
                  </a:cubicBezTo>
                  <a:cubicBezTo>
                    <a:pt x="219" y="104"/>
                    <a:pt x="242" y="90"/>
                    <a:pt x="252" y="68"/>
                  </a:cubicBezTo>
                  <a:cubicBezTo>
                    <a:pt x="271" y="26"/>
                    <a:pt x="271" y="26"/>
                    <a:pt x="271" y="26"/>
                  </a:cubicBezTo>
                  <a:cubicBezTo>
                    <a:pt x="275" y="18"/>
                    <a:pt x="275" y="18"/>
                    <a:pt x="275" y="18"/>
                  </a:cubicBezTo>
                  <a:cubicBezTo>
                    <a:pt x="282" y="6"/>
                    <a:pt x="293" y="0"/>
                    <a:pt x="304" y="0"/>
                  </a:cubicBezTo>
                  <a:lnTo>
                    <a:pt x="1190" y="0"/>
                  </a:lnTo>
                  <a:close/>
                  <a:moveTo>
                    <a:pt x="1190" y="0"/>
                  </a:moveTo>
                  <a:cubicBezTo>
                    <a:pt x="1190" y="0"/>
                    <a:pt x="1190" y="0"/>
                    <a:pt x="1190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9" name="Google Shape;2229;p46"/>
            <p:cNvSpPr/>
            <p:nvPr/>
          </p:nvSpPr>
          <p:spPr>
            <a:xfrm>
              <a:off x="1958563" y="3399717"/>
              <a:ext cx="34223" cy="34223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96" y="48"/>
                  </a:moveTo>
                  <a:cubicBezTo>
                    <a:pt x="96" y="75"/>
                    <a:pt x="75" y="96"/>
                    <a:pt x="48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</a:path>
              </a:pathLst>
            </a:custGeom>
            <a:solidFill>
              <a:srgbClr val="5BCE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0" name="Google Shape;2230;p46"/>
            <p:cNvSpPr/>
            <p:nvPr/>
          </p:nvSpPr>
          <p:spPr>
            <a:xfrm>
              <a:off x="1992786" y="3346245"/>
              <a:ext cx="34223" cy="34223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96" y="48"/>
                  </a:moveTo>
                  <a:cubicBezTo>
                    <a:pt x="96" y="75"/>
                    <a:pt x="75" y="96"/>
                    <a:pt x="48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</a:path>
              </a:pathLst>
            </a:custGeom>
            <a:solidFill>
              <a:srgbClr val="5BCE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1" name="Google Shape;2231;p46"/>
            <p:cNvSpPr/>
            <p:nvPr/>
          </p:nvSpPr>
          <p:spPr>
            <a:xfrm>
              <a:off x="1649669" y="3320221"/>
              <a:ext cx="284298" cy="201771"/>
            </a:xfrm>
            <a:custGeom>
              <a:avLst/>
              <a:gdLst/>
              <a:ahLst/>
              <a:cxnLst/>
              <a:rect l="l" t="t" r="r" b="b"/>
              <a:pathLst>
                <a:path w="797" h="566" extrusionOk="0">
                  <a:moveTo>
                    <a:pt x="797" y="45"/>
                  </a:moveTo>
                  <a:cubicBezTo>
                    <a:pt x="797" y="441"/>
                    <a:pt x="797" y="441"/>
                    <a:pt x="797" y="441"/>
                  </a:cubicBezTo>
                  <a:cubicBezTo>
                    <a:pt x="797" y="460"/>
                    <a:pt x="790" y="479"/>
                    <a:pt x="776" y="492"/>
                  </a:cubicBezTo>
                  <a:cubicBezTo>
                    <a:pt x="728" y="539"/>
                    <a:pt x="664" y="566"/>
                    <a:pt x="596" y="566"/>
                  </a:cubicBezTo>
                  <a:cubicBezTo>
                    <a:pt x="205" y="566"/>
                    <a:pt x="205" y="566"/>
                    <a:pt x="205" y="566"/>
                  </a:cubicBezTo>
                  <a:cubicBezTo>
                    <a:pt x="134" y="566"/>
                    <a:pt x="67" y="537"/>
                    <a:pt x="19" y="487"/>
                  </a:cubicBezTo>
                  <a:cubicBezTo>
                    <a:pt x="6" y="474"/>
                    <a:pt x="0" y="456"/>
                    <a:pt x="0" y="43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20"/>
                    <a:pt x="20" y="0"/>
                    <a:pt x="44" y="0"/>
                  </a:cubicBezTo>
                  <a:cubicBezTo>
                    <a:pt x="753" y="0"/>
                    <a:pt x="753" y="0"/>
                    <a:pt x="753" y="0"/>
                  </a:cubicBezTo>
                  <a:cubicBezTo>
                    <a:pt x="777" y="0"/>
                    <a:pt x="797" y="20"/>
                    <a:pt x="797" y="45"/>
                  </a:cubicBezTo>
                  <a:close/>
                  <a:moveTo>
                    <a:pt x="797" y="45"/>
                  </a:moveTo>
                  <a:cubicBezTo>
                    <a:pt x="797" y="45"/>
                    <a:pt x="797" y="45"/>
                    <a:pt x="797" y="45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2" name="Google Shape;2232;p46"/>
            <p:cNvSpPr/>
            <p:nvPr/>
          </p:nvSpPr>
          <p:spPr>
            <a:xfrm>
              <a:off x="1677118" y="3348384"/>
              <a:ext cx="228330" cy="122987"/>
            </a:xfrm>
            <a:custGeom>
              <a:avLst/>
              <a:gdLst/>
              <a:ahLst/>
              <a:cxnLst/>
              <a:rect l="l" t="t" r="r" b="b"/>
              <a:pathLst>
                <a:path w="640" h="345" extrusionOk="0">
                  <a:moveTo>
                    <a:pt x="640" y="11"/>
                  </a:moveTo>
                  <a:cubicBezTo>
                    <a:pt x="640" y="335"/>
                    <a:pt x="640" y="335"/>
                    <a:pt x="640" y="335"/>
                  </a:cubicBezTo>
                  <a:cubicBezTo>
                    <a:pt x="640" y="341"/>
                    <a:pt x="635" y="345"/>
                    <a:pt x="629" y="345"/>
                  </a:cubicBezTo>
                  <a:cubicBezTo>
                    <a:pt x="11" y="345"/>
                    <a:pt x="11" y="345"/>
                    <a:pt x="11" y="345"/>
                  </a:cubicBezTo>
                  <a:cubicBezTo>
                    <a:pt x="5" y="345"/>
                    <a:pt x="0" y="341"/>
                    <a:pt x="0" y="33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629" y="0"/>
                    <a:pt x="629" y="0"/>
                    <a:pt x="629" y="0"/>
                  </a:cubicBezTo>
                  <a:cubicBezTo>
                    <a:pt x="635" y="0"/>
                    <a:pt x="640" y="5"/>
                    <a:pt x="640" y="11"/>
                  </a:cubicBezTo>
                  <a:close/>
                  <a:moveTo>
                    <a:pt x="640" y="11"/>
                  </a:moveTo>
                  <a:cubicBezTo>
                    <a:pt x="640" y="11"/>
                    <a:pt x="640" y="11"/>
                    <a:pt x="640" y="11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3" name="Google Shape;2233;p46"/>
            <p:cNvSpPr/>
            <p:nvPr/>
          </p:nvSpPr>
          <p:spPr>
            <a:xfrm>
              <a:off x="1553774" y="3347314"/>
              <a:ext cx="68445" cy="68445"/>
            </a:xfrm>
            <a:custGeom>
              <a:avLst/>
              <a:gdLst/>
              <a:ahLst/>
              <a:cxnLst/>
              <a:rect l="l" t="t" r="r" b="b"/>
              <a:pathLst>
                <a:path w="192" h="192" extrusionOk="0">
                  <a:moveTo>
                    <a:pt x="192" y="59"/>
                  </a:moveTo>
                  <a:cubicBezTo>
                    <a:pt x="192" y="133"/>
                    <a:pt x="192" y="133"/>
                    <a:pt x="192" y="133"/>
                  </a:cubicBezTo>
                  <a:cubicBezTo>
                    <a:pt x="192" y="136"/>
                    <a:pt x="190" y="138"/>
                    <a:pt x="187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1" y="138"/>
                    <a:pt x="138" y="140"/>
                    <a:pt x="138" y="143"/>
                  </a:cubicBezTo>
                  <a:cubicBezTo>
                    <a:pt x="138" y="187"/>
                    <a:pt x="138" y="187"/>
                    <a:pt x="138" y="187"/>
                  </a:cubicBezTo>
                  <a:cubicBezTo>
                    <a:pt x="138" y="190"/>
                    <a:pt x="136" y="192"/>
                    <a:pt x="133" y="192"/>
                  </a:cubicBezTo>
                  <a:cubicBezTo>
                    <a:pt x="60" y="192"/>
                    <a:pt x="60" y="192"/>
                    <a:pt x="60" y="192"/>
                  </a:cubicBezTo>
                  <a:cubicBezTo>
                    <a:pt x="57" y="192"/>
                    <a:pt x="54" y="190"/>
                    <a:pt x="54" y="187"/>
                  </a:cubicBezTo>
                  <a:cubicBezTo>
                    <a:pt x="54" y="143"/>
                    <a:pt x="54" y="143"/>
                    <a:pt x="54" y="143"/>
                  </a:cubicBezTo>
                  <a:cubicBezTo>
                    <a:pt x="54" y="140"/>
                    <a:pt x="52" y="138"/>
                    <a:pt x="49" y="138"/>
                  </a:cubicBezTo>
                  <a:cubicBezTo>
                    <a:pt x="6" y="138"/>
                    <a:pt x="6" y="138"/>
                    <a:pt x="6" y="138"/>
                  </a:cubicBezTo>
                  <a:cubicBezTo>
                    <a:pt x="3" y="138"/>
                    <a:pt x="0" y="136"/>
                    <a:pt x="0" y="13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6"/>
                    <a:pt x="3" y="54"/>
                    <a:pt x="6" y="54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52" y="54"/>
                    <a:pt x="54" y="52"/>
                    <a:pt x="54" y="49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54" y="2"/>
                    <a:pt x="57" y="0"/>
                    <a:pt x="60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6" y="0"/>
                    <a:pt x="138" y="2"/>
                    <a:pt x="138" y="5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38" y="52"/>
                    <a:pt x="141" y="54"/>
                    <a:pt x="143" y="54"/>
                  </a:cubicBezTo>
                  <a:cubicBezTo>
                    <a:pt x="187" y="54"/>
                    <a:pt x="187" y="54"/>
                    <a:pt x="187" y="54"/>
                  </a:cubicBezTo>
                  <a:cubicBezTo>
                    <a:pt x="190" y="54"/>
                    <a:pt x="192" y="56"/>
                    <a:pt x="192" y="59"/>
                  </a:cubicBezTo>
                  <a:close/>
                  <a:moveTo>
                    <a:pt x="192" y="59"/>
                  </a:moveTo>
                  <a:cubicBezTo>
                    <a:pt x="192" y="59"/>
                    <a:pt x="192" y="59"/>
                    <a:pt x="192" y="5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4" name="Google Shape;2234;p46"/>
            <p:cNvSpPr/>
            <p:nvPr/>
          </p:nvSpPr>
          <p:spPr>
            <a:xfrm>
              <a:off x="1964624" y="3395440"/>
              <a:ext cx="34223" cy="34223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96" y="48"/>
                  </a:moveTo>
                  <a:cubicBezTo>
                    <a:pt x="96" y="74"/>
                    <a:pt x="74" y="96"/>
                    <a:pt x="48" y="96"/>
                  </a:cubicBezTo>
                  <a:cubicBezTo>
                    <a:pt x="21" y="96"/>
                    <a:pt x="0" y="74"/>
                    <a:pt x="0" y="48"/>
                  </a:cubicBezTo>
                  <a:cubicBezTo>
                    <a:pt x="0" y="21"/>
                    <a:pt x="21" y="0"/>
                    <a:pt x="48" y="0"/>
                  </a:cubicBezTo>
                  <a:cubicBezTo>
                    <a:pt x="74" y="0"/>
                    <a:pt x="96" y="21"/>
                    <a:pt x="96" y="48"/>
                  </a:cubicBez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5" name="Google Shape;2235;p46"/>
            <p:cNvSpPr/>
            <p:nvPr/>
          </p:nvSpPr>
          <p:spPr>
            <a:xfrm>
              <a:off x="1998846" y="3341967"/>
              <a:ext cx="34223" cy="34223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96" y="48"/>
                  </a:moveTo>
                  <a:cubicBezTo>
                    <a:pt x="96" y="74"/>
                    <a:pt x="74" y="96"/>
                    <a:pt x="48" y="96"/>
                  </a:cubicBezTo>
                  <a:cubicBezTo>
                    <a:pt x="21" y="96"/>
                    <a:pt x="0" y="74"/>
                    <a:pt x="0" y="48"/>
                  </a:cubicBezTo>
                  <a:cubicBezTo>
                    <a:pt x="0" y="22"/>
                    <a:pt x="21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lose/>
                  <a:moveTo>
                    <a:pt x="96" y="48"/>
                  </a:moveTo>
                  <a:cubicBezTo>
                    <a:pt x="96" y="48"/>
                    <a:pt x="96" y="48"/>
                    <a:pt x="96" y="4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6" name="Google Shape;2236;p46"/>
            <p:cNvSpPr/>
            <p:nvPr/>
          </p:nvSpPr>
          <p:spPr>
            <a:xfrm>
              <a:off x="1518126" y="3267105"/>
              <a:ext cx="547741" cy="302656"/>
            </a:xfrm>
            <a:custGeom>
              <a:avLst/>
              <a:gdLst/>
              <a:ahLst/>
              <a:cxnLst/>
              <a:rect l="l" t="t" r="r" b="b"/>
              <a:pathLst>
                <a:path w="1536" h="849" extrusionOk="0">
                  <a:moveTo>
                    <a:pt x="1454" y="104"/>
                  </a:moveTo>
                  <a:cubicBezTo>
                    <a:pt x="1445" y="104"/>
                    <a:pt x="1445" y="104"/>
                    <a:pt x="1445" y="104"/>
                  </a:cubicBezTo>
                  <a:cubicBezTo>
                    <a:pt x="1445" y="89"/>
                    <a:pt x="1445" y="89"/>
                    <a:pt x="1445" y="89"/>
                  </a:cubicBezTo>
                  <a:cubicBezTo>
                    <a:pt x="1445" y="55"/>
                    <a:pt x="1417" y="27"/>
                    <a:pt x="1382" y="27"/>
                  </a:cubicBezTo>
                  <a:cubicBezTo>
                    <a:pt x="1259" y="27"/>
                    <a:pt x="1259" y="27"/>
                    <a:pt x="1259" y="27"/>
                  </a:cubicBezTo>
                  <a:cubicBezTo>
                    <a:pt x="1248" y="10"/>
                    <a:pt x="1230" y="0"/>
                    <a:pt x="1212" y="0"/>
                  </a:cubicBezTo>
                  <a:cubicBezTo>
                    <a:pt x="326" y="0"/>
                    <a:pt x="326" y="0"/>
                    <a:pt x="326" y="0"/>
                  </a:cubicBezTo>
                  <a:cubicBezTo>
                    <a:pt x="308" y="0"/>
                    <a:pt x="290" y="10"/>
                    <a:pt x="279" y="27"/>
                  </a:cubicBezTo>
                  <a:cubicBezTo>
                    <a:pt x="156" y="27"/>
                    <a:pt x="156" y="27"/>
                    <a:pt x="156" y="27"/>
                  </a:cubicBezTo>
                  <a:cubicBezTo>
                    <a:pt x="121" y="27"/>
                    <a:pt x="93" y="55"/>
                    <a:pt x="93" y="89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81" y="104"/>
                    <a:pt x="81" y="104"/>
                    <a:pt x="81" y="104"/>
                  </a:cubicBezTo>
                  <a:cubicBezTo>
                    <a:pt x="36" y="104"/>
                    <a:pt x="0" y="141"/>
                    <a:pt x="0" y="186"/>
                  </a:cubicBezTo>
                  <a:cubicBezTo>
                    <a:pt x="0" y="608"/>
                    <a:pt x="0" y="608"/>
                    <a:pt x="0" y="608"/>
                  </a:cubicBezTo>
                  <a:cubicBezTo>
                    <a:pt x="0" y="653"/>
                    <a:pt x="36" y="690"/>
                    <a:pt x="81" y="690"/>
                  </a:cubicBezTo>
                  <a:cubicBezTo>
                    <a:pt x="194" y="690"/>
                    <a:pt x="194" y="690"/>
                    <a:pt x="194" y="690"/>
                  </a:cubicBezTo>
                  <a:cubicBezTo>
                    <a:pt x="232" y="690"/>
                    <a:pt x="268" y="705"/>
                    <a:pt x="294" y="731"/>
                  </a:cubicBezTo>
                  <a:cubicBezTo>
                    <a:pt x="368" y="807"/>
                    <a:pt x="467" y="849"/>
                    <a:pt x="574" y="849"/>
                  </a:cubicBezTo>
                  <a:cubicBezTo>
                    <a:pt x="965" y="849"/>
                    <a:pt x="965" y="849"/>
                    <a:pt x="965" y="849"/>
                  </a:cubicBezTo>
                  <a:cubicBezTo>
                    <a:pt x="1071" y="849"/>
                    <a:pt x="1170" y="807"/>
                    <a:pt x="1244" y="731"/>
                  </a:cubicBezTo>
                  <a:cubicBezTo>
                    <a:pt x="1270" y="705"/>
                    <a:pt x="1306" y="690"/>
                    <a:pt x="1344" y="690"/>
                  </a:cubicBezTo>
                  <a:cubicBezTo>
                    <a:pt x="1454" y="690"/>
                    <a:pt x="1454" y="690"/>
                    <a:pt x="1454" y="690"/>
                  </a:cubicBezTo>
                  <a:cubicBezTo>
                    <a:pt x="1499" y="690"/>
                    <a:pt x="1536" y="653"/>
                    <a:pt x="1536" y="608"/>
                  </a:cubicBezTo>
                  <a:cubicBezTo>
                    <a:pt x="1536" y="186"/>
                    <a:pt x="1536" y="186"/>
                    <a:pt x="1536" y="186"/>
                  </a:cubicBezTo>
                  <a:cubicBezTo>
                    <a:pt x="1536" y="141"/>
                    <a:pt x="1499" y="104"/>
                    <a:pt x="1454" y="104"/>
                  </a:cubicBezTo>
                  <a:close/>
                  <a:moveTo>
                    <a:pt x="1400" y="89"/>
                  </a:moveTo>
                  <a:cubicBezTo>
                    <a:pt x="1400" y="104"/>
                    <a:pt x="1400" y="104"/>
                    <a:pt x="1400" y="104"/>
                  </a:cubicBezTo>
                  <a:cubicBezTo>
                    <a:pt x="1321" y="104"/>
                    <a:pt x="1321" y="104"/>
                    <a:pt x="1321" y="104"/>
                  </a:cubicBezTo>
                  <a:cubicBezTo>
                    <a:pt x="1306" y="104"/>
                    <a:pt x="1291" y="95"/>
                    <a:pt x="1285" y="81"/>
                  </a:cubicBezTo>
                  <a:cubicBezTo>
                    <a:pt x="1280" y="72"/>
                    <a:pt x="1280" y="72"/>
                    <a:pt x="1280" y="72"/>
                  </a:cubicBezTo>
                  <a:cubicBezTo>
                    <a:pt x="1382" y="72"/>
                    <a:pt x="1382" y="72"/>
                    <a:pt x="1382" y="72"/>
                  </a:cubicBezTo>
                  <a:cubicBezTo>
                    <a:pt x="1392" y="72"/>
                    <a:pt x="1400" y="80"/>
                    <a:pt x="1400" y="89"/>
                  </a:cubicBezTo>
                  <a:close/>
                  <a:moveTo>
                    <a:pt x="138" y="89"/>
                  </a:moveTo>
                  <a:cubicBezTo>
                    <a:pt x="138" y="80"/>
                    <a:pt x="146" y="72"/>
                    <a:pt x="156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53" y="81"/>
                    <a:pt x="253" y="81"/>
                    <a:pt x="253" y="81"/>
                  </a:cubicBezTo>
                  <a:cubicBezTo>
                    <a:pt x="247" y="95"/>
                    <a:pt x="233" y="104"/>
                    <a:pt x="217" y="104"/>
                  </a:cubicBezTo>
                  <a:cubicBezTo>
                    <a:pt x="138" y="104"/>
                    <a:pt x="138" y="104"/>
                    <a:pt x="138" y="104"/>
                  </a:cubicBezTo>
                  <a:lnTo>
                    <a:pt x="138" y="89"/>
                  </a:lnTo>
                  <a:close/>
                  <a:moveTo>
                    <a:pt x="1491" y="608"/>
                  </a:moveTo>
                  <a:cubicBezTo>
                    <a:pt x="1491" y="628"/>
                    <a:pt x="1474" y="645"/>
                    <a:pt x="1454" y="645"/>
                  </a:cubicBezTo>
                  <a:cubicBezTo>
                    <a:pt x="1344" y="645"/>
                    <a:pt x="1344" y="645"/>
                    <a:pt x="1344" y="645"/>
                  </a:cubicBezTo>
                  <a:cubicBezTo>
                    <a:pt x="1294" y="645"/>
                    <a:pt x="1246" y="665"/>
                    <a:pt x="1212" y="699"/>
                  </a:cubicBezTo>
                  <a:cubicBezTo>
                    <a:pt x="1147" y="767"/>
                    <a:pt x="1059" y="804"/>
                    <a:pt x="965" y="804"/>
                  </a:cubicBezTo>
                  <a:cubicBezTo>
                    <a:pt x="574" y="804"/>
                    <a:pt x="574" y="804"/>
                    <a:pt x="574" y="804"/>
                  </a:cubicBezTo>
                  <a:cubicBezTo>
                    <a:pt x="480" y="804"/>
                    <a:pt x="392" y="767"/>
                    <a:pt x="326" y="699"/>
                  </a:cubicBezTo>
                  <a:cubicBezTo>
                    <a:pt x="292" y="665"/>
                    <a:pt x="244" y="645"/>
                    <a:pt x="194" y="645"/>
                  </a:cubicBezTo>
                  <a:cubicBezTo>
                    <a:pt x="81" y="645"/>
                    <a:pt x="81" y="645"/>
                    <a:pt x="81" y="645"/>
                  </a:cubicBezTo>
                  <a:cubicBezTo>
                    <a:pt x="61" y="645"/>
                    <a:pt x="44" y="628"/>
                    <a:pt x="44" y="608"/>
                  </a:cubicBezTo>
                  <a:cubicBezTo>
                    <a:pt x="44" y="186"/>
                    <a:pt x="44" y="186"/>
                    <a:pt x="44" y="186"/>
                  </a:cubicBezTo>
                  <a:cubicBezTo>
                    <a:pt x="44" y="166"/>
                    <a:pt x="61" y="149"/>
                    <a:pt x="81" y="149"/>
                  </a:cubicBezTo>
                  <a:cubicBezTo>
                    <a:pt x="217" y="149"/>
                    <a:pt x="217" y="149"/>
                    <a:pt x="217" y="149"/>
                  </a:cubicBezTo>
                  <a:cubicBezTo>
                    <a:pt x="250" y="149"/>
                    <a:pt x="280" y="130"/>
                    <a:pt x="294" y="100"/>
                  </a:cubicBezTo>
                  <a:cubicBezTo>
                    <a:pt x="317" y="51"/>
                    <a:pt x="317" y="51"/>
                    <a:pt x="317" y="51"/>
                  </a:cubicBezTo>
                  <a:cubicBezTo>
                    <a:pt x="319" y="47"/>
                    <a:pt x="323" y="45"/>
                    <a:pt x="326" y="45"/>
                  </a:cubicBezTo>
                  <a:cubicBezTo>
                    <a:pt x="1212" y="45"/>
                    <a:pt x="1212" y="45"/>
                    <a:pt x="1212" y="45"/>
                  </a:cubicBezTo>
                  <a:cubicBezTo>
                    <a:pt x="1215" y="45"/>
                    <a:pt x="1219" y="47"/>
                    <a:pt x="1221" y="51"/>
                  </a:cubicBezTo>
                  <a:cubicBezTo>
                    <a:pt x="1244" y="100"/>
                    <a:pt x="1244" y="100"/>
                    <a:pt x="1244" y="100"/>
                  </a:cubicBezTo>
                  <a:cubicBezTo>
                    <a:pt x="1258" y="130"/>
                    <a:pt x="1288" y="149"/>
                    <a:pt x="1321" y="149"/>
                  </a:cubicBezTo>
                  <a:cubicBezTo>
                    <a:pt x="1454" y="149"/>
                    <a:pt x="1454" y="149"/>
                    <a:pt x="1454" y="149"/>
                  </a:cubicBezTo>
                  <a:cubicBezTo>
                    <a:pt x="1474" y="149"/>
                    <a:pt x="1491" y="165"/>
                    <a:pt x="1491" y="186"/>
                  </a:cubicBezTo>
                  <a:lnTo>
                    <a:pt x="1491" y="608"/>
                  </a:lnTo>
                  <a:close/>
                  <a:moveTo>
                    <a:pt x="1491" y="608"/>
                  </a:moveTo>
                  <a:cubicBezTo>
                    <a:pt x="1491" y="608"/>
                    <a:pt x="1491" y="608"/>
                    <a:pt x="1491" y="60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7" name="Google Shape;2237;p46"/>
            <p:cNvSpPr/>
            <p:nvPr/>
          </p:nvSpPr>
          <p:spPr>
            <a:xfrm>
              <a:off x="1641470" y="3312022"/>
              <a:ext cx="300696" cy="217812"/>
            </a:xfrm>
            <a:custGeom>
              <a:avLst/>
              <a:gdLst/>
              <a:ahLst/>
              <a:cxnLst/>
              <a:rect l="l" t="t" r="r" b="b"/>
              <a:pathLst>
                <a:path w="843" h="611" extrusionOk="0">
                  <a:moveTo>
                    <a:pt x="776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461"/>
                    <a:pt x="0" y="461"/>
                    <a:pt x="0" y="461"/>
                  </a:cubicBezTo>
                  <a:cubicBezTo>
                    <a:pt x="0" y="485"/>
                    <a:pt x="9" y="508"/>
                    <a:pt x="26" y="525"/>
                  </a:cubicBezTo>
                  <a:cubicBezTo>
                    <a:pt x="78" y="580"/>
                    <a:pt x="152" y="611"/>
                    <a:pt x="228" y="611"/>
                  </a:cubicBezTo>
                  <a:cubicBezTo>
                    <a:pt x="619" y="611"/>
                    <a:pt x="619" y="611"/>
                    <a:pt x="619" y="611"/>
                  </a:cubicBezTo>
                  <a:cubicBezTo>
                    <a:pt x="692" y="611"/>
                    <a:pt x="762" y="583"/>
                    <a:pt x="815" y="531"/>
                  </a:cubicBezTo>
                  <a:cubicBezTo>
                    <a:pt x="833" y="514"/>
                    <a:pt x="843" y="489"/>
                    <a:pt x="843" y="464"/>
                  </a:cubicBezTo>
                  <a:cubicBezTo>
                    <a:pt x="843" y="68"/>
                    <a:pt x="843" y="68"/>
                    <a:pt x="843" y="68"/>
                  </a:cubicBezTo>
                  <a:cubicBezTo>
                    <a:pt x="843" y="31"/>
                    <a:pt x="813" y="0"/>
                    <a:pt x="776" y="0"/>
                  </a:cubicBezTo>
                  <a:close/>
                  <a:moveTo>
                    <a:pt x="798" y="464"/>
                  </a:moveTo>
                  <a:cubicBezTo>
                    <a:pt x="798" y="477"/>
                    <a:pt x="793" y="490"/>
                    <a:pt x="783" y="499"/>
                  </a:cubicBezTo>
                  <a:cubicBezTo>
                    <a:pt x="739" y="543"/>
                    <a:pt x="680" y="566"/>
                    <a:pt x="619" y="566"/>
                  </a:cubicBezTo>
                  <a:cubicBezTo>
                    <a:pt x="228" y="566"/>
                    <a:pt x="228" y="566"/>
                    <a:pt x="228" y="566"/>
                  </a:cubicBezTo>
                  <a:cubicBezTo>
                    <a:pt x="164" y="566"/>
                    <a:pt x="102" y="540"/>
                    <a:pt x="58" y="494"/>
                  </a:cubicBezTo>
                  <a:cubicBezTo>
                    <a:pt x="50" y="485"/>
                    <a:pt x="45" y="473"/>
                    <a:pt x="45" y="461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76" y="45"/>
                    <a:pt x="776" y="45"/>
                    <a:pt x="776" y="45"/>
                  </a:cubicBezTo>
                  <a:cubicBezTo>
                    <a:pt x="788" y="45"/>
                    <a:pt x="798" y="55"/>
                    <a:pt x="798" y="68"/>
                  </a:cubicBezTo>
                  <a:lnTo>
                    <a:pt x="798" y="464"/>
                  </a:lnTo>
                  <a:close/>
                  <a:moveTo>
                    <a:pt x="798" y="464"/>
                  </a:moveTo>
                  <a:cubicBezTo>
                    <a:pt x="798" y="464"/>
                    <a:pt x="798" y="464"/>
                    <a:pt x="798" y="46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8" name="Google Shape;2238;p46"/>
            <p:cNvSpPr/>
            <p:nvPr/>
          </p:nvSpPr>
          <p:spPr>
            <a:xfrm>
              <a:off x="1669989" y="3340541"/>
              <a:ext cx="243659" cy="139029"/>
            </a:xfrm>
            <a:custGeom>
              <a:avLst/>
              <a:gdLst/>
              <a:ahLst/>
              <a:cxnLst/>
              <a:rect l="l" t="t" r="r" b="b"/>
              <a:pathLst>
                <a:path w="683" h="390" extrusionOk="0">
                  <a:moveTo>
                    <a:pt x="661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67"/>
                    <a:pt x="0" y="367"/>
                    <a:pt x="0" y="367"/>
                  </a:cubicBezTo>
                  <a:cubicBezTo>
                    <a:pt x="0" y="380"/>
                    <a:pt x="10" y="390"/>
                    <a:pt x="22" y="390"/>
                  </a:cubicBezTo>
                  <a:cubicBezTo>
                    <a:pt x="104" y="390"/>
                    <a:pt x="104" y="390"/>
                    <a:pt x="104" y="390"/>
                  </a:cubicBezTo>
                  <a:cubicBezTo>
                    <a:pt x="116" y="390"/>
                    <a:pt x="126" y="380"/>
                    <a:pt x="126" y="367"/>
                  </a:cubicBezTo>
                  <a:cubicBezTo>
                    <a:pt x="126" y="355"/>
                    <a:pt x="116" y="345"/>
                    <a:pt x="104" y="345"/>
                  </a:cubicBezTo>
                  <a:cubicBezTo>
                    <a:pt x="44" y="345"/>
                    <a:pt x="44" y="345"/>
                    <a:pt x="44" y="345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639" y="45"/>
                    <a:pt x="639" y="45"/>
                    <a:pt x="639" y="45"/>
                  </a:cubicBezTo>
                  <a:cubicBezTo>
                    <a:pt x="639" y="345"/>
                    <a:pt x="639" y="345"/>
                    <a:pt x="639" y="345"/>
                  </a:cubicBezTo>
                  <a:cubicBezTo>
                    <a:pt x="194" y="345"/>
                    <a:pt x="194" y="345"/>
                    <a:pt x="194" y="345"/>
                  </a:cubicBezTo>
                  <a:cubicBezTo>
                    <a:pt x="181" y="345"/>
                    <a:pt x="171" y="355"/>
                    <a:pt x="171" y="367"/>
                  </a:cubicBezTo>
                  <a:cubicBezTo>
                    <a:pt x="171" y="380"/>
                    <a:pt x="181" y="390"/>
                    <a:pt x="194" y="390"/>
                  </a:cubicBezTo>
                  <a:cubicBezTo>
                    <a:pt x="661" y="390"/>
                    <a:pt x="661" y="390"/>
                    <a:pt x="661" y="390"/>
                  </a:cubicBezTo>
                  <a:cubicBezTo>
                    <a:pt x="673" y="390"/>
                    <a:pt x="683" y="380"/>
                    <a:pt x="683" y="367"/>
                  </a:cubicBezTo>
                  <a:cubicBezTo>
                    <a:pt x="683" y="23"/>
                    <a:pt x="683" y="23"/>
                    <a:pt x="683" y="23"/>
                  </a:cubicBezTo>
                  <a:cubicBezTo>
                    <a:pt x="683" y="10"/>
                    <a:pt x="673" y="0"/>
                    <a:pt x="661" y="0"/>
                  </a:cubicBezTo>
                  <a:close/>
                  <a:moveTo>
                    <a:pt x="661" y="0"/>
                  </a:moveTo>
                  <a:cubicBezTo>
                    <a:pt x="661" y="0"/>
                    <a:pt x="661" y="0"/>
                    <a:pt x="661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9" name="Google Shape;2239;p46"/>
            <p:cNvSpPr/>
            <p:nvPr/>
          </p:nvSpPr>
          <p:spPr>
            <a:xfrm>
              <a:off x="1545932" y="3339471"/>
              <a:ext cx="84487" cy="84130"/>
            </a:xfrm>
            <a:custGeom>
              <a:avLst/>
              <a:gdLst/>
              <a:ahLst/>
              <a:cxnLst/>
              <a:rect l="l" t="t" r="r" b="b"/>
              <a:pathLst>
                <a:path w="237" h="236" extrusionOk="0">
                  <a:moveTo>
                    <a:pt x="209" y="54"/>
                  </a:moveTo>
                  <a:cubicBezTo>
                    <a:pt x="183" y="54"/>
                    <a:pt x="183" y="54"/>
                    <a:pt x="183" y="54"/>
                  </a:cubicBezTo>
                  <a:cubicBezTo>
                    <a:pt x="183" y="27"/>
                    <a:pt x="183" y="27"/>
                    <a:pt x="183" y="27"/>
                  </a:cubicBezTo>
                  <a:cubicBezTo>
                    <a:pt x="183" y="12"/>
                    <a:pt x="170" y="0"/>
                    <a:pt x="155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66" y="0"/>
                    <a:pt x="54" y="12"/>
                    <a:pt x="54" y="2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28" y="54"/>
                    <a:pt x="28" y="54"/>
                    <a:pt x="28" y="54"/>
                  </a:cubicBezTo>
                  <a:cubicBezTo>
                    <a:pt x="12" y="54"/>
                    <a:pt x="0" y="66"/>
                    <a:pt x="0" y="81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70"/>
                    <a:pt x="12" y="182"/>
                    <a:pt x="28" y="182"/>
                  </a:cubicBezTo>
                  <a:cubicBezTo>
                    <a:pt x="54" y="182"/>
                    <a:pt x="54" y="182"/>
                    <a:pt x="54" y="182"/>
                  </a:cubicBezTo>
                  <a:cubicBezTo>
                    <a:pt x="54" y="209"/>
                    <a:pt x="54" y="209"/>
                    <a:pt x="54" y="209"/>
                  </a:cubicBezTo>
                  <a:cubicBezTo>
                    <a:pt x="54" y="224"/>
                    <a:pt x="66" y="236"/>
                    <a:pt x="82" y="236"/>
                  </a:cubicBezTo>
                  <a:cubicBezTo>
                    <a:pt x="155" y="236"/>
                    <a:pt x="155" y="236"/>
                    <a:pt x="155" y="236"/>
                  </a:cubicBezTo>
                  <a:cubicBezTo>
                    <a:pt x="170" y="236"/>
                    <a:pt x="183" y="224"/>
                    <a:pt x="183" y="209"/>
                  </a:cubicBezTo>
                  <a:cubicBezTo>
                    <a:pt x="183" y="182"/>
                    <a:pt x="183" y="182"/>
                    <a:pt x="183" y="182"/>
                  </a:cubicBezTo>
                  <a:cubicBezTo>
                    <a:pt x="209" y="182"/>
                    <a:pt x="209" y="182"/>
                    <a:pt x="209" y="182"/>
                  </a:cubicBezTo>
                  <a:cubicBezTo>
                    <a:pt x="224" y="182"/>
                    <a:pt x="237" y="170"/>
                    <a:pt x="237" y="155"/>
                  </a:cubicBezTo>
                  <a:cubicBezTo>
                    <a:pt x="237" y="81"/>
                    <a:pt x="237" y="81"/>
                    <a:pt x="237" y="81"/>
                  </a:cubicBezTo>
                  <a:cubicBezTo>
                    <a:pt x="237" y="66"/>
                    <a:pt x="224" y="54"/>
                    <a:pt x="209" y="54"/>
                  </a:cubicBezTo>
                  <a:close/>
                  <a:moveTo>
                    <a:pt x="192" y="137"/>
                  </a:moveTo>
                  <a:cubicBezTo>
                    <a:pt x="165" y="137"/>
                    <a:pt x="165" y="137"/>
                    <a:pt x="165" y="137"/>
                  </a:cubicBezTo>
                  <a:cubicBezTo>
                    <a:pt x="150" y="137"/>
                    <a:pt x="138" y="150"/>
                    <a:pt x="138" y="165"/>
                  </a:cubicBezTo>
                  <a:cubicBezTo>
                    <a:pt x="138" y="191"/>
                    <a:pt x="138" y="191"/>
                    <a:pt x="138" y="191"/>
                  </a:cubicBezTo>
                  <a:cubicBezTo>
                    <a:pt x="99" y="191"/>
                    <a:pt x="99" y="191"/>
                    <a:pt x="99" y="191"/>
                  </a:cubicBezTo>
                  <a:cubicBezTo>
                    <a:pt x="99" y="165"/>
                    <a:pt x="99" y="165"/>
                    <a:pt x="99" y="165"/>
                  </a:cubicBezTo>
                  <a:cubicBezTo>
                    <a:pt x="99" y="150"/>
                    <a:pt x="87" y="137"/>
                    <a:pt x="71" y="137"/>
                  </a:cubicBezTo>
                  <a:cubicBezTo>
                    <a:pt x="45" y="137"/>
                    <a:pt x="45" y="137"/>
                    <a:pt x="45" y="137"/>
                  </a:cubicBezTo>
                  <a:cubicBezTo>
                    <a:pt x="45" y="98"/>
                    <a:pt x="45" y="98"/>
                    <a:pt x="45" y="98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87" y="98"/>
                    <a:pt x="99" y="86"/>
                    <a:pt x="99" y="71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138" y="45"/>
                    <a:pt x="138" y="45"/>
                    <a:pt x="138" y="45"/>
                  </a:cubicBezTo>
                  <a:cubicBezTo>
                    <a:pt x="138" y="71"/>
                    <a:pt x="138" y="71"/>
                    <a:pt x="138" y="71"/>
                  </a:cubicBezTo>
                  <a:cubicBezTo>
                    <a:pt x="138" y="86"/>
                    <a:pt x="150" y="98"/>
                    <a:pt x="165" y="98"/>
                  </a:cubicBezTo>
                  <a:cubicBezTo>
                    <a:pt x="192" y="98"/>
                    <a:pt x="192" y="98"/>
                    <a:pt x="192" y="98"/>
                  </a:cubicBezTo>
                  <a:lnTo>
                    <a:pt x="192" y="137"/>
                  </a:lnTo>
                  <a:close/>
                  <a:moveTo>
                    <a:pt x="192" y="137"/>
                  </a:moveTo>
                  <a:cubicBezTo>
                    <a:pt x="192" y="137"/>
                    <a:pt x="192" y="137"/>
                    <a:pt x="192" y="13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0" name="Google Shape;2240;p46"/>
            <p:cNvSpPr/>
            <p:nvPr/>
          </p:nvSpPr>
          <p:spPr>
            <a:xfrm>
              <a:off x="1606891" y="3433227"/>
              <a:ext cx="19250" cy="19250"/>
            </a:xfrm>
            <a:custGeom>
              <a:avLst/>
              <a:gdLst/>
              <a:ahLst/>
              <a:cxnLst/>
              <a:rect l="l" t="t" r="r" b="b"/>
              <a:pathLst>
                <a:path w="54" h="54" extrusionOk="0">
                  <a:moveTo>
                    <a:pt x="54" y="27"/>
                  </a:moveTo>
                  <a:cubicBezTo>
                    <a:pt x="54" y="42"/>
                    <a:pt x="42" y="54"/>
                    <a:pt x="27" y="54"/>
                  </a:cubicBez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lose/>
                  <a:moveTo>
                    <a:pt x="54" y="27"/>
                  </a:moveTo>
                  <a:cubicBezTo>
                    <a:pt x="54" y="27"/>
                    <a:pt x="54" y="27"/>
                    <a:pt x="54" y="2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1" name="Google Shape;2241;p46"/>
            <p:cNvSpPr/>
            <p:nvPr/>
          </p:nvSpPr>
          <p:spPr>
            <a:xfrm>
              <a:off x="1606891" y="3462102"/>
              <a:ext cx="19250" cy="19250"/>
            </a:xfrm>
            <a:custGeom>
              <a:avLst/>
              <a:gdLst/>
              <a:ahLst/>
              <a:cxnLst/>
              <a:rect l="l" t="t" r="r" b="b"/>
              <a:pathLst>
                <a:path w="54" h="54" extrusionOk="0">
                  <a:moveTo>
                    <a:pt x="54" y="27"/>
                  </a:moveTo>
                  <a:cubicBezTo>
                    <a:pt x="54" y="42"/>
                    <a:pt x="42" y="54"/>
                    <a:pt x="27" y="54"/>
                  </a:cubicBez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lose/>
                  <a:moveTo>
                    <a:pt x="54" y="27"/>
                  </a:moveTo>
                  <a:cubicBezTo>
                    <a:pt x="54" y="27"/>
                    <a:pt x="54" y="27"/>
                    <a:pt x="54" y="2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2" name="Google Shape;2242;p46"/>
            <p:cNvSpPr/>
            <p:nvPr/>
          </p:nvSpPr>
          <p:spPr>
            <a:xfrm>
              <a:off x="1956425" y="3387240"/>
              <a:ext cx="50264" cy="50264"/>
            </a:xfrm>
            <a:custGeom>
              <a:avLst/>
              <a:gdLst/>
              <a:ahLst/>
              <a:cxnLst/>
              <a:rect l="l" t="t" r="r" b="b"/>
              <a:pathLst>
                <a:path w="141" h="141" extrusionOk="0">
                  <a:moveTo>
                    <a:pt x="71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110"/>
                    <a:pt x="32" y="141"/>
                    <a:pt x="71" y="141"/>
                  </a:cubicBezTo>
                  <a:cubicBezTo>
                    <a:pt x="109" y="141"/>
                    <a:pt x="141" y="110"/>
                    <a:pt x="141" y="71"/>
                  </a:cubicBezTo>
                  <a:cubicBezTo>
                    <a:pt x="141" y="32"/>
                    <a:pt x="109" y="0"/>
                    <a:pt x="71" y="0"/>
                  </a:cubicBezTo>
                  <a:close/>
                  <a:moveTo>
                    <a:pt x="71" y="96"/>
                  </a:moveTo>
                  <a:cubicBezTo>
                    <a:pt x="57" y="96"/>
                    <a:pt x="45" y="85"/>
                    <a:pt x="45" y="71"/>
                  </a:cubicBezTo>
                  <a:cubicBezTo>
                    <a:pt x="45" y="57"/>
                    <a:pt x="57" y="45"/>
                    <a:pt x="71" y="45"/>
                  </a:cubicBezTo>
                  <a:cubicBezTo>
                    <a:pt x="85" y="45"/>
                    <a:pt x="96" y="57"/>
                    <a:pt x="96" y="71"/>
                  </a:cubicBezTo>
                  <a:cubicBezTo>
                    <a:pt x="96" y="85"/>
                    <a:pt x="85" y="96"/>
                    <a:pt x="71" y="96"/>
                  </a:cubicBezTo>
                  <a:close/>
                  <a:moveTo>
                    <a:pt x="71" y="96"/>
                  </a:moveTo>
                  <a:cubicBezTo>
                    <a:pt x="71" y="96"/>
                    <a:pt x="71" y="96"/>
                    <a:pt x="71" y="9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3" name="Google Shape;2243;p46"/>
            <p:cNvSpPr/>
            <p:nvPr/>
          </p:nvSpPr>
          <p:spPr>
            <a:xfrm>
              <a:off x="1990647" y="3334124"/>
              <a:ext cx="50264" cy="49908"/>
            </a:xfrm>
            <a:custGeom>
              <a:avLst/>
              <a:gdLst/>
              <a:ahLst/>
              <a:cxnLst/>
              <a:rect l="l" t="t" r="r" b="b"/>
              <a:pathLst>
                <a:path w="141" h="140" extrusionOk="0">
                  <a:moveTo>
                    <a:pt x="71" y="0"/>
                  </a:moveTo>
                  <a:cubicBezTo>
                    <a:pt x="32" y="0"/>
                    <a:pt x="0" y="31"/>
                    <a:pt x="0" y="70"/>
                  </a:cubicBezTo>
                  <a:cubicBezTo>
                    <a:pt x="0" y="109"/>
                    <a:pt x="32" y="140"/>
                    <a:pt x="71" y="140"/>
                  </a:cubicBezTo>
                  <a:cubicBezTo>
                    <a:pt x="109" y="140"/>
                    <a:pt x="141" y="109"/>
                    <a:pt x="141" y="70"/>
                  </a:cubicBezTo>
                  <a:cubicBezTo>
                    <a:pt x="141" y="31"/>
                    <a:pt x="109" y="0"/>
                    <a:pt x="71" y="0"/>
                  </a:cubicBezTo>
                  <a:close/>
                  <a:moveTo>
                    <a:pt x="71" y="96"/>
                  </a:moveTo>
                  <a:cubicBezTo>
                    <a:pt x="57" y="96"/>
                    <a:pt x="45" y="84"/>
                    <a:pt x="45" y="70"/>
                  </a:cubicBezTo>
                  <a:cubicBezTo>
                    <a:pt x="45" y="56"/>
                    <a:pt x="57" y="45"/>
                    <a:pt x="71" y="45"/>
                  </a:cubicBezTo>
                  <a:cubicBezTo>
                    <a:pt x="85" y="45"/>
                    <a:pt x="96" y="56"/>
                    <a:pt x="96" y="70"/>
                  </a:cubicBezTo>
                  <a:cubicBezTo>
                    <a:pt x="96" y="84"/>
                    <a:pt x="85" y="96"/>
                    <a:pt x="71" y="96"/>
                  </a:cubicBezTo>
                  <a:close/>
                  <a:moveTo>
                    <a:pt x="71" y="96"/>
                  </a:moveTo>
                  <a:cubicBezTo>
                    <a:pt x="71" y="96"/>
                    <a:pt x="71" y="96"/>
                    <a:pt x="71" y="9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4" name="Google Shape;2244;p46"/>
            <p:cNvSpPr/>
            <p:nvPr/>
          </p:nvSpPr>
          <p:spPr>
            <a:xfrm>
              <a:off x="1963911" y="3454616"/>
              <a:ext cx="16042" cy="33153"/>
            </a:xfrm>
            <a:custGeom>
              <a:avLst/>
              <a:gdLst/>
              <a:ahLst/>
              <a:cxnLst/>
              <a:rect l="l" t="t" r="r" b="b"/>
              <a:pathLst>
                <a:path w="45" h="93" extrusionOk="0">
                  <a:moveTo>
                    <a:pt x="23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83"/>
                    <a:pt x="10" y="93"/>
                    <a:pt x="23" y="93"/>
                  </a:cubicBezTo>
                  <a:cubicBezTo>
                    <a:pt x="35" y="93"/>
                    <a:pt x="45" y="83"/>
                    <a:pt x="45" y="71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10"/>
                    <a:pt x="35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5" name="Google Shape;2245;p46"/>
            <p:cNvSpPr/>
            <p:nvPr/>
          </p:nvSpPr>
          <p:spPr>
            <a:xfrm>
              <a:off x="1988508" y="3454616"/>
              <a:ext cx="16042" cy="33153"/>
            </a:xfrm>
            <a:custGeom>
              <a:avLst/>
              <a:gdLst/>
              <a:ahLst/>
              <a:cxnLst/>
              <a:rect l="l" t="t" r="r" b="b"/>
              <a:pathLst>
                <a:path w="45" h="93" extrusionOk="0">
                  <a:moveTo>
                    <a:pt x="23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83"/>
                    <a:pt x="10" y="93"/>
                    <a:pt x="23" y="93"/>
                  </a:cubicBezTo>
                  <a:cubicBezTo>
                    <a:pt x="35" y="93"/>
                    <a:pt x="45" y="83"/>
                    <a:pt x="45" y="71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10"/>
                    <a:pt x="35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6" name="Google Shape;2246;p46"/>
            <p:cNvSpPr/>
            <p:nvPr/>
          </p:nvSpPr>
          <p:spPr>
            <a:xfrm>
              <a:off x="2013106" y="3454616"/>
              <a:ext cx="16042" cy="33153"/>
            </a:xfrm>
            <a:custGeom>
              <a:avLst/>
              <a:gdLst/>
              <a:ahLst/>
              <a:cxnLst/>
              <a:rect l="l" t="t" r="r" b="b"/>
              <a:pathLst>
                <a:path w="45" h="93" extrusionOk="0">
                  <a:moveTo>
                    <a:pt x="23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83"/>
                    <a:pt x="10" y="93"/>
                    <a:pt x="23" y="93"/>
                  </a:cubicBezTo>
                  <a:cubicBezTo>
                    <a:pt x="35" y="93"/>
                    <a:pt x="45" y="83"/>
                    <a:pt x="45" y="71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10"/>
                    <a:pt x="35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18F8C0AA-FEED-AD35-715B-5A5E7E305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D940E51-6A0E-4F4C-0653-705AB90E3BB2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p47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sp>
        <p:nvSpPr>
          <p:cNvPr id="2252" name="Google Shape;2252;p47"/>
          <p:cNvSpPr txBox="1"/>
          <p:nvPr/>
        </p:nvSpPr>
        <p:spPr>
          <a:xfrm>
            <a:off x="948600" y="2600812"/>
            <a:ext cx="1840200" cy="3651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5"/>
                </a:solidFill>
                <a:latin typeface="Titillium Web"/>
                <a:ea typeface="Titillium Web"/>
                <a:cs typeface="Titillium Web"/>
                <a:sym typeface="Titillium Web"/>
              </a:rPr>
              <a:t>Our team</a:t>
            </a:r>
            <a:endParaRPr sz="1800" b="1">
              <a:solidFill>
                <a:schemeClr val="accent5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2253" name="Google Shape;2253;p47"/>
          <p:cNvCxnSpPr>
            <a:stCxn id="2254" idx="3"/>
            <a:endCxn id="2255" idx="1"/>
          </p:cNvCxnSpPr>
          <p:nvPr/>
        </p:nvCxnSpPr>
        <p:spPr>
          <a:xfrm rot="10800000" flipH="1">
            <a:off x="5492265" y="1325541"/>
            <a:ext cx="348000" cy="291600"/>
          </a:xfrm>
          <a:prstGeom prst="bentConnector3">
            <a:avLst>
              <a:gd name="adj1" fmla="val 4998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6" name="Google Shape;2256;p47"/>
          <p:cNvCxnSpPr>
            <a:stCxn id="2254" idx="3"/>
            <a:endCxn id="2257" idx="1"/>
          </p:cNvCxnSpPr>
          <p:nvPr/>
        </p:nvCxnSpPr>
        <p:spPr>
          <a:xfrm>
            <a:off x="5492265" y="1617141"/>
            <a:ext cx="348000" cy="291600"/>
          </a:xfrm>
          <a:prstGeom prst="bentConnector3">
            <a:avLst>
              <a:gd name="adj1" fmla="val 4998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8" name="Google Shape;2258;p47"/>
          <p:cNvCxnSpPr>
            <a:stCxn id="2259" idx="3"/>
            <a:endCxn id="2260" idx="1"/>
          </p:cNvCxnSpPr>
          <p:nvPr/>
        </p:nvCxnSpPr>
        <p:spPr>
          <a:xfrm rot="10800000" flipH="1">
            <a:off x="5492265" y="2491806"/>
            <a:ext cx="348000" cy="291600"/>
          </a:xfrm>
          <a:prstGeom prst="bentConnector3">
            <a:avLst>
              <a:gd name="adj1" fmla="val 4998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1" name="Google Shape;2261;p47"/>
          <p:cNvCxnSpPr>
            <a:stCxn id="2259" idx="3"/>
            <a:endCxn id="2262" idx="1"/>
          </p:cNvCxnSpPr>
          <p:nvPr/>
        </p:nvCxnSpPr>
        <p:spPr>
          <a:xfrm>
            <a:off x="5492265" y="2783406"/>
            <a:ext cx="348000" cy="291600"/>
          </a:xfrm>
          <a:prstGeom prst="bentConnector3">
            <a:avLst>
              <a:gd name="adj1" fmla="val 4998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3" name="Google Shape;2263;p47"/>
          <p:cNvCxnSpPr>
            <a:stCxn id="2264" idx="3"/>
            <a:endCxn id="2265" idx="1"/>
          </p:cNvCxnSpPr>
          <p:nvPr/>
        </p:nvCxnSpPr>
        <p:spPr>
          <a:xfrm rot="10800000" flipH="1">
            <a:off x="5492265" y="3658071"/>
            <a:ext cx="348000" cy="291600"/>
          </a:xfrm>
          <a:prstGeom prst="bentConnector3">
            <a:avLst>
              <a:gd name="adj1" fmla="val 4998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6" name="Google Shape;2266;p47"/>
          <p:cNvCxnSpPr>
            <a:stCxn id="2264" idx="3"/>
            <a:endCxn id="2267" idx="1"/>
          </p:cNvCxnSpPr>
          <p:nvPr/>
        </p:nvCxnSpPr>
        <p:spPr>
          <a:xfrm>
            <a:off x="5492265" y="3949671"/>
            <a:ext cx="348000" cy="291600"/>
          </a:xfrm>
          <a:prstGeom prst="bentConnector3">
            <a:avLst>
              <a:gd name="adj1" fmla="val 4998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8" name="Google Shape;2268;p47"/>
          <p:cNvCxnSpPr>
            <a:stCxn id="2252" idx="0"/>
            <a:endCxn id="2254" idx="1"/>
          </p:cNvCxnSpPr>
          <p:nvPr/>
        </p:nvCxnSpPr>
        <p:spPr>
          <a:xfrm rot="-5400000">
            <a:off x="2029950" y="1455862"/>
            <a:ext cx="983700" cy="13062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9" name="Google Shape;2269;p47"/>
          <p:cNvCxnSpPr>
            <a:stCxn id="2252" idx="3"/>
            <a:endCxn id="2259" idx="1"/>
          </p:cNvCxnSpPr>
          <p:nvPr/>
        </p:nvCxnSpPr>
        <p:spPr>
          <a:xfrm>
            <a:off x="2788800" y="2783362"/>
            <a:ext cx="386100" cy="600"/>
          </a:xfrm>
          <a:prstGeom prst="bentConnector3">
            <a:avLst>
              <a:gd name="adj1" fmla="val 49982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0" name="Google Shape;2270;p47"/>
          <p:cNvCxnSpPr>
            <a:stCxn id="2252" idx="2"/>
            <a:endCxn id="2264" idx="1"/>
          </p:cNvCxnSpPr>
          <p:nvPr/>
        </p:nvCxnSpPr>
        <p:spPr>
          <a:xfrm rot="-5400000" flipH="1">
            <a:off x="2029950" y="2804662"/>
            <a:ext cx="983700" cy="13062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5" name="Google Shape;2265;p47"/>
          <p:cNvSpPr txBox="1"/>
          <p:nvPr/>
        </p:nvSpPr>
        <p:spPr>
          <a:xfrm>
            <a:off x="5840175" y="3475499"/>
            <a:ext cx="2317800" cy="3651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5"/>
                </a:solidFill>
                <a:latin typeface="Titillium Web"/>
                <a:ea typeface="Titillium Web"/>
                <a:cs typeface="Titillium Web"/>
                <a:sym typeface="Titillium Web"/>
              </a:rPr>
              <a:t>Jamal Rodriguez</a:t>
            </a:r>
            <a:endParaRPr sz="1800" b="1">
              <a:solidFill>
                <a:schemeClr val="accent5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267" name="Google Shape;2267;p47"/>
          <p:cNvSpPr txBox="1"/>
          <p:nvPr/>
        </p:nvSpPr>
        <p:spPr>
          <a:xfrm>
            <a:off x="5840175" y="4058624"/>
            <a:ext cx="2317800" cy="3651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5"/>
                </a:solidFill>
                <a:latin typeface="Titillium Web"/>
                <a:ea typeface="Titillium Web"/>
                <a:cs typeface="Titillium Web"/>
                <a:sym typeface="Titillium Web"/>
              </a:rPr>
              <a:t>Leila Ramirez</a:t>
            </a:r>
            <a:endParaRPr sz="1800" b="1">
              <a:solidFill>
                <a:schemeClr val="accent5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2271" name="Google Shape;2271;p47"/>
          <p:cNvGrpSpPr/>
          <p:nvPr/>
        </p:nvGrpSpPr>
        <p:grpSpPr>
          <a:xfrm>
            <a:off x="3174450" y="3767111"/>
            <a:ext cx="2317815" cy="729623"/>
            <a:chOff x="3174450" y="3841604"/>
            <a:chExt cx="2317815" cy="742770"/>
          </a:xfrm>
        </p:grpSpPr>
        <p:sp>
          <p:nvSpPr>
            <p:cNvPr id="2264" name="Google Shape;2264;p47"/>
            <p:cNvSpPr txBox="1"/>
            <p:nvPr/>
          </p:nvSpPr>
          <p:spPr>
            <a:xfrm>
              <a:off x="3174765" y="3841604"/>
              <a:ext cx="2317500" cy="3717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5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Testers</a:t>
              </a:r>
              <a:endParaRPr sz="1800" b="1">
                <a:solidFill>
                  <a:schemeClr val="accent5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272" name="Google Shape;2272;p47"/>
            <p:cNvSpPr txBox="1"/>
            <p:nvPr/>
          </p:nvSpPr>
          <p:spPr>
            <a:xfrm>
              <a:off x="3174450" y="4212673"/>
              <a:ext cx="2317800" cy="3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Venus has a nice name 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2260" name="Google Shape;2260;p47"/>
          <p:cNvSpPr txBox="1"/>
          <p:nvPr/>
        </p:nvSpPr>
        <p:spPr>
          <a:xfrm>
            <a:off x="5840175" y="2309250"/>
            <a:ext cx="2317800" cy="3651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5"/>
                </a:solidFill>
                <a:latin typeface="Titillium Web"/>
                <a:ea typeface="Titillium Web"/>
                <a:cs typeface="Titillium Web"/>
                <a:sym typeface="Titillium Web"/>
              </a:rPr>
              <a:t>Malik Ibrahim</a:t>
            </a:r>
            <a:endParaRPr sz="1800" b="1">
              <a:solidFill>
                <a:schemeClr val="accent5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262" name="Google Shape;2262;p47"/>
          <p:cNvSpPr txBox="1"/>
          <p:nvPr/>
        </p:nvSpPr>
        <p:spPr>
          <a:xfrm>
            <a:off x="5840175" y="2892375"/>
            <a:ext cx="2317800" cy="3651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5"/>
                </a:solidFill>
                <a:latin typeface="Titillium Web"/>
                <a:ea typeface="Titillium Web"/>
                <a:cs typeface="Titillium Web"/>
                <a:sym typeface="Titillium Web"/>
              </a:rPr>
              <a:t>Sofia da Silva</a:t>
            </a:r>
            <a:endParaRPr sz="1800" b="1">
              <a:solidFill>
                <a:schemeClr val="accent5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2273" name="Google Shape;2273;p47"/>
          <p:cNvGrpSpPr/>
          <p:nvPr/>
        </p:nvGrpSpPr>
        <p:grpSpPr>
          <a:xfrm>
            <a:off x="3174450" y="2600846"/>
            <a:ext cx="2317815" cy="730685"/>
            <a:chOff x="3174450" y="2654324"/>
            <a:chExt cx="2317815" cy="743851"/>
          </a:xfrm>
        </p:grpSpPr>
        <p:sp>
          <p:nvSpPr>
            <p:cNvPr id="2259" name="Google Shape;2259;p47"/>
            <p:cNvSpPr txBox="1"/>
            <p:nvPr/>
          </p:nvSpPr>
          <p:spPr>
            <a:xfrm>
              <a:off x="3174765" y="2654324"/>
              <a:ext cx="2317500" cy="3717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5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Development</a:t>
              </a:r>
              <a:endParaRPr sz="1800" b="1">
                <a:solidFill>
                  <a:schemeClr val="accent5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274" name="Google Shape;2274;p47"/>
            <p:cNvSpPr txBox="1"/>
            <p:nvPr/>
          </p:nvSpPr>
          <p:spPr>
            <a:xfrm>
              <a:off x="3174450" y="3026476"/>
              <a:ext cx="2317800" cy="3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Mars is very cold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2255" name="Google Shape;2255;p47"/>
          <p:cNvSpPr txBox="1"/>
          <p:nvPr/>
        </p:nvSpPr>
        <p:spPr>
          <a:xfrm>
            <a:off x="5840175" y="1143000"/>
            <a:ext cx="2317800" cy="3651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5"/>
                </a:solidFill>
                <a:latin typeface="Titillium Web"/>
                <a:ea typeface="Titillium Web"/>
                <a:cs typeface="Titillium Web"/>
                <a:sym typeface="Titillium Web"/>
              </a:rPr>
              <a:t>Akira Gupta</a:t>
            </a:r>
            <a:endParaRPr sz="1800" b="1">
              <a:solidFill>
                <a:schemeClr val="accent5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257" name="Google Shape;2257;p47"/>
          <p:cNvSpPr txBox="1"/>
          <p:nvPr/>
        </p:nvSpPr>
        <p:spPr>
          <a:xfrm>
            <a:off x="5840175" y="1726125"/>
            <a:ext cx="2317800" cy="3651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5"/>
                </a:solidFill>
                <a:latin typeface="Titillium Web"/>
                <a:ea typeface="Titillium Web"/>
                <a:cs typeface="Titillium Web"/>
                <a:sym typeface="Titillium Web"/>
              </a:rPr>
              <a:t>Isabella Kim</a:t>
            </a:r>
            <a:endParaRPr sz="1800" b="1">
              <a:solidFill>
                <a:schemeClr val="accent5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2275" name="Google Shape;2275;p47"/>
          <p:cNvGrpSpPr/>
          <p:nvPr/>
        </p:nvGrpSpPr>
        <p:grpSpPr>
          <a:xfrm>
            <a:off x="3174450" y="1434581"/>
            <a:ext cx="2317815" cy="731107"/>
            <a:chOff x="3174450" y="1467045"/>
            <a:chExt cx="2317815" cy="744281"/>
          </a:xfrm>
        </p:grpSpPr>
        <p:sp>
          <p:nvSpPr>
            <p:cNvPr id="2254" name="Google Shape;2254;p47"/>
            <p:cNvSpPr txBox="1"/>
            <p:nvPr/>
          </p:nvSpPr>
          <p:spPr>
            <a:xfrm>
              <a:off x="3174765" y="1467045"/>
              <a:ext cx="2317500" cy="3717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5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Design</a:t>
              </a:r>
              <a:endParaRPr sz="1800" b="1">
                <a:solidFill>
                  <a:schemeClr val="accent5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276" name="Google Shape;2276;p47"/>
            <p:cNvSpPr txBox="1"/>
            <p:nvPr/>
          </p:nvSpPr>
          <p:spPr>
            <a:xfrm>
              <a:off x="3174450" y="1839625"/>
              <a:ext cx="2317800" cy="3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Earth harbours life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CB22FDB3-22C9-3041-8795-342499EC7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C20A6E9-D023-C540-8D39-6479C5634DBA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p48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Week! Infographics</a:t>
            </a:r>
            <a:endParaRPr/>
          </a:p>
        </p:txBody>
      </p:sp>
      <p:grpSp>
        <p:nvGrpSpPr>
          <p:cNvPr id="2282" name="Google Shape;2282;p48"/>
          <p:cNvGrpSpPr/>
          <p:nvPr/>
        </p:nvGrpSpPr>
        <p:grpSpPr>
          <a:xfrm>
            <a:off x="720000" y="1082523"/>
            <a:ext cx="3583500" cy="1800300"/>
            <a:chOff x="720000" y="1082523"/>
            <a:chExt cx="3583500" cy="1800300"/>
          </a:xfrm>
        </p:grpSpPr>
        <p:sp>
          <p:nvSpPr>
            <p:cNvPr id="2283" name="Google Shape;2283;p48"/>
            <p:cNvSpPr/>
            <p:nvPr/>
          </p:nvSpPr>
          <p:spPr>
            <a:xfrm>
              <a:off x="2503200" y="1082523"/>
              <a:ext cx="1800300" cy="1800300"/>
            </a:xfrm>
            <a:prstGeom prst="ellipse">
              <a:avLst/>
            </a:pr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80%</a:t>
              </a:r>
              <a:endParaRPr sz="18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284" name="Google Shape;2284;p48"/>
            <p:cNvSpPr txBox="1"/>
            <p:nvPr/>
          </p:nvSpPr>
          <p:spPr>
            <a:xfrm>
              <a:off x="720000" y="1818125"/>
              <a:ext cx="1630800" cy="9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Mercury is the closest planet to the Sun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285" name="Google Shape;2285;p48"/>
            <p:cNvSpPr/>
            <p:nvPr/>
          </p:nvSpPr>
          <p:spPr>
            <a:xfrm>
              <a:off x="720000" y="1482725"/>
              <a:ext cx="1630800" cy="411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Mercury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2286" name="Google Shape;2286;p48"/>
          <p:cNvGrpSpPr/>
          <p:nvPr/>
        </p:nvGrpSpPr>
        <p:grpSpPr>
          <a:xfrm>
            <a:off x="5518550" y="1362375"/>
            <a:ext cx="2828700" cy="1434005"/>
            <a:chOff x="5518550" y="1362375"/>
            <a:chExt cx="2828700" cy="1434005"/>
          </a:xfrm>
        </p:grpSpPr>
        <p:sp>
          <p:nvSpPr>
            <p:cNvPr id="2287" name="Google Shape;2287;p48"/>
            <p:cNvSpPr/>
            <p:nvPr/>
          </p:nvSpPr>
          <p:spPr>
            <a:xfrm>
              <a:off x="7016150" y="1362375"/>
              <a:ext cx="1331100" cy="1331400"/>
            </a:xfrm>
            <a:prstGeom prst="ellipse">
              <a:avLst/>
            </a:pr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40%</a:t>
              </a:r>
              <a:endParaRPr sz="18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288" name="Google Shape;2288;p48"/>
            <p:cNvSpPr txBox="1"/>
            <p:nvPr/>
          </p:nvSpPr>
          <p:spPr>
            <a:xfrm>
              <a:off x="5518550" y="1821080"/>
              <a:ext cx="1630800" cy="9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Despite being red, Mars is a cold place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289" name="Google Shape;2289;p48"/>
            <p:cNvSpPr/>
            <p:nvPr/>
          </p:nvSpPr>
          <p:spPr>
            <a:xfrm>
              <a:off x="5518550" y="1482725"/>
              <a:ext cx="1630800" cy="411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Mars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grpSp>
        <p:nvGrpSpPr>
          <p:cNvPr id="2290" name="Google Shape;2290;p48"/>
          <p:cNvGrpSpPr/>
          <p:nvPr/>
        </p:nvGrpSpPr>
        <p:grpSpPr>
          <a:xfrm>
            <a:off x="2976625" y="3038677"/>
            <a:ext cx="3254400" cy="1471200"/>
            <a:chOff x="2976625" y="3038677"/>
            <a:chExt cx="3254400" cy="1471200"/>
          </a:xfrm>
        </p:grpSpPr>
        <p:sp>
          <p:nvSpPr>
            <p:cNvPr id="2291" name="Google Shape;2291;p48"/>
            <p:cNvSpPr/>
            <p:nvPr/>
          </p:nvSpPr>
          <p:spPr>
            <a:xfrm>
              <a:off x="4759825" y="3038677"/>
              <a:ext cx="1471200" cy="1471200"/>
            </a:xfrm>
            <a:prstGeom prst="ellipse">
              <a:avLst/>
            </a:pr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60%</a:t>
              </a:r>
              <a:endParaRPr sz="180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292" name="Google Shape;2292;p48"/>
            <p:cNvSpPr txBox="1"/>
            <p:nvPr/>
          </p:nvSpPr>
          <p:spPr>
            <a:xfrm>
              <a:off x="2976625" y="3440075"/>
              <a:ext cx="1630800" cy="9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Jupiter is the biggest planet of them all</a:t>
              </a:r>
              <a:endParaRPr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293" name="Google Shape;2293;p48"/>
            <p:cNvSpPr/>
            <p:nvPr/>
          </p:nvSpPr>
          <p:spPr>
            <a:xfrm>
              <a:off x="2976625" y="3105725"/>
              <a:ext cx="1630800" cy="411600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Jupiter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</p:grpSp>
      <p:sp>
        <p:nvSpPr>
          <p:cNvPr id="2294" name="Google Shape;2294;p48"/>
          <p:cNvSpPr/>
          <p:nvPr/>
        </p:nvSpPr>
        <p:spPr>
          <a:xfrm>
            <a:off x="2337750" y="2472038"/>
            <a:ext cx="752700" cy="75270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5" name="Google Shape;2295;p48"/>
          <p:cNvSpPr/>
          <p:nvPr/>
        </p:nvSpPr>
        <p:spPr>
          <a:xfrm>
            <a:off x="4692500" y="2560263"/>
            <a:ext cx="752700" cy="75270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6" name="Google Shape;2296;p48"/>
          <p:cNvSpPr/>
          <p:nvPr/>
        </p:nvSpPr>
        <p:spPr>
          <a:xfrm>
            <a:off x="7594975" y="2467125"/>
            <a:ext cx="752700" cy="75270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7" name="Google Shape;2297;p48"/>
          <p:cNvGrpSpPr/>
          <p:nvPr/>
        </p:nvGrpSpPr>
        <p:grpSpPr>
          <a:xfrm>
            <a:off x="4876687" y="2728088"/>
            <a:ext cx="372604" cy="417070"/>
            <a:chOff x="3413351" y="3974986"/>
            <a:chExt cx="607243" cy="679710"/>
          </a:xfrm>
        </p:grpSpPr>
        <p:sp>
          <p:nvSpPr>
            <p:cNvPr id="2298" name="Google Shape;2298;p48"/>
            <p:cNvSpPr/>
            <p:nvPr/>
          </p:nvSpPr>
          <p:spPr>
            <a:xfrm>
              <a:off x="3413351" y="4506816"/>
              <a:ext cx="216287" cy="147880"/>
            </a:xfrm>
            <a:custGeom>
              <a:avLst/>
              <a:gdLst/>
              <a:ahLst/>
              <a:cxnLst/>
              <a:rect l="l" t="t" r="r" b="b"/>
              <a:pathLst>
                <a:path w="12078" h="8258" extrusionOk="0">
                  <a:moveTo>
                    <a:pt x="6039" y="1"/>
                  </a:moveTo>
                  <a:cubicBezTo>
                    <a:pt x="2711" y="1"/>
                    <a:pt x="0" y="2687"/>
                    <a:pt x="0" y="6039"/>
                  </a:cubicBezTo>
                  <a:lnTo>
                    <a:pt x="0" y="8257"/>
                  </a:lnTo>
                  <a:lnTo>
                    <a:pt x="12077" y="8257"/>
                  </a:lnTo>
                  <a:lnTo>
                    <a:pt x="12077" y="6039"/>
                  </a:lnTo>
                  <a:cubicBezTo>
                    <a:pt x="12077" y="4373"/>
                    <a:pt x="11402" y="2855"/>
                    <a:pt x="10313" y="1765"/>
                  </a:cubicBezTo>
                  <a:cubicBezTo>
                    <a:pt x="9223" y="676"/>
                    <a:pt x="7705" y="1"/>
                    <a:pt x="603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48"/>
            <p:cNvSpPr/>
            <p:nvPr/>
          </p:nvSpPr>
          <p:spPr>
            <a:xfrm>
              <a:off x="3413351" y="4506816"/>
              <a:ext cx="216287" cy="147880"/>
            </a:xfrm>
            <a:custGeom>
              <a:avLst/>
              <a:gdLst/>
              <a:ahLst/>
              <a:cxnLst/>
              <a:rect l="l" t="t" r="r" b="b"/>
              <a:pathLst>
                <a:path w="12078" h="8258" extrusionOk="0">
                  <a:moveTo>
                    <a:pt x="6039" y="1"/>
                  </a:moveTo>
                  <a:cubicBezTo>
                    <a:pt x="2711" y="1"/>
                    <a:pt x="0" y="2687"/>
                    <a:pt x="0" y="6039"/>
                  </a:cubicBezTo>
                  <a:lnTo>
                    <a:pt x="0" y="8257"/>
                  </a:lnTo>
                  <a:lnTo>
                    <a:pt x="12077" y="8257"/>
                  </a:lnTo>
                  <a:lnTo>
                    <a:pt x="12077" y="6039"/>
                  </a:lnTo>
                  <a:cubicBezTo>
                    <a:pt x="12077" y="4373"/>
                    <a:pt x="11402" y="2855"/>
                    <a:pt x="10313" y="1765"/>
                  </a:cubicBezTo>
                  <a:cubicBezTo>
                    <a:pt x="9223" y="676"/>
                    <a:pt x="7705" y="1"/>
                    <a:pt x="603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48"/>
            <p:cNvSpPr/>
            <p:nvPr/>
          </p:nvSpPr>
          <p:spPr>
            <a:xfrm>
              <a:off x="3440983" y="4534357"/>
              <a:ext cx="161114" cy="120338"/>
            </a:xfrm>
            <a:custGeom>
              <a:avLst/>
              <a:gdLst/>
              <a:ahLst/>
              <a:cxnLst/>
              <a:rect l="l" t="t" r="r" b="b"/>
              <a:pathLst>
                <a:path w="8997" h="6720" extrusionOk="0">
                  <a:moveTo>
                    <a:pt x="4496" y="1"/>
                  </a:moveTo>
                  <a:cubicBezTo>
                    <a:pt x="2011" y="1"/>
                    <a:pt x="0" y="2012"/>
                    <a:pt x="0" y="4501"/>
                  </a:cubicBezTo>
                  <a:lnTo>
                    <a:pt x="0" y="6719"/>
                  </a:lnTo>
                  <a:lnTo>
                    <a:pt x="8996" y="6719"/>
                  </a:lnTo>
                  <a:lnTo>
                    <a:pt x="8996" y="4501"/>
                  </a:lnTo>
                  <a:cubicBezTo>
                    <a:pt x="8996" y="2012"/>
                    <a:pt x="6980" y="1"/>
                    <a:pt x="4496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8"/>
            <p:cNvSpPr/>
            <p:nvPr/>
          </p:nvSpPr>
          <p:spPr>
            <a:xfrm>
              <a:off x="3469670" y="4588473"/>
              <a:ext cx="103738" cy="26503"/>
            </a:xfrm>
            <a:custGeom>
              <a:avLst/>
              <a:gdLst/>
              <a:ahLst/>
              <a:cxnLst/>
              <a:rect l="l" t="t" r="r" b="b"/>
              <a:pathLst>
                <a:path w="5793" h="1480" extrusionOk="0">
                  <a:moveTo>
                    <a:pt x="306" y="0"/>
                  </a:moveTo>
                  <a:cubicBezTo>
                    <a:pt x="143" y="0"/>
                    <a:pt x="0" y="143"/>
                    <a:pt x="0" y="306"/>
                  </a:cubicBezTo>
                  <a:lnTo>
                    <a:pt x="0" y="1169"/>
                  </a:lnTo>
                  <a:cubicBezTo>
                    <a:pt x="0" y="1331"/>
                    <a:pt x="143" y="1479"/>
                    <a:pt x="306" y="1479"/>
                  </a:cubicBezTo>
                  <a:lnTo>
                    <a:pt x="5482" y="1479"/>
                  </a:lnTo>
                  <a:cubicBezTo>
                    <a:pt x="5644" y="1479"/>
                    <a:pt x="5792" y="1331"/>
                    <a:pt x="5792" y="1169"/>
                  </a:cubicBezTo>
                  <a:lnTo>
                    <a:pt x="5792" y="306"/>
                  </a:lnTo>
                  <a:cubicBezTo>
                    <a:pt x="5792" y="143"/>
                    <a:pt x="5644" y="0"/>
                    <a:pt x="548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8"/>
            <p:cNvSpPr/>
            <p:nvPr/>
          </p:nvSpPr>
          <p:spPr>
            <a:xfrm>
              <a:off x="3540279" y="4588473"/>
              <a:ext cx="33129" cy="26503"/>
            </a:xfrm>
            <a:custGeom>
              <a:avLst/>
              <a:gdLst/>
              <a:ahLst/>
              <a:cxnLst/>
              <a:rect l="l" t="t" r="r" b="b"/>
              <a:pathLst>
                <a:path w="1850" h="1480" extrusionOk="0">
                  <a:moveTo>
                    <a:pt x="1" y="0"/>
                  </a:moveTo>
                  <a:lnTo>
                    <a:pt x="1" y="1479"/>
                  </a:lnTo>
                  <a:lnTo>
                    <a:pt x="1539" y="1479"/>
                  </a:lnTo>
                  <a:cubicBezTo>
                    <a:pt x="1701" y="1479"/>
                    <a:pt x="1849" y="1331"/>
                    <a:pt x="1849" y="1169"/>
                  </a:cubicBezTo>
                  <a:lnTo>
                    <a:pt x="1849" y="306"/>
                  </a:lnTo>
                  <a:cubicBezTo>
                    <a:pt x="1849" y="143"/>
                    <a:pt x="1701" y="0"/>
                    <a:pt x="1539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8"/>
            <p:cNvSpPr/>
            <p:nvPr/>
          </p:nvSpPr>
          <p:spPr>
            <a:xfrm>
              <a:off x="3504966" y="4588473"/>
              <a:ext cx="35331" cy="26503"/>
            </a:xfrm>
            <a:custGeom>
              <a:avLst/>
              <a:gdLst/>
              <a:ahLst/>
              <a:cxnLst/>
              <a:rect l="l" t="t" r="r" b="b"/>
              <a:pathLst>
                <a:path w="1973" h="1480" extrusionOk="0">
                  <a:moveTo>
                    <a:pt x="1" y="0"/>
                  </a:moveTo>
                  <a:lnTo>
                    <a:pt x="1" y="1479"/>
                  </a:lnTo>
                  <a:lnTo>
                    <a:pt x="1973" y="1479"/>
                  </a:lnTo>
                  <a:lnTo>
                    <a:pt x="1973" y="0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8"/>
            <p:cNvSpPr/>
            <p:nvPr/>
          </p:nvSpPr>
          <p:spPr>
            <a:xfrm>
              <a:off x="3461540" y="4580003"/>
              <a:ext cx="120249" cy="42996"/>
            </a:xfrm>
            <a:custGeom>
              <a:avLst/>
              <a:gdLst/>
              <a:ahLst/>
              <a:cxnLst/>
              <a:rect l="l" t="t" r="r" b="b"/>
              <a:pathLst>
                <a:path w="6715" h="2401" extrusionOk="0">
                  <a:moveTo>
                    <a:pt x="1972" y="922"/>
                  </a:moveTo>
                  <a:lnTo>
                    <a:pt x="1972" y="1479"/>
                  </a:lnTo>
                  <a:lnTo>
                    <a:pt x="923" y="1479"/>
                  </a:lnTo>
                  <a:lnTo>
                    <a:pt x="923" y="922"/>
                  </a:lnTo>
                  <a:close/>
                  <a:moveTo>
                    <a:pt x="3944" y="922"/>
                  </a:moveTo>
                  <a:lnTo>
                    <a:pt x="3944" y="1479"/>
                  </a:lnTo>
                  <a:lnTo>
                    <a:pt x="2894" y="1479"/>
                  </a:lnTo>
                  <a:lnTo>
                    <a:pt x="2894" y="922"/>
                  </a:lnTo>
                  <a:close/>
                  <a:moveTo>
                    <a:pt x="5793" y="922"/>
                  </a:moveTo>
                  <a:lnTo>
                    <a:pt x="5793" y="1479"/>
                  </a:lnTo>
                  <a:lnTo>
                    <a:pt x="4866" y="1479"/>
                  </a:lnTo>
                  <a:lnTo>
                    <a:pt x="4866" y="922"/>
                  </a:lnTo>
                  <a:close/>
                  <a:moveTo>
                    <a:pt x="760" y="0"/>
                  </a:moveTo>
                  <a:cubicBezTo>
                    <a:pt x="331" y="0"/>
                    <a:pt x="1" y="350"/>
                    <a:pt x="1" y="779"/>
                  </a:cubicBezTo>
                  <a:lnTo>
                    <a:pt x="1" y="1642"/>
                  </a:lnTo>
                  <a:cubicBezTo>
                    <a:pt x="1" y="2075"/>
                    <a:pt x="331" y="2401"/>
                    <a:pt x="760" y="2401"/>
                  </a:cubicBezTo>
                  <a:lnTo>
                    <a:pt x="5936" y="2401"/>
                  </a:lnTo>
                  <a:cubicBezTo>
                    <a:pt x="6369" y="2401"/>
                    <a:pt x="6715" y="2075"/>
                    <a:pt x="6715" y="1642"/>
                  </a:cubicBezTo>
                  <a:lnTo>
                    <a:pt x="6715" y="779"/>
                  </a:lnTo>
                  <a:cubicBezTo>
                    <a:pt x="6715" y="350"/>
                    <a:pt x="6369" y="0"/>
                    <a:pt x="593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8"/>
            <p:cNvSpPr/>
            <p:nvPr/>
          </p:nvSpPr>
          <p:spPr>
            <a:xfrm>
              <a:off x="3833352" y="4281721"/>
              <a:ext cx="178771" cy="169942"/>
            </a:xfrm>
            <a:custGeom>
              <a:avLst/>
              <a:gdLst/>
              <a:ahLst/>
              <a:cxnLst/>
              <a:rect l="l" t="t" r="r" b="b"/>
              <a:pathLst>
                <a:path w="9983" h="9490" extrusionOk="0">
                  <a:moveTo>
                    <a:pt x="7148" y="1849"/>
                  </a:moveTo>
                  <a:cubicBezTo>
                    <a:pt x="7705" y="1849"/>
                    <a:pt x="8134" y="2298"/>
                    <a:pt x="8134" y="2835"/>
                  </a:cubicBezTo>
                  <a:cubicBezTo>
                    <a:pt x="8134" y="3387"/>
                    <a:pt x="7705" y="3821"/>
                    <a:pt x="7148" y="3821"/>
                  </a:cubicBezTo>
                  <a:cubicBezTo>
                    <a:pt x="6615" y="3821"/>
                    <a:pt x="6162" y="3387"/>
                    <a:pt x="6162" y="2835"/>
                  </a:cubicBezTo>
                  <a:cubicBezTo>
                    <a:pt x="6162" y="2298"/>
                    <a:pt x="6615" y="1849"/>
                    <a:pt x="7148" y="1849"/>
                  </a:cubicBezTo>
                  <a:close/>
                  <a:moveTo>
                    <a:pt x="7148" y="5670"/>
                  </a:moveTo>
                  <a:cubicBezTo>
                    <a:pt x="7705" y="5670"/>
                    <a:pt x="8134" y="6118"/>
                    <a:pt x="8134" y="6656"/>
                  </a:cubicBezTo>
                  <a:cubicBezTo>
                    <a:pt x="8134" y="7208"/>
                    <a:pt x="7705" y="7641"/>
                    <a:pt x="7148" y="7641"/>
                  </a:cubicBezTo>
                  <a:cubicBezTo>
                    <a:pt x="6615" y="7641"/>
                    <a:pt x="6162" y="7208"/>
                    <a:pt x="6162" y="6656"/>
                  </a:cubicBezTo>
                  <a:cubicBezTo>
                    <a:pt x="6162" y="6118"/>
                    <a:pt x="6615" y="5670"/>
                    <a:pt x="7148" y="5670"/>
                  </a:cubicBezTo>
                  <a:close/>
                  <a:moveTo>
                    <a:pt x="7148" y="1"/>
                  </a:moveTo>
                  <a:cubicBezTo>
                    <a:pt x="5590" y="1"/>
                    <a:pt x="4313" y="1273"/>
                    <a:pt x="4313" y="2835"/>
                  </a:cubicBezTo>
                  <a:cubicBezTo>
                    <a:pt x="4313" y="3161"/>
                    <a:pt x="4377" y="3471"/>
                    <a:pt x="4481" y="3757"/>
                  </a:cubicBezTo>
                  <a:lnTo>
                    <a:pt x="0" y="3757"/>
                  </a:lnTo>
                  <a:lnTo>
                    <a:pt x="0" y="5482"/>
                  </a:lnTo>
                  <a:lnTo>
                    <a:pt x="4584" y="5482"/>
                  </a:lnTo>
                  <a:cubicBezTo>
                    <a:pt x="4417" y="5852"/>
                    <a:pt x="4313" y="6241"/>
                    <a:pt x="4313" y="6656"/>
                  </a:cubicBezTo>
                  <a:cubicBezTo>
                    <a:pt x="4313" y="8233"/>
                    <a:pt x="5590" y="9490"/>
                    <a:pt x="7148" y="9490"/>
                  </a:cubicBezTo>
                  <a:cubicBezTo>
                    <a:pt x="8730" y="9490"/>
                    <a:pt x="9982" y="8233"/>
                    <a:pt x="9982" y="6656"/>
                  </a:cubicBezTo>
                  <a:cubicBezTo>
                    <a:pt x="9982" y="5936"/>
                    <a:pt x="9716" y="5256"/>
                    <a:pt x="9243" y="4743"/>
                  </a:cubicBezTo>
                  <a:cubicBezTo>
                    <a:pt x="9716" y="4250"/>
                    <a:pt x="9982" y="3575"/>
                    <a:pt x="9982" y="2835"/>
                  </a:cubicBezTo>
                  <a:cubicBezTo>
                    <a:pt x="9982" y="1273"/>
                    <a:pt x="8730" y="1"/>
                    <a:pt x="7148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8"/>
            <p:cNvSpPr/>
            <p:nvPr/>
          </p:nvSpPr>
          <p:spPr>
            <a:xfrm>
              <a:off x="3793615" y="4340170"/>
              <a:ext cx="55191" cy="48565"/>
            </a:xfrm>
            <a:custGeom>
              <a:avLst/>
              <a:gdLst/>
              <a:ahLst/>
              <a:cxnLst/>
              <a:rect l="l" t="t" r="r" b="b"/>
              <a:pathLst>
                <a:path w="3082" h="2712" extrusionOk="0">
                  <a:moveTo>
                    <a:pt x="1" y="0"/>
                  </a:moveTo>
                  <a:lnTo>
                    <a:pt x="1" y="2711"/>
                  </a:lnTo>
                  <a:lnTo>
                    <a:pt x="2589" y="2711"/>
                  </a:lnTo>
                  <a:cubicBezTo>
                    <a:pt x="2860" y="2711"/>
                    <a:pt x="3082" y="2485"/>
                    <a:pt x="3082" y="2199"/>
                  </a:cubicBezTo>
                  <a:lnTo>
                    <a:pt x="3082" y="513"/>
                  </a:lnTo>
                  <a:cubicBezTo>
                    <a:pt x="3082" y="227"/>
                    <a:pt x="2860" y="0"/>
                    <a:pt x="258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8"/>
            <p:cNvSpPr/>
            <p:nvPr/>
          </p:nvSpPr>
          <p:spPr>
            <a:xfrm>
              <a:off x="3621149" y="4030857"/>
              <a:ext cx="208246" cy="148937"/>
            </a:xfrm>
            <a:custGeom>
              <a:avLst/>
              <a:gdLst/>
              <a:ahLst/>
              <a:cxnLst/>
              <a:rect l="l" t="t" r="r" b="b"/>
              <a:pathLst>
                <a:path w="11629" h="8317" extrusionOk="0">
                  <a:moveTo>
                    <a:pt x="8893" y="1"/>
                  </a:moveTo>
                  <a:cubicBezTo>
                    <a:pt x="7562" y="1"/>
                    <a:pt x="6472" y="1090"/>
                    <a:pt x="6472" y="2426"/>
                  </a:cubicBezTo>
                  <a:lnTo>
                    <a:pt x="6472" y="4067"/>
                  </a:lnTo>
                  <a:cubicBezTo>
                    <a:pt x="6472" y="4496"/>
                    <a:pt x="6103" y="4866"/>
                    <a:pt x="5669" y="4866"/>
                  </a:cubicBezTo>
                  <a:cubicBezTo>
                    <a:pt x="5220" y="4866"/>
                    <a:pt x="4870" y="4496"/>
                    <a:pt x="4870" y="4067"/>
                  </a:cubicBezTo>
                  <a:lnTo>
                    <a:pt x="4870" y="3782"/>
                  </a:lnTo>
                  <a:cubicBezTo>
                    <a:pt x="4870" y="2446"/>
                    <a:pt x="3781" y="1356"/>
                    <a:pt x="2425" y="1356"/>
                  </a:cubicBezTo>
                  <a:cubicBezTo>
                    <a:pt x="1089" y="1356"/>
                    <a:pt x="0" y="2446"/>
                    <a:pt x="0" y="3782"/>
                  </a:cubicBezTo>
                  <a:lnTo>
                    <a:pt x="0" y="8317"/>
                  </a:lnTo>
                  <a:lnTo>
                    <a:pt x="1543" y="8317"/>
                  </a:lnTo>
                  <a:lnTo>
                    <a:pt x="1543" y="3782"/>
                  </a:lnTo>
                  <a:cubicBezTo>
                    <a:pt x="1543" y="3289"/>
                    <a:pt x="1932" y="2894"/>
                    <a:pt x="2425" y="2894"/>
                  </a:cubicBezTo>
                  <a:cubicBezTo>
                    <a:pt x="2918" y="2894"/>
                    <a:pt x="3327" y="3289"/>
                    <a:pt x="3327" y="3782"/>
                  </a:cubicBezTo>
                  <a:lnTo>
                    <a:pt x="3327" y="4067"/>
                  </a:lnTo>
                  <a:cubicBezTo>
                    <a:pt x="3327" y="5359"/>
                    <a:pt x="4377" y="6409"/>
                    <a:pt x="5669" y="6409"/>
                  </a:cubicBezTo>
                  <a:cubicBezTo>
                    <a:pt x="6965" y="6409"/>
                    <a:pt x="8010" y="5359"/>
                    <a:pt x="8010" y="4067"/>
                  </a:cubicBezTo>
                  <a:lnTo>
                    <a:pt x="8010" y="2426"/>
                  </a:lnTo>
                  <a:cubicBezTo>
                    <a:pt x="8010" y="1933"/>
                    <a:pt x="8400" y="1539"/>
                    <a:pt x="8893" y="1539"/>
                  </a:cubicBezTo>
                  <a:lnTo>
                    <a:pt x="11259" y="1539"/>
                  </a:lnTo>
                  <a:lnTo>
                    <a:pt x="11628" y="824"/>
                  </a:lnTo>
                  <a:lnTo>
                    <a:pt x="11195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8"/>
            <p:cNvSpPr/>
            <p:nvPr/>
          </p:nvSpPr>
          <p:spPr>
            <a:xfrm>
              <a:off x="3560855" y="4160363"/>
              <a:ext cx="147862" cy="66562"/>
            </a:xfrm>
            <a:custGeom>
              <a:avLst/>
              <a:gdLst/>
              <a:ahLst/>
              <a:cxnLst/>
              <a:rect l="l" t="t" r="r" b="b"/>
              <a:pathLst>
                <a:path w="8257" h="3717" extrusionOk="0">
                  <a:moveTo>
                    <a:pt x="1045" y="0"/>
                  </a:moveTo>
                  <a:cubicBezTo>
                    <a:pt x="473" y="0"/>
                    <a:pt x="0" y="468"/>
                    <a:pt x="0" y="1025"/>
                  </a:cubicBezTo>
                  <a:lnTo>
                    <a:pt x="0" y="3697"/>
                  </a:lnTo>
                  <a:lnTo>
                    <a:pt x="20" y="3717"/>
                  </a:lnTo>
                  <a:lnTo>
                    <a:pt x="8237" y="3697"/>
                  </a:lnTo>
                  <a:cubicBezTo>
                    <a:pt x="8257" y="3697"/>
                    <a:pt x="8257" y="3717"/>
                    <a:pt x="8257" y="3717"/>
                  </a:cubicBezTo>
                  <a:lnTo>
                    <a:pt x="8257" y="3697"/>
                  </a:lnTo>
                  <a:lnTo>
                    <a:pt x="8257" y="1025"/>
                  </a:lnTo>
                  <a:cubicBezTo>
                    <a:pt x="8257" y="468"/>
                    <a:pt x="7803" y="0"/>
                    <a:pt x="7232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8"/>
            <p:cNvSpPr/>
            <p:nvPr/>
          </p:nvSpPr>
          <p:spPr>
            <a:xfrm>
              <a:off x="3708358" y="4226566"/>
              <a:ext cx="358" cy="358"/>
            </a:xfrm>
            <a:custGeom>
              <a:avLst/>
              <a:gdLst/>
              <a:ahLst/>
              <a:cxnLst/>
              <a:rect l="l" t="t" r="r" b="b"/>
              <a:pathLst>
                <a:path w="20" h="20" extrusionOk="0">
                  <a:moveTo>
                    <a:pt x="0" y="0"/>
                  </a:moveTo>
                  <a:lnTo>
                    <a:pt x="20" y="2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75B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8"/>
            <p:cNvSpPr/>
            <p:nvPr/>
          </p:nvSpPr>
          <p:spPr>
            <a:xfrm>
              <a:off x="3463743" y="4189050"/>
              <a:ext cx="342087" cy="342069"/>
            </a:xfrm>
            <a:custGeom>
              <a:avLst/>
              <a:gdLst/>
              <a:ahLst/>
              <a:cxnLst/>
              <a:rect l="l" t="t" r="r" b="b"/>
              <a:pathLst>
                <a:path w="19103" h="19102" extrusionOk="0">
                  <a:moveTo>
                    <a:pt x="9549" y="0"/>
                  </a:moveTo>
                  <a:cubicBezTo>
                    <a:pt x="8095" y="0"/>
                    <a:pt x="6675" y="345"/>
                    <a:pt x="5443" y="942"/>
                  </a:cubicBezTo>
                  <a:cubicBezTo>
                    <a:pt x="2219" y="2485"/>
                    <a:pt x="1" y="5748"/>
                    <a:pt x="1" y="9548"/>
                  </a:cubicBezTo>
                  <a:cubicBezTo>
                    <a:pt x="1" y="14828"/>
                    <a:pt x="4294" y="19101"/>
                    <a:pt x="9549" y="19101"/>
                  </a:cubicBezTo>
                  <a:cubicBezTo>
                    <a:pt x="14828" y="19101"/>
                    <a:pt x="19102" y="14828"/>
                    <a:pt x="19102" y="9548"/>
                  </a:cubicBezTo>
                  <a:cubicBezTo>
                    <a:pt x="19102" y="5748"/>
                    <a:pt x="16904" y="2485"/>
                    <a:pt x="13680" y="942"/>
                  </a:cubicBezTo>
                  <a:cubicBezTo>
                    <a:pt x="12428" y="345"/>
                    <a:pt x="11028" y="0"/>
                    <a:pt x="9549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8"/>
            <p:cNvSpPr/>
            <p:nvPr/>
          </p:nvSpPr>
          <p:spPr>
            <a:xfrm>
              <a:off x="3790714" y="3985695"/>
              <a:ext cx="105583" cy="119747"/>
            </a:xfrm>
            <a:custGeom>
              <a:avLst/>
              <a:gdLst/>
              <a:ahLst/>
              <a:cxnLst/>
              <a:rect l="l" t="t" r="r" b="b"/>
              <a:pathLst>
                <a:path w="5896" h="6687" extrusionOk="0">
                  <a:moveTo>
                    <a:pt x="2948" y="0"/>
                  </a:moveTo>
                  <a:cubicBezTo>
                    <a:pt x="2896" y="0"/>
                    <a:pt x="2845" y="26"/>
                    <a:pt x="2815" y="78"/>
                  </a:cubicBezTo>
                  <a:lnTo>
                    <a:pt x="1952" y="1473"/>
                  </a:lnTo>
                  <a:cubicBezTo>
                    <a:pt x="1933" y="1517"/>
                    <a:pt x="1869" y="1557"/>
                    <a:pt x="1829" y="1557"/>
                  </a:cubicBezTo>
                  <a:lnTo>
                    <a:pt x="188" y="1596"/>
                  </a:lnTo>
                  <a:cubicBezTo>
                    <a:pt x="64" y="1596"/>
                    <a:pt x="0" y="1719"/>
                    <a:pt x="40" y="1823"/>
                  </a:cubicBezTo>
                  <a:lnTo>
                    <a:pt x="434" y="2523"/>
                  </a:lnTo>
                  <a:lnTo>
                    <a:pt x="824" y="3282"/>
                  </a:lnTo>
                  <a:cubicBezTo>
                    <a:pt x="863" y="3321"/>
                    <a:pt x="863" y="3385"/>
                    <a:pt x="824" y="3425"/>
                  </a:cubicBezTo>
                  <a:lnTo>
                    <a:pt x="493" y="4061"/>
                  </a:lnTo>
                  <a:lnTo>
                    <a:pt x="40" y="4864"/>
                  </a:lnTo>
                  <a:cubicBezTo>
                    <a:pt x="0" y="4968"/>
                    <a:pt x="64" y="5091"/>
                    <a:pt x="188" y="5091"/>
                  </a:cubicBezTo>
                  <a:lnTo>
                    <a:pt x="1829" y="5150"/>
                  </a:lnTo>
                  <a:cubicBezTo>
                    <a:pt x="1869" y="5150"/>
                    <a:pt x="1933" y="5170"/>
                    <a:pt x="1952" y="5214"/>
                  </a:cubicBezTo>
                  <a:lnTo>
                    <a:pt x="2815" y="6609"/>
                  </a:lnTo>
                  <a:cubicBezTo>
                    <a:pt x="2845" y="6661"/>
                    <a:pt x="2896" y="6687"/>
                    <a:pt x="2948" y="6687"/>
                  </a:cubicBezTo>
                  <a:cubicBezTo>
                    <a:pt x="3000" y="6687"/>
                    <a:pt x="3052" y="6661"/>
                    <a:pt x="3081" y="6609"/>
                  </a:cubicBezTo>
                  <a:lnTo>
                    <a:pt x="3944" y="5214"/>
                  </a:lnTo>
                  <a:cubicBezTo>
                    <a:pt x="3964" y="5170"/>
                    <a:pt x="4028" y="5150"/>
                    <a:pt x="4067" y="5150"/>
                  </a:cubicBezTo>
                  <a:lnTo>
                    <a:pt x="5709" y="5091"/>
                  </a:lnTo>
                  <a:cubicBezTo>
                    <a:pt x="5832" y="5091"/>
                    <a:pt x="5896" y="4968"/>
                    <a:pt x="5832" y="4864"/>
                  </a:cubicBezTo>
                  <a:lnTo>
                    <a:pt x="5053" y="3425"/>
                  </a:lnTo>
                  <a:cubicBezTo>
                    <a:pt x="5033" y="3385"/>
                    <a:pt x="5033" y="3321"/>
                    <a:pt x="5053" y="3282"/>
                  </a:cubicBezTo>
                  <a:lnTo>
                    <a:pt x="5832" y="1823"/>
                  </a:lnTo>
                  <a:cubicBezTo>
                    <a:pt x="5896" y="1719"/>
                    <a:pt x="5832" y="1596"/>
                    <a:pt x="5709" y="1596"/>
                  </a:cubicBezTo>
                  <a:lnTo>
                    <a:pt x="4067" y="1557"/>
                  </a:lnTo>
                  <a:cubicBezTo>
                    <a:pt x="4028" y="1557"/>
                    <a:pt x="3964" y="1517"/>
                    <a:pt x="3944" y="1473"/>
                  </a:cubicBezTo>
                  <a:lnTo>
                    <a:pt x="3081" y="78"/>
                  </a:lnTo>
                  <a:cubicBezTo>
                    <a:pt x="3052" y="26"/>
                    <a:pt x="3000" y="0"/>
                    <a:pt x="2948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8"/>
            <p:cNvSpPr/>
            <p:nvPr/>
          </p:nvSpPr>
          <p:spPr>
            <a:xfrm>
              <a:off x="3572942" y="4219493"/>
              <a:ext cx="70287" cy="27291"/>
            </a:xfrm>
            <a:custGeom>
              <a:avLst/>
              <a:gdLst/>
              <a:ahLst/>
              <a:cxnLst/>
              <a:rect l="l" t="t" r="r" b="b"/>
              <a:pathLst>
                <a:path w="3925" h="1524" extrusionOk="0">
                  <a:moveTo>
                    <a:pt x="3451" y="1"/>
                  </a:moveTo>
                  <a:cubicBezTo>
                    <a:pt x="2386" y="1"/>
                    <a:pt x="1336" y="208"/>
                    <a:pt x="351" y="642"/>
                  </a:cubicBezTo>
                  <a:cubicBezTo>
                    <a:pt x="124" y="740"/>
                    <a:pt x="1" y="1011"/>
                    <a:pt x="104" y="1258"/>
                  </a:cubicBezTo>
                  <a:cubicBezTo>
                    <a:pt x="188" y="1420"/>
                    <a:pt x="351" y="1524"/>
                    <a:pt x="538" y="1524"/>
                  </a:cubicBezTo>
                  <a:cubicBezTo>
                    <a:pt x="597" y="1524"/>
                    <a:pt x="661" y="1524"/>
                    <a:pt x="720" y="1480"/>
                  </a:cubicBezTo>
                  <a:cubicBezTo>
                    <a:pt x="1583" y="1110"/>
                    <a:pt x="2510" y="927"/>
                    <a:pt x="3451" y="927"/>
                  </a:cubicBezTo>
                  <a:cubicBezTo>
                    <a:pt x="3722" y="927"/>
                    <a:pt x="3924" y="720"/>
                    <a:pt x="3924" y="454"/>
                  </a:cubicBezTo>
                  <a:cubicBezTo>
                    <a:pt x="3924" y="208"/>
                    <a:pt x="3722" y="1"/>
                    <a:pt x="345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8"/>
            <p:cNvSpPr/>
            <p:nvPr/>
          </p:nvSpPr>
          <p:spPr>
            <a:xfrm>
              <a:off x="3494293" y="4250311"/>
              <a:ext cx="148937" cy="250615"/>
            </a:xfrm>
            <a:custGeom>
              <a:avLst/>
              <a:gdLst/>
              <a:ahLst/>
              <a:cxnLst/>
              <a:rect l="l" t="t" r="r" b="b"/>
              <a:pathLst>
                <a:path w="8317" h="13995" extrusionOk="0">
                  <a:moveTo>
                    <a:pt x="3109" y="0"/>
                  </a:moveTo>
                  <a:cubicBezTo>
                    <a:pt x="3002" y="0"/>
                    <a:pt x="2896" y="36"/>
                    <a:pt x="2815" y="109"/>
                  </a:cubicBezTo>
                  <a:cubicBezTo>
                    <a:pt x="1026" y="1607"/>
                    <a:pt x="1" y="3806"/>
                    <a:pt x="1" y="6127"/>
                  </a:cubicBezTo>
                  <a:cubicBezTo>
                    <a:pt x="1" y="10460"/>
                    <a:pt x="3530" y="13995"/>
                    <a:pt x="7843" y="13995"/>
                  </a:cubicBezTo>
                  <a:cubicBezTo>
                    <a:pt x="8114" y="13995"/>
                    <a:pt x="8316" y="13787"/>
                    <a:pt x="8316" y="13521"/>
                  </a:cubicBezTo>
                  <a:cubicBezTo>
                    <a:pt x="8316" y="13275"/>
                    <a:pt x="8114" y="13068"/>
                    <a:pt x="7843" y="13068"/>
                  </a:cubicBezTo>
                  <a:cubicBezTo>
                    <a:pt x="4023" y="13068"/>
                    <a:pt x="922" y="9948"/>
                    <a:pt x="922" y="6127"/>
                  </a:cubicBezTo>
                  <a:cubicBezTo>
                    <a:pt x="922" y="4072"/>
                    <a:pt x="1829" y="2144"/>
                    <a:pt x="3407" y="828"/>
                  </a:cubicBezTo>
                  <a:cubicBezTo>
                    <a:pt x="3594" y="666"/>
                    <a:pt x="3633" y="355"/>
                    <a:pt x="3471" y="173"/>
                  </a:cubicBezTo>
                  <a:cubicBezTo>
                    <a:pt x="3380" y="57"/>
                    <a:pt x="3244" y="0"/>
                    <a:pt x="310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8"/>
            <p:cNvSpPr/>
            <p:nvPr/>
          </p:nvSpPr>
          <p:spPr>
            <a:xfrm>
              <a:off x="3935657" y="4306701"/>
              <a:ext cx="51824" cy="51842"/>
            </a:xfrm>
            <a:custGeom>
              <a:avLst/>
              <a:gdLst/>
              <a:ahLst/>
              <a:cxnLst/>
              <a:rect l="l" t="t" r="r" b="b"/>
              <a:pathLst>
                <a:path w="2894" h="2895" extrusionOk="0">
                  <a:moveTo>
                    <a:pt x="1435" y="923"/>
                  </a:moveTo>
                  <a:cubicBezTo>
                    <a:pt x="1745" y="923"/>
                    <a:pt x="1972" y="1149"/>
                    <a:pt x="1972" y="1440"/>
                  </a:cubicBezTo>
                  <a:cubicBezTo>
                    <a:pt x="1972" y="1726"/>
                    <a:pt x="1745" y="1973"/>
                    <a:pt x="1435" y="1973"/>
                  </a:cubicBezTo>
                  <a:cubicBezTo>
                    <a:pt x="1149" y="1973"/>
                    <a:pt x="922" y="1726"/>
                    <a:pt x="922" y="1440"/>
                  </a:cubicBezTo>
                  <a:cubicBezTo>
                    <a:pt x="922" y="1149"/>
                    <a:pt x="1149" y="923"/>
                    <a:pt x="1435" y="923"/>
                  </a:cubicBezTo>
                  <a:close/>
                  <a:moveTo>
                    <a:pt x="1435" y="1"/>
                  </a:moveTo>
                  <a:cubicBezTo>
                    <a:pt x="656" y="1"/>
                    <a:pt x="0" y="637"/>
                    <a:pt x="0" y="1440"/>
                  </a:cubicBezTo>
                  <a:cubicBezTo>
                    <a:pt x="0" y="2239"/>
                    <a:pt x="656" y="2894"/>
                    <a:pt x="1435" y="2894"/>
                  </a:cubicBezTo>
                  <a:cubicBezTo>
                    <a:pt x="2238" y="2894"/>
                    <a:pt x="2894" y="2239"/>
                    <a:pt x="2894" y="1440"/>
                  </a:cubicBezTo>
                  <a:cubicBezTo>
                    <a:pt x="2894" y="637"/>
                    <a:pt x="2238" y="1"/>
                    <a:pt x="1435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8"/>
            <p:cNvSpPr/>
            <p:nvPr/>
          </p:nvSpPr>
          <p:spPr>
            <a:xfrm>
              <a:off x="3935657" y="4375125"/>
              <a:ext cx="51824" cy="51824"/>
            </a:xfrm>
            <a:custGeom>
              <a:avLst/>
              <a:gdLst/>
              <a:ahLst/>
              <a:cxnLst/>
              <a:rect l="l" t="t" r="r" b="b"/>
              <a:pathLst>
                <a:path w="2894" h="2894" extrusionOk="0">
                  <a:moveTo>
                    <a:pt x="1435" y="922"/>
                  </a:moveTo>
                  <a:cubicBezTo>
                    <a:pt x="1745" y="922"/>
                    <a:pt x="1972" y="1149"/>
                    <a:pt x="1972" y="1440"/>
                  </a:cubicBezTo>
                  <a:cubicBezTo>
                    <a:pt x="1972" y="1725"/>
                    <a:pt x="1745" y="1972"/>
                    <a:pt x="1435" y="1972"/>
                  </a:cubicBezTo>
                  <a:cubicBezTo>
                    <a:pt x="1149" y="1972"/>
                    <a:pt x="922" y="1725"/>
                    <a:pt x="922" y="1440"/>
                  </a:cubicBezTo>
                  <a:cubicBezTo>
                    <a:pt x="922" y="1149"/>
                    <a:pt x="1149" y="922"/>
                    <a:pt x="1435" y="922"/>
                  </a:cubicBezTo>
                  <a:close/>
                  <a:moveTo>
                    <a:pt x="1435" y="0"/>
                  </a:moveTo>
                  <a:cubicBezTo>
                    <a:pt x="656" y="0"/>
                    <a:pt x="0" y="636"/>
                    <a:pt x="0" y="1440"/>
                  </a:cubicBezTo>
                  <a:cubicBezTo>
                    <a:pt x="0" y="2238"/>
                    <a:pt x="656" y="2894"/>
                    <a:pt x="1435" y="2894"/>
                  </a:cubicBezTo>
                  <a:cubicBezTo>
                    <a:pt x="2238" y="2894"/>
                    <a:pt x="2894" y="2238"/>
                    <a:pt x="2894" y="1440"/>
                  </a:cubicBezTo>
                  <a:cubicBezTo>
                    <a:pt x="2894" y="636"/>
                    <a:pt x="2238" y="0"/>
                    <a:pt x="1435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8"/>
            <p:cNvSpPr/>
            <p:nvPr/>
          </p:nvSpPr>
          <p:spPr>
            <a:xfrm>
              <a:off x="3455631" y="3974986"/>
              <a:ext cx="564964" cy="564516"/>
            </a:xfrm>
            <a:custGeom>
              <a:avLst/>
              <a:gdLst/>
              <a:ahLst/>
              <a:cxnLst/>
              <a:rect l="l" t="t" r="r" b="b"/>
              <a:pathLst>
                <a:path w="31549" h="31524" extrusionOk="0">
                  <a:moveTo>
                    <a:pt x="21650" y="1356"/>
                  </a:moveTo>
                  <a:lnTo>
                    <a:pt x="22306" y="2401"/>
                  </a:lnTo>
                  <a:cubicBezTo>
                    <a:pt x="22390" y="2524"/>
                    <a:pt x="22533" y="2608"/>
                    <a:pt x="22676" y="2608"/>
                  </a:cubicBezTo>
                  <a:lnTo>
                    <a:pt x="23908" y="2648"/>
                  </a:lnTo>
                  <a:lnTo>
                    <a:pt x="23336" y="3737"/>
                  </a:lnTo>
                  <a:cubicBezTo>
                    <a:pt x="23252" y="3860"/>
                    <a:pt x="23252" y="4023"/>
                    <a:pt x="23336" y="4166"/>
                  </a:cubicBezTo>
                  <a:lnTo>
                    <a:pt x="23908" y="5255"/>
                  </a:lnTo>
                  <a:lnTo>
                    <a:pt x="22676" y="5275"/>
                  </a:lnTo>
                  <a:cubicBezTo>
                    <a:pt x="22533" y="5300"/>
                    <a:pt x="22390" y="5378"/>
                    <a:pt x="22306" y="5502"/>
                  </a:cubicBezTo>
                  <a:lnTo>
                    <a:pt x="21650" y="6552"/>
                  </a:lnTo>
                  <a:lnTo>
                    <a:pt x="21014" y="5502"/>
                  </a:lnTo>
                  <a:cubicBezTo>
                    <a:pt x="20931" y="5378"/>
                    <a:pt x="20788" y="5300"/>
                    <a:pt x="20645" y="5275"/>
                  </a:cubicBezTo>
                  <a:lnTo>
                    <a:pt x="19412" y="5255"/>
                  </a:lnTo>
                  <a:lnTo>
                    <a:pt x="19595" y="4885"/>
                  </a:lnTo>
                  <a:cubicBezTo>
                    <a:pt x="19614" y="4885"/>
                    <a:pt x="19614" y="4866"/>
                    <a:pt x="19614" y="4866"/>
                  </a:cubicBezTo>
                  <a:lnTo>
                    <a:pt x="19984" y="4166"/>
                  </a:lnTo>
                  <a:cubicBezTo>
                    <a:pt x="20068" y="4023"/>
                    <a:pt x="20068" y="3860"/>
                    <a:pt x="19984" y="3737"/>
                  </a:cubicBezTo>
                  <a:lnTo>
                    <a:pt x="19536" y="2894"/>
                  </a:lnTo>
                  <a:lnTo>
                    <a:pt x="19412" y="2648"/>
                  </a:lnTo>
                  <a:lnTo>
                    <a:pt x="20645" y="2608"/>
                  </a:lnTo>
                  <a:cubicBezTo>
                    <a:pt x="20788" y="2608"/>
                    <a:pt x="20931" y="2524"/>
                    <a:pt x="21014" y="2401"/>
                  </a:cubicBezTo>
                  <a:lnTo>
                    <a:pt x="21650" y="1356"/>
                  </a:lnTo>
                  <a:close/>
                  <a:moveTo>
                    <a:pt x="18855" y="3574"/>
                  </a:moveTo>
                  <a:lnTo>
                    <a:pt x="19062" y="3944"/>
                  </a:lnTo>
                  <a:lnTo>
                    <a:pt x="18919" y="4190"/>
                  </a:lnTo>
                  <a:lnTo>
                    <a:pt x="18136" y="4190"/>
                  </a:lnTo>
                  <a:cubicBezTo>
                    <a:pt x="17396" y="4190"/>
                    <a:pt x="16780" y="4807"/>
                    <a:pt x="16780" y="5546"/>
                  </a:cubicBezTo>
                  <a:lnTo>
                    <a:pt x="16780" y="7187"/>
                  </a:lnTo>
                  <a:cubicBezTo>
                    <a:pt x="16780" y="8213"/>
                    <a:pt x="15942" y="9056"/>
                    <a:pt x="14912" y="9056"/>
                  </a:cubicBezTo>
                  <a:cubicBezTo>
                    <a:pt x="13886" y="9056"/>
                    <a:pt x="13024" y="8213"/>
                    <a:pt x="13024" y="7187"/>
                  </a:cubicBezTo>
                  <a:lnTo>
                    <a:pt x="13024" y="6902"/>
                  </a:lnTo>
                  <a:cubicBezTo>
                    <a:pt x="13024" y="6162"/>
                    <a:pt x="12427" y="5546"/>
                    <a:pt x="11668" y="5546"/>
                  </a:cubicBezTo>
                  <a:cubicBezTo>
                    <a:pt x="10929" y="5546"/>
                    <a:pt x="10313" y="6162"/>
                    <a:pt x="10313" y="6902"/>
                  </a:cubicBezTo>
                  <a:lnTo>
                    <a:pt x="10313" y="9899"/>
                  </a:lnTo>
                  <a:lnTo>
                    <a:pt x="9697" y="9899"/>
                  </a:lnTo>
                  <a:lnTo>
                    <a:pt x="9697" y="6902"/>
                  </a:lnTo>
                  <a:cubicBezTo>
                    <a:pt x="9697" y="5812"/>
                    <a:pt x="10599" y="4930"/>
                    <a:pt x="11668" y="4930"/>
                  </a:cubicBezTo>
                  <a:cubicBezTo>
                    <a:pt x="12758" y="4930"/>
                    <a:pt x="13640" y="5812"/>
                    <a:pt x="13640" y="6902"/>
                  </a:cubicBezTo>
                  <a:lnTo>
                    <a:pt x="13640" y="7187"/>
                  </a:lnTo>
                  <a:cubicBezTo>
                    <a:pt x="13640" y="7887"/>
                    <a:pt x="14217" y="8440"/>
                    <a:pt x="14912" y="8440"/>
                  </a:cubicBezTo>
                  <a:cubicBezTo>
                    <a:pt x="15612" y="8440"/>
                    <a:pt x="16164" y="7887"/>
                    <a:pt x="16164" y="7187"/>
                  </a:cubicBezTo>
                  <a:lnTo>
                    <a:pt x="16164" y="5546"/>
                  </a:lnTo>
                  <a:cubicBezTo>
                    <a:pt x="16164" y="4457"/>
                    <a:pt x="17051" y="3574"/>
                    <a:pt x="18136" y="3574"/>
                  </a:cubicBezTo>
                  <a:close/>
                  <a:moveTo>
                    <a:pt x="21463" y="20866"/>
                  </a:moveTo>
                  <a:cubicBezTo>
                    <a:pt x="21488" y="20866"/>
                    <a:pt x="21507" y="20886"/>
                    <a:pt x="21507" y="20906"/>
                  </a:cubicBezTo>
                  <a:lnTo>
                    <a:pt x="21507" y="22592"/>
                  </a:lnTo>
                  <a:cubicBezTo>
                    <a:pt x="21507" y="22631"/>
                    <a:pt x="21488" y="22651"/>
                    <a:pt x="21463" y="22651"/>
                  </a:cubicBezTo>
                  <a:lnTo>
                    <a:pt x="20028" y="22651"/>
                  </a:lnTo>
                  <a:lnTo>
                    <a:pt x="20028" y="20866"/>
                  </a:lnTo>
                  <a:close/>
                  <a:moveTo>
                    <a:pt x="13108" y="10820"/>
                  </a:moveTo>
                  <a:cubicBezTo>
                    <a:pt x="13433" y="10820"/>
                    <a:pt x="13679" y="11067"/>
                    <a:pt x="13679" y="11377"/>
                  </a:cubicBezTo>
                  <a:lnTo>
                    <a:pt x="13679" y="12201"/>
                  </a:lnTo>
                  <a:cubicBezTo>
                    <a:pt x="12551" y="11747"/>
                    <a:pt x="11299" y="11501"/>
                    <a:pt x="10002" y="11501"/>
                  </a:cubicBezTo>
                  <a:lnTo>
                    <a:pt x="9573" y="11501"/>
                  </a:lnTo>
                  <a:cubicBezTo>
                    <a:pt x="9327" y="11520"/>
                    <a:pt x="9120" y="11727"/>
                    <a:pt x="9140" y="11994"/>
                  </a:cubicBezTo>
                  <a:cubicBezTo>
                    <a:pt x="9140" y="12227"/>
                    <a:pt x="9342" y="12424"/>
                    <a:pt x="9573" y="12424"/>
                  </a:cubicBezTo>
                  <a:cubicBezTo>
                    <a:pt x="9586" y="12424"/>
                    <a:pt x="9599" y="12424"/>
                    <a:pt x="9613" y="12422"/>
                  </a:cubicBezTo>
                  <a:lnTo>
                    <a:pt x="10002" y="12422"/>
                  </a:lnTo>
                  <a:cubicBezTo>
                    <a:pt x="15015" y="12422"/>
                    <a:pt x="19102" y="16489"/>
                    <a:pt x="19102" y="21502"/>
                  </a:cubicBezTo>
                  <a:cubicBezTo>
                    <a:pt x="19102" y="26515"/>
                    <a:pt x="15015" y="30602"/>
                    <a:pt x="10002" y="30602"/>
                  </a:cubicBezTo>
                  <a:cubicBezTo>
                    <a:pt x="4994" y="30602"/>
                    <a:pt x="927" y="26515"/>
                    <a:pt x="927" y="21502"/>
                  </a:cubicBezTo>
                  <a:cubicBezTo>
                    <a:pt x="927" y="19427"/>
                    <a:pt x="1603" y="17475"/>
                    <a:pt x="2899" y="15853"/>
                  </a:cubicBezTo>
                  <a:cubicBezTo>
                    <a:pt x="4151" y="14271"/>
                    <a:pt x="5916" y="13142"/>
                    <a:pt x="7868" y="12669"/>
                  </a:cubicBezTo>
                  <a:cubicBezTo>
                    <a:pt x="8114" y="12610"/>
                    <a:pt x="8257" y="12363"/>
                    <a:pt x="8198" y="12117"/>
                  </a:cubicBezTo>
                  <a:cubicBezTo>
                    <a:pt x="8144" y="11908"/>
                    <a:pt x="7958" y="11773"/>
                    <a:pt x="7753" y="11773"/>
                  </a:cubicBezTo>
                  <a:cubicBezTo>
                    <a:pt x="7716" y="11773"/>
                    <a:pt x="7678" y="11778"/>
                    <a:pt x="7641" y="11787"/>
                  </a:cubicBezTo>
                  <a:cubicBezTo>
                    <a:pt x="7192" y="11890"/>
                    <a:pt x="6759" y="12033"/>
                    <a:pt x="6349" y="12201"/>
                  </a:cubicBezTo>
                  <a:lnTo>
                    <a:pt x="6349" y="11377"/>
                  </a:lnTo>
                  <a:cubicBezTo>
                    <a:pt x="6349" y="11067"/>
                    <a:pt x="6596" y="10820"/>
                    <a:pt x="6902" y="10820"/>
                  </a:cubicBezTo>
                  <a:close/>
                  <a:moveTo>
                    <a:pt x="21650" y="0"/>
                  </a:moveTo>
                  <a:cubicBezTo>
                    <a:pt x="21507" y="0"/>
                    <a:pt x="21340" y="79"/>
                    <a:pt x="21261" y="222"/>
                  </a:cubicBezTo>
                  <a:lnTo>
                    <a:pt x="20354" y="1701"/>
                  </a:lnTo>
                  <a:lnTo>
                    <a:pt x="18629" y="1745"/>
                  </a:lnTo>
                  <a:cubicBezTo>
                    <a:pt x="18466" y="1745"/>
                    <a:pt x="18323" y="1849"/>
                    <a:pt x="18239" y="1972"/>
                  </a:cubicBezTo>
                  <a:cubicBezTo>
                    <a:pt x="18160" y="2115"/>
                    <a:pt x="18160" y="2278"/>
                    <a:pt x="18239" y="2421"/>
                  </a:cubicBezTo>
                  <a:lnTo>
                    <a:pt x="18362" y="2648"/>
                  </a:lnTo>
                  <a:lnTo>
                    <a:pt x="18136" y="2648"/>
                  </a:lnTo>
                  <a:cubicBezTo>
                    <a:pt x="16558" y="2648"/>
                    <a:pt x="15242" y="3964"/>
                    <a:pt x="15242" y="5546"/>
                  </a:cubicBezTo>
                  <a:lnTo>
                    <a:pt x="15242" y="7187"/>
                  </a:lnTo>
                  <a:cubicBezTo>
                    <a:pt x="15242" y="7370"/>
                    <a:pt x="15099" y="7518"/>
                    <a:pt x="14912" y="7518"/>
                  </a:cubicBezTo>
                  <a:cubicBezTo>
                    <a:pt x="14729" y="7518"/>
                    <a:pt x="14562" y="7370"/>
                    <a:pt x="14562" y="7187"/>
                  </a:cubicBezTo>
                  <a:lnTo>
                    <a:pt x="14562" y="6902"/>
                  </a:lnTo>
                  <a:cubicBezTo>
                    <a:pt x="14562" y="5319"/>
                    <a:pt x="13270" y="4003"/>
                    <a:pt x="11668" y="4003"/>
                  </a:cubicBezTo>
                  <a:cubicBezTo>
                    <a:pt x="10086" y="4003"/>
                    <a:pt x="8770" y="5319"/>
                    <a:pt x="8770" y="6902"/>
                  </a:cubicBezTo>
                  <a:lnTo>
                    <a:pt x="8770" y="9899"/>
                  </a:lnTo>
                  <a:lnTo>
                    <a:pt x="6902" y="9899"/>
                  </a:lnTo>
                  <a:cubicBezTo>
                    <a:pt x="6083" y="9899"/>
                    <a:pt x="5423" y="10554"/>
                    <a:pt x="5423" y="11377"/>
                  </a:cubicBezTo>
                  <a:lnTo>
                    <a:pt x="5423" y="12610"/>
                  </a:lnTo>
                  <a:cubicBezTo>
                    <a:pt x="4171" y="13265"/>
                    <a:pt x="3062" y="14172"/>
                    <a:pt x="2179" y="15281"/>
                  </a:cubicBezTo>
                  <a:cubicBezTo>
                    <a:pt x="760" y="17066"/>
                    <a:pt x="0" y="19225"/>
                    <a:pt x="0" y="21502"/>
                  </a:cubicBezTo>
                  <a:cubicBezTo>
                    <a:pt x="0" y="27028"/>
                    <a:pt x="4501" y="31524"/>
                    <a:pt x="10002" y="31524"/>
                  </a:cubicBezTo>
                  <a:cubicBezTo>
                    <a:pt x="14833" y="31524"/>
                    <a:pt x="18855" y="28117"/>
                    <a:pt x="19821" y="23578"/>
                  </a:cubicBezTo>
                  <a:lnTo>
                    <a:pt x="21463" y="23578"/>
                  </a:lnTo>
                  <a:cubicBezTo>
                    <a:pt x="21813" y="23578"/>
                    <a:pt x="22143" y="23370"/>
                    <a:pt x="22306" y="23085"/>
                  </a:cubicBezTo>
                  <a:lnTo>
                    <a:pt x="25037" y="23085"/>
                  </a:lnTo>
                  <a:cubicBezTo>
                    <a:pt x="24978" y="23311"/>
                    <a:pt x="24958" y="23558"/>
                    <a:pt x="24958" y="23785"/>
                  </a:cubicBezTo>
                  <a:cubicBezTo>
                    <a:pt x="24958" y="24499"/>
                    <a:pt x="25185" y="25180"/>
                    <a:pt x="25594" y="25756"/>
                  </a:cubicBezTo>
                  <a:cubicBezTo>
                    <a:pt x="25697" y="25880"/>
                    <a:pt x="25840" y="25939"/>
                    <a:pt x="25983" y="25939"/>
                  </a:cubicBezTo>
                  <a:cubicBezTo>
                    <a:pt x="26067" y="25939"/>
                    <a:pt x="26170" y="25919"/>
                    <a:pt x="26249" y="25855"/>
                  </a:cubicBezTo>
                  <a:cubicBezTo>
                    <a:pt x="26456" y="25692"/>
                    <a:pt x="26496" y="25406"/>
                    <a:pt x="26353" y="25199"/>
                  </a:cubicBezTo>
                  <a:cubicBezTo>
                    <a:pt x="26047" y="24790"/>
                    <a:pt x="25880" y="24297"/>
                    <a:pt x="25880" y="23785"/>
                  </a:cubicBezTo>
                  <a:cubicBezTo>
                    <a:pt x="25880" y="23454"/>
                    <a:pt x="25944" y="23124"/>
                    <a:pt x="26087" y="22818"/>
                  </a:cubicBezTo>
                  <a:cubicBezTo>
                    <a:pt x="26146" y="22675"/>
                    <a:pt x="26146" y="22508"/>
                    <a:pt x="26067" y="22365"/>
                  </a:cubicBezTo>
                  <a:cubicBezTo>
                    <a:pt x="25983" y="22242"/>
                    <a:pt x="25820" y="22158"/>
                    <a:pt x="25677" y="22158"/>
                  </a:cubicBezTo>
                  <a:lnTo>
                    <a:pt x="22429" y="22158"/>
                  </a:lnTo>
                  <a:lnTo>
                    <a:pt x="22429" y="21359"/>
                  </a:lnTo>
                  <a:lnTo>
                    <a:pt x="25574" y="21359"/>
                  </a:lnTo>
                  <a:cubicBezTo>
                    <a:pt x="25717" y="21359"/>
                    <a:pt x="25860" y="21276"/>
                    <a:pt x="25944" y="21152"/>
                  </a:cubicBezTo>
                  <a:cubicBezTo>
                    <a:pt x="26047" y="21029"/>
                    <a:pt x="26067" y="20886"/>
                    <a:pt x="26003" y="20743"/>
                  </a:cubicBezTo>
                  <a:cubicBezTo>
                    <a:pt x="25924" y="20497"/>
                    <a:pt x="25880" y="20231"/>
                    <a:pt x="25880" y="19964"/>
                  </a:cubicBezTo>
                  <a:cubicBezTo>
                    <a:pt x="25880" y="18668"/>
                    <a:pt x="26949" y="17598"/>
                    <a:pt x="28241" y="17598"/>
                  </a:cubicBezTo>
                  <a:cubicBezTo>
                    <a:pt x="29557" y="17598"/>
                    <a:pt x="30627" y="18668"/>
                    <a:pt x="30627" y="19964"/>
                  </a:cubicBezTo>
                  <a:cubicBezTo>
                    <a:pt x="30627" y="20556"/>
                    <a:pt x="30400" y="21133"/>
                    <a:pt x="30010" y="21566"/>
                  </a:cubicBezTo>
                  <a:cubicBezTo>
                    <a:pt x="29843" y="21749"/>
                    <a:pt x="29843" y="22015"/>
                    <a:pt x="30010" y="22183"/>
                  </a:cubicBezTo>
                  <a:cubicBezTo>
                    <a:pt x="30400" y="22631"/>
                    <a:pt x="30627" y="23188"/>
                    <a:pt x="30627" y="23785"/>
                  </a:cubicBezTo>
                  <a:cubicBezTo>
                    <a:pt x="30627" y="25096"/>
                    <a:pt x="29557" y="26165"/>
                    <a:pt x="28241" y="26165"/>
                  </a:cubicBezTo>
                  <a:cubicBezTo>
                    <a:pt x="28039" y="26165"/>
                    <a:pt x="27832" y="26126"/>
                    <a:pt x="27625" y="26082"/>
                  </a:cubicBezTo>
                  <a:cubicBezTo>
                    <a:pt x="27587" y="26073"/>
                    <a:pt x="27550" y="26068"/>
                    <a:pt x="27513" y="26068"/>
                  </a:cubicBezTo>
                  <a:cubicBezTo>
                    <a:pt x="27308" y="26068"/>
                    <a:pt x="27123" y="26203"/>
                    <a:pt x="27073" y="26412"/>
                  </a:cubicBezTo>
                  <a:cubicBezTo>
                    <a:pt x="27008" y="26658"/>
                    <a:pt x="27156" y="26905"/>
                    <a:pt x="27403" y="26964"/>
                  </a:cubicBezTo>
                  <a:cubicBezTo>
                    <a:pt x="27669" y="27048"/>
                    <a:pt x="27955" y="27087"/>
                    <a:pt x="28241" y="27087"/>
                  </a:cubicBezTo>
                  <a:cubicBezTo>
                    <a:pt x="30070" y="27087"/>
                    <a:pt x="31548" y="25608"/>
                    <a:pt x="31548" y="23785"/>
                  </a:cubicBezTo>
                  <a:cubicBezTo>
                    <a:pt x="31548" y="23104"/>
                    <a:pt x="31346" y="22429"/>
                    <a:pt x="30932" y="21872"/>
                  </a:cubicBezTo>
                  <a:cubicBezTo>
                    <a:pt x="31346" y="21320"/>
                    <a:pt x="31548" y="20659"/>
                    <a:pt x="31548" y="19964"/>
                  </a:cubicBezTo>
                  <a:cubicBezTo>
                    <a:pt x="31548" y="18155"/>
                    <a:pt x="30070" y="16676"/>
                    <a:pt x="28241" y="16676"/>
                  </a:cubicBezTo>
                  <a:cubicBezTo>
                    <a:pt x="26437" y="16676"/>
                    <a:pt x="24958" y="18155"/>
                    <a:pt x="24958" y="19964"/>
                  </a:cubicBezTo>
                  <a:cubicBezTo>
                    <a:pt x="24958" y="20127"/>
                    <a:pt x="24958" y="20270"/>
                    <a:pt x="24997" y="20433"/>
                  </a:cubicBezTo>
                  <a:lnTo>
                    <a:pt x="22306" y="20433"/>
                  </a:lnTo>
                  <a:cubicBezTo>
                    <a:pt x="22143" y="20147"/>
                    <a:pt x="21813" y="19940"/>
                    <a:pt x="21463" y="19940"/>
                  </a:cubicBezTo>
                  <a:lnTo>
                    <a:pt x="19905" y="19940"/>
                  </a:lnTo>
                  <a:cubicBezTo>
                    <a:pt x="19393" y="16736"/>
                    <a:pt x="17376" y="14049"/>
                    <a:pt x="14606" y="12610"/>
                  </a:cubicBezTo>
                  <a:lnTo>
                    <a:pt x="14606" y="11377"/>
                  </a:lnTo>
                  <a:cubicBezTo>
                    <a:pt x="14606" y="10554"/>
                    <a:pt x="13926" y="9899"/>
                    <a:pt x="13108" y="9899"/>
                  </a:cubicBezTo>
                  <a:lnTo>
                    <a:pt x="11234" y="9899"/>
                  </a:lnTo>
                  <a:lnTo>
                    <a:pt x="11234" y="6902"/>
                  </a:lnTo>
                  <a:cubicBezTo>
                    <a:pt x="11234" y="6675"/>
                    <a:pt x="11442" y="6468"/>
                    <a:pt x="11668" y="6468"/>
                  </a:cubicBezTo>
                  <a:cubicBezTo>
                    <a:pt x="11915" y="6468"/>
                    <a:pt x="12097" y="6675"/>
                    <a:pt x="12097" y="6902"/>
                  </a:cubicBezTo>
                  <a:lnTo>
                    <a:pt x="12097" y="7187"/>
                  </a:lnTo>
                  <a:cubicBezTo>
                    <a:pt x="12097" y="8725"/>
                    <a:pt x="13374" y="9982"/>
                    <a:pt x="14912" y="9982"/>
                  </a:cubicBezTo>
                  <a:cubicBezTo>
                    <a:pt x="16455" y="9982"/>
                    <a:pt x="17707" y="8725"/>
                    <a:pt x="17707" y="7187"/>
                  </a:cubicBezTo>
                  <a:lnTo>
                    <a:pt x="17707" y="5546"/>
                  </a:lnTo>
                  <a:cubicBezTo>
                    <a:pt x="17707" y="5319"/>
                    <a:pt x="17914" y="5112"/>
                    <a:pt x="18136" y="5112"/>
                  </a:cubicBezTo>
                  <a:lnTo>
                    <a:pt x="18426" y="5112"/>
                  </a:lnTo>
                  <a:lnTo>
                    <a:pt x="18239" y="5462"/>
                  </a:lnTo>
                  <a:cubicBezTo>
                    <a:pt x="18160" y="5605"/>
                    <a:pt x="18160" y="5792"/>
                    <a:pt x="18239" y="5916"/>
                  </a:cubicBezTo>
                  <a:cubicBezTo>
                    <a:pt x="18323" y="6059"/>
                    <a:pt x="18466" y="6138"/>
                    <a:pt x="18629" y="6162"/>
                  </a:cubicBezTo>
                  <a:lnTo>
                    <a:pt x="20354" y="6202"/>
                  </a:lnTo>
                  <a:lnTo>
                    <a:pt x="21261" y="7680"/>
                  </a:lnTo>
                  <a:cubicBezTo>
                    <a:pt x="21340" y="7804"/>
                    <a:pt x="21507" y="7887"/>
                    <a:pt x="21650" y="7887"/>
                  </a:cubicBezTo>
                  <a:cubicBezTo>
                    <a:pt x="21813" y="7887"/>
                    <a:pt x="21980" y="7804"/>
                    <a:pt x="22059" y="7680"/>
                  </a:cubicBezTo>
                  <a:lnTo>
                    <a:pt x="22966" y="6202"/>
                  </a:lnTo>
                  <a:lnTo>
                    <a:pt x="24692" y="6162"/>
                  </a:lnTo>
                  <a:cubicBezTo>
                    <a:pt x="24854" y="6138"/>
                    <a:pt x="24997" y="6059"/>
                    <a:pt x="25081" y="5916"/>
                  </a:cubicBezTo>
                  <a:cubicBezTo>
                    <a:pt x="25160" y="5792"/>
                    <a:pt x="25160" y="5605"/>
                    <a:pt x="25081" y="5462"/>
                  </a:cubicBezTo>
                  <a:lnTo>
                    <a:pt x="24258" y="3944"/>
                  </a:lnTo>
                  <a:lnTo>
                    <a:pt x="25081" y="2421"/>
                  </a:lnTo>
                  <a:cubicBezTo>
                    <a:pt x="25160" y="2278"/>
                    <a:pt x="25160" y="2115"/>
                    <a:pt x="25081" y="1972"/>
                  </a:cubicBezTo>
                  <a:cubicBezTo>
                    <a:pt x="24997" y="1849"/>
                    <a:pt x="24854" y="1745"/>
                    <a:pt x="24692" y="1745"/>
                  </a:cubicBezTo>
                  <a:lnTo>
                    <a:pt x="22966" y="1701"/>
                  </a:lnTo>
                  <a:lnTo>
                    <a:pt x="22059" y="222"/>
                  </a:lnTo>
                  <a:cubicBezTo>
                    <a:pt x="21980" y="79"/>
                    <a:pt x="21813" y="0"/>
                    <a:pt x="21650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7" name="Google Shape;2317;p48"/>
          <p:cNvGrpSpPr/>
          <p:nvPr/>
        </p:nvGrpSpPr>
        <p:grpSpPr>
          <a:xfrm>
            <a:off x="7710901" y="2642910"/>
            <a:ext cx="520840" cy="410990"/>
            <a:chOff x="7081266" y="3065004"/>
            <a:chExt cx="564964" cy="445807"/>
          </a:xfrm>
        </p:grpSpPr>
        <p:sp>
          <p:nvSpPr>
            <p:cNvPr id="2318" name="Google Shape;2318;p48"/>
            <p:cNvSpPr/>
            <p:nvPr/>
          </p:nvSpPr>
          <p:spPr>
            <a:xfrm>
              <a:off x="7089038" y="3073492"/>
              <a:ext cx="301544" cy="428491"/>
            </a:xfrm>
            <a:custGeom>
              <a:avLst/>
              <a:gdLst/>
              <a:ahLst/>
              <a:cxnLst/>
              <a:rect l="l" t="t" r="r" b="b"/>
              <a:pathLst>
                <a:path w="16839" h="23928" extrusionOk="0">
                  <a:moveTo>
                    <a:pt x="1213" y="0"/>
                  </a:moveTo>
                  <a:cubicBezTo>
                    <a:pt x="533" y="0"/>
                    <a:pt x="0" y="532"/>
                    <a:pt x="0" y="1188"/>
                  </a:cubicBezTo>
                  <a:lnTo>
                    <a:pt x="0" y="22715"/>
                  </a:lnTo>
                  <a:cubicBezTo>
                    <a:pt x="0" y="23370"/>
                    <a:pt x="533" y="23927"/>
                    <a:pt x="1213" y="23927"/>
                  </a:cubicBezTo>
                  <a:lnTo>
                    <a:pt x="15237" y="23927"/>
                  </a:lnTo>
                  <a:cubicBezTo>
                    <a:pt x="16124" y="23927"/>
                    <a:pt x="16839" y="23227"/>
                    <a:pt x="16839" y="22345"/>
                  </a:cubicBezTo>
                  <a:lnTo>
                    <a:pt x="16839" y="11747"/>
                  </a:lnTo>
                  <a:lnTo>
                    <a:pt x="16839" y="1188"/>
                  </a:lnTo>
                  <a:cubicBezTo>
                    <a:pt x="16839" y="532"/>
                    <a:pt x="16287" y="0"/>
                    <a:pt x="15631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8"/>
            <p:cNvSpPr/>
            <p:nvPr/>
          </p:nvSpPr>
          <p:spPr>
            <a:xfrm>
              <a:off x="7116579" y="3194760"/>
              <a:ext cx="73976" cy="65953"/>
            </a:xfrm>
            <a:custGeom>
              <a:avLst/>
              <a:gdLst/>
              <a:ahLst/>
              <a:cxnLst/>
              <a:rect l="l" t="t" r="r" b="b"/>
              <a:pathLst>
                <a:path w="4131" h="3683" extrusionOk="0">
                  <a:moveTo>
                    <a:pt x="1380" y="1"/>
                  </a:moveTo>
                  <a:cubicBezTo>
                    <a:pt x="1052" y="1"/>
                    <a:pt x="723" y="126"/>
                    <a:pt x="473" y="376"/>
                  </a:cubicBezTo>
                  <a:cubicBezTo>
                    <a:pt x="473" y="395"/>
                    <a:pt x="454" y="395"/>
                    <a:pt x="454" y="415"/>
                  </a:cubicBezTo>
                  <a:cubicBezTo>
                    <a:pt x="0" y="888"/>
                    <a:pt x="20" y="1647"/>
                    <a:pt x="473" y="2140"/>
                  </a:cubicBezTo>
                  <a:lnTo>
                    <a:pt x="1932" y="3619"/>
                  </a:lnTo>
                  <a:cubicBezTo>
                    <a:pt x="1974" y="3661"/>
                    <a:pt x="2026" y="3682"/>
                    <a:pt x="2075" y="3682"/>
                  </a:cubicBezTo>
                  <a:cubicBezTo>
                    <a:pt x="2123" y="3682"/>
                    <a:pt x="2169" y="3661"/>
                    <a:pt x="2199" y="3619"/>
                  </a:cubicBezTo>
                  <a:lnTo>
                    <a:pt x="3658" y="2140"/>
                  </a:lnTo>
                  <a:cubicBezTo>
                    <a:pt x="4111" y="1647"/>
                    <a:pt x="4131" y="888"/>
                    <a:pt x="3677" y="415"/>
                  </a:cubicBezTo>
                  <a:cubicBezTo>
                    <a:pt x="3677" y="395"/>
                    <a:pt x="3658" y="395"/>
                    <a:pt x="3658" y="376"/>
                  </a:cubicBezTo>
                  <a:cubicBezTo>
                    <a:pt x="3408" y="126"/>
                    <a:pt x="3086" y="1"/>
                    <a:pt x="2763" y="1"/>
                  </a:cubicBezTo>
                  <a:cubicBezTo>
                    <a:pt x="2524" y="1"/>
                    <a:pt x="2285" y="70"/>
                    <a:pt x="2075" y="208"/>
                  </a:cubicBezTo>
                  <a:cubicBezTo>
                    <a:pt x="1866" y="70"/>
                    <a:pt x="1623" y="1"/>
                    <a:pt x="1380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8"/>
            <p:cNvSpPr/>
            <p:nvPr/>
          </p:nvSpPr>
          <p:spPr>
            <a:xfrm>
              <a:off x="7244205" y="3073492"/>
              <a:ext cx="301652" cy="428491"/>
            </a:xfrm>
            <a:custGeom>
              <a:avLst/>
              <a:gdLst/>
              <a:ahLst/>
              <a:cxnLst/>
              <a:rect l="l" t="t" r="r" b="b"/>
              <a:pathLst>
                <a:path w="16845" h="23928" extrusionOk="0">
                  <a:moveTo>
                    <a:pt x="1214" y="0"/>
                  </a:moveTo>
                  <a:cubicBezTo>
                    <a:pt x="533" y="0"/>
                    <a:pt x="1" y="532"/>
                    <a:pt x="1" y="1188"/>
                  </a:cubicBezTo>
                  <a:lnTo>
                    <a:pt x="1" y="22715"/>
                  </a:lnTo>
                  <a:cubicBezTo>
                    <a:pt x="1" y="23370"/>
                    <a:pt x="533" y="23927"/>
                    <a:pt x="1214" y="23927"/>
                  </a:cubicBezTo>
                  <a:lnTo>
                    <a:pt x="15243" y="23927"/>
                  </a:lnTo>
                  <a:cubicBezTo>
                    <a:pt x="16125" y="23927"/>
                    <a:pt x="16845" y="23227"/>
                    <a:pt x="16845" y="22345"/>
                  </a:cubicBezTo>
                  <a:lnTo>
                    <a:pt x="16845" y="11747"/>
                  </a:lnTo>
                  <a:lnTo>
                    <a:pt x="16845" y="1188"/>
                  </a:lnTo>
                  <a:cubicBezTo>
                    <a:pt x="16845" y="532"/>
                    <a:pt x="16288" y="0"/>
                    <a:pt x="15632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8"/>
            <p:cNvSpPr/>
            <p:nvPr/>
          </p:nvSpPr>
          <p:spPr>
            <a:xfrm>
              <a:off x="7418193" y="3282775"/>
              <a:ext cx="219564" cy="219546"/>
            </a:xfrm>
            <a:custGeom>
              <a:avLst/>
              <a:gdLst/>
              <a:ahLst/>
              <a:cxnLst/>
              <a:rect l="l" t="t" r="r" b="b"/>
              <a:pathLst>
                <a:path w="12261" h="12260" extrusionOk="0">
                  <a:moveTo>
                    <a:pt x="6143" y="1"/>
                  </a:moveTo>
                  <a:cubicBezTo>
                    <a:pt x="2751" y="1"/>
                    <a:pt x="1" y="2731"/>
                    <a:pt x="1" y="6118"/>
                  </a:cubicBezTo>
                  <a:cubicBezTo>
                    <a:pt x="1" y="9509"/>
                    <a:pt x="2751" y="12260"/>
                    <a:pt x="6143" y="12260"/>
                  </a:cubicBezTo>
                  <a:cubicBezTo>
                    <a:pt x="9529" y="12260"/>
                    <a:pt x="12260" y="9509"/>
                    <a:pt x="12260" y="6118"/>
                  </a:cubicBezTo>
                  <a:cubicBezTo>
                    <a:pt x="12260" y="2731"/>
                    <a:pt x="9529" y="1"/>
                    <a:pt x="614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8"/>
            <p:cNvSpPr/>
            <p:nvPr/>
          </p:nvSpPr>
          <p:spPr>
            <a:xfrm>
              <a:off x="7450588" y="3315080"/>
              <a:ext cx="154846" cy="154846"/>
            </a:xfrm>
            <a:custGeom>
              <a:avLst/>
              <a:gdLst/>
              <a:ahLst/>
              <a:cxnLst/>
              <a:rect l="l" t="t" r="r" b="b"/>
              <a:pathLst>
                <a:path w="8647" h="8647" extrusionOk="0">
                  <a:moveTo>
                    <a:pt x="4334" y="1"/>
                  </a:moveTo>
                  <a:cubicBezTo>
                    <a:pt x="1948" y="1"/>
                    <a:pt x="1" y="1933"/>
                    <a:pt x="1" y="4314"/>
                  </a:cubicBezTo>
                  <a:cubicBezTo>
                    <a:pt x="1" y="6700"/>
                    <a:pt x="1948" y="8647"/>
                    <a:pt x="4334" y="8647"/>
                  </a:cubicBezTo>
                  <a:cubicBezTo>
                    <a:pt x="6715" y="8647"/>
                    <a:pt x="8647" y="6700"/>
                    <a:pt x="8647" y="4314"/>
                  </a:cubicBezTo>
                  <a:cubicBezTo>
                    <a:pt x="8647" y="1933"/>
                    <a:pt x="6715" y="1"/>
                    <a:pt x="433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8"/>
            <p:cNvSpPr/>
            <p:nvPr/>
          </p:nvSpPr>
          <p:spPr>
            <a:xfrm>
              <a:off x="7492079" y="3348566"/>
              <a:ext cx="71791" cy="87550"/>
            </a:xfrm>
            <a:custGeom>
              <a:avLst/>
              <a:gdLst/>
              <a:ahLst/>
              <a:cxnLst/>
              <a:rect l="l" t="t" r="r" b="b"/>
              <a:pathLst>
                <a:path w="4009" h="4889" extrusionOk="0">
                  <a:moveTo>
                    <a:pt x="2004" y="0"/>
                  </a:moveTo>
                  <a:cubicBezTo>
                    <a:pt x="1943" y="0"/>
                    <a:pt x="1881" y="21"/>
                    <a:pt x="1829" y="63"/>
                  </a:cubicBezTo>
                  <a:lnTo>
                    <a:pt x="474" y="1478"/>
                  </a:lnTo>
                  <a:cubicBezTo>
                    <a:pt x="25" y="1931"/>
                    <a:pt x="1" y="2671"/>
                    <a:pt x="434" y="3144"/>
                  </a:cubicBezTo>
                  <a:lnTo>
                    <a:pt x="474" y="3183"/>
                  </a:lnTo>
                  <a:cubicBezTo>
                    <a:pt x="705" y="3414"/>
                    <a:pt x="1010" y="3539"/>
                    <a:pt x="1321" y="3539"/>
                  </a:cubicBezTo>
                  <a:cubicBezTo>
                    <a:pt x="1402" y="3539"/>
                    <a:pt x="1483" y="3531"/>
                    <a:pt x="1563" y="3514"/>
                  </a:cubicBezTo>
                  <a:lnTo>
                    <a:pt x="1563" y="3514"/>
                  </a:lnTo>
                  <a:lnTo>
                    <a:pt x="1070" y="4396"/>
                  </a:lnTo>
                  <a:cubicBezTo>
                    <a:pt x="947" y="4623"/>
                    <a:pt x="1110" y="4889"/>
                    <a:pt x="1381" y="4889"/>
                  </a:cubicBezTo>
                  <a:lnTo>
                    <a:pt x="2692" y="4889"/>
                  </a:lnTo>
                  <a:cubicBezTo>
                    <a:pt x="2938" y="4889"/>
                    <a:pt x="3106" y="4603"/>
                    <a:pt x="2983" y="4396"/>
                  </a:cubicBezTo>
                  <a:lnTo>
                    <a:pt x="2446" y="3514"/>
                  </a:lnTo>
                  <a:lnTo>
                    <a:pt x="2446" y="3514"/>
                  </a:lnTo>
                  <a:cubicBezTo>
                    <a:pt x="2526" y="3531"/>
                    <a:pt x="2607" y="3539"/>
                    <a:pt x="2689" y="3539"/>
                  </a:cubicBezTo>
                  <a:cubicBezTo>
                    <a:pt x="3000" y="3539"/>
                    <a:pt x="3308" y="3414"/>
                    <a:pt x="3535" y="3183"/>
                  </a:cubicBezTo>
                  <a:cubicBezTo>
                    <a:pt x="3555" y="3164"/>
                    <a:pt x="3555" y="3164"/>
                    <a:pt x="3574" y="3144"/>
                  </a:cubicBezTo>
                  <a:cubicBezTo>
                    <a:pt x="4008" y="2671"/>
                    <a:pt x="3988" y="1931"/>
                    <a:pt x="3535" y="1478"/>
                  </a:cubicBezTo>
                  <a:lnTo>
                    <a:pt x="2179" y="63"/>
                  </a:lnTo>
                  <a:cubicBezTo>
                    <a:pt x="2128" y="21"/>
                    <a:pt x="2066" y="0"/>
                    <a:pt x="2004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8"/>
            <p:cNvSpPr/>
            <p:nvPr/>
          </p:nvSpPr>
          <p:spPr>
            <a:xfrm>
              <a:off x="7274057" y="3194080"/>
              <a:ext cx="61799" cy="75820"/>
            </a:xfrm>
            <a:custGeom>
              <a:avLst/>
              <a:gdLst/>
              <a:ahLst/>
              <a:cxnLst/>
              <a:rect l="l" t="t" r="r" b="b"/>
              <a:pathLst>
                <a:path w="3451" h="4234" extrusionOk="0">
                  <a:moveTo>
                    <a:pt x="1723" y="1"/>
                  </a:moveTo>
                  <a:cubicBezTo>
                    <a:pt x="1671" y="1"/>
                    <a:pt x="1619" y="22"/>
                    <a:pt x="1577" y="64"/>
                  </a:cubicBezTo>
                  <a:lnTo>
                    <a:pt x="390" y="1276"/>
                  </a:lnTo>
                  <a:cubicBezTo>
                    <a:pt x="0" y="1685"/>
                    <a:pt x="0" y="2321"/>
                    <a:pt x="370" y="2735"/>
                  </a:cubicBezTo>
                  <a:lnTo>
                    <a:pt x="390" y="2755"/>
                  </a:lnTo>
                  <a:cubicBezTo>
                    <a:pt x="599" y="2965"/>
                    <a:pt x="861" y="3061"/>
                    <a:pt x="1134" y="3061"/>
                  </a:cubicBezTo>
                  <a:cubicBezTo>
                    <a:pt x="1208" y="3061"/>
                    <a:pt x="1282" y="3055"/>
                    <a:pt x="1356" y="3041"/>
                  </a:cubicBezTo>
                  <a:lnTo>
                    <a:pt x="1356" y="3041"/>
                  </a:lnTo>
                  <a:lnTo>
                    <a:pt x="922" y="3800"/>
                  </a:lnTo>
                  <a:cubicBezTo>
                    <a:pt x="818" y="4007"/>
                    <a:pt x="961" y="4234"/>
                    <a:pt x="1168" y="4234"/>
                  </a:cubicBezTo>
                  <a:lnTo>
                    <a:pt x="2317" y="4234"/>
                  </a:lnTo>
                  <a:cubicBezTo>
                    <a:pt x="2524" y="4234"/>
                    <a:pt x="2667" y="3987"/>
                    <a:pt x="2563" y="3800"/>
                  </a:cubicBezTo>
                  <a:lnTo>
                    <a:pt x="2095" y="3041"/>
                  </a:lnTo>
                  <a:lnTo>
                    <a:pt x="2095" y="3041"/>
                  </a:lnTo>
                  <a:cubicBezTo>
                    <a:pt x="2168" y="3055"/>
                    <a:pt x="2241" y="3061"/>
                    <a:pt x="2314" y="3061"/>
                  </a:cubicBezTo>
                  <a:cubicBezTo>
                    <a:pt x="2584" y="3061"/>
                    <a:pt x="2846" y="2965"/>
                    <a:pt x="3056" y="2755"/>
                  </a:cubicBezTo>
                  <a:lnTo>
                    <a:pt x="3081" y="2735"/>
                  </a:lnTo>
                  <a:cubicBezTo>
                    <a:pt x="3451" y="2321"/>
                    <a:pt x="3451" y="1685"/>
                    <a:pt x="3056" y="1276"/>
                  </a:cubicBezTo>
                  <a:lnTo>
                    <a:pt x="1868" y="64"/>
                  </a:lnTo>
                  <a:cubicBezTo>
                    <a:pt x="1826" y="22"/>
                    <a:pt x="1775" y="1"/>
                    <a:pt x="1723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8"/>
            <p:cNvSpPr/>
            <p:nvPr/>
          </p:nvSpPr>
          <p:spPr>
            <a:xfrm>
              <a:off x="7107393" y="3186577"/>
              <a:ext cx="92349" cy="84040"/>
            </a:xfrm>
            <a:custGeom>
              <a:avLst/>
              <a:gdLst/>
              <a:ahLst/>
              <a:cxnLst/>
              <a:rect l="l" t="t" r="r" b="b"/>
              <a:pathLst>
                <a:path w="5157" h="4693" extrusionOk="0">
                  <a:moveTo>
                    <a:pt x="3276" y="927"/>
                  </a:moveTo>
                  <a:cubicBezTo>
                    <a:pt x="3482" y="927"/>
                    <a:pt x="3688" y="1006"/>
                    <a:pt x="3840" y="1158"/>
                  </a:cubicBezTo>
                  <a:lnTo>
                    <a:pt x="3860" y="1183"/>
                  </a:lnTo>
                  <a:cubicBezTo>
                    <a:pt x="4151" y="1488"/>
                    <a:pt x="4131" y="1961"/>
                    <a:pt x="3840" y="2267"/>
                  </a:cubicBezTo>
                  <a:lnTo>
                    <a:pt x="2588" y="3564"/>
                  </a:lnTo>
                  <a:lnTo>
                    <a:pt x="1336" y="2267"/>
                  </a:lnTo>
                  <a:cubicBezTo>
                    <a:pt x="1026" y="1961"/>
                    <a:pt x="1026" y="1488"/>
                    <a:pt x="1297" y="1183"/>
                  </a:cubicBezTo>
                  <a:cubicBezTo>
                    <a:pt x="1317" y="1183"/>
                    <a:pt x="1317" y="1158"/>
                    <a:pt x="1317" y="1158"/>
                  </a:cubicBezTo>
                  <a:cubicBezTo>
                    <a:pt x="1479" y="1015"/>
                    <a:pt x="1686" y="936"/>
                    <a:pt x="1888" y="936"/>
                  </a:cubicBezTo>
                  <a:cubicBezTo>
                    <a:pt x="2056" y="936"/>
                    <a:pt x="2199" y="976"/>
                    <a:pt x="2322" y="1059"/>
                  </a:cubicBezTo>
                  <a:cubicBezTo>
                    <a:pt x="2404" y="1109"/>
                    <a:pt x="2491" y="1133"/>
                    <a:pt x="2579" y="1133"/>
                  </a:cubicBezTo>
                  <a:cubicBezTo>
                    <a:pt x="2666" y="1133"/>
                    <a:pt x="2754" y="1109"/>
                    <a:pt x="2835" y="1059"/>
                  </a:cubicBezTo>
                  <a:cubicBezTo>
                    <a:pt x="2968" y="971"/>
                    <a:pt x="3122" y="927"/>
                    <a:pt x="3276" y="927"/>
                  </a:cubicBezTo>
                  <a:close/>
                  <a:moveTo>
                    <a:pt x="1911" y="1"/>
                  </a:moveTo>
                  <a:cubicBezTo>
                    <a:pt x="1454" y="1"/>
                    <a:pt x="1001" y="174"/>
                    <a:pt x="656" y="502"/>
                  </a:cubicBezTo>
                  <a:cubicBezTo>
                    <a:pt x="656" y="522"/>
                    <a:pt x="636" y="542"/>
                    <a:pt x="617" y="542"/>
                  </a:cubicBezTo>
                  <a:cubicBezTo>
                    <a:pt x="0" y="1222"/>
                    <a:pt x="20" y="2247"/>
                    <a:pt x="656" y="2908"/>
                  </a:cubicBezTo>
                  <a:lnTo>
                    <a:pt x="2238" y="4549"/>
                  </a:lnTo>
                  <a:cubicBezTo>
                    <a:pt x="2342" y="4633"/>
                    <a:pt x="2465" y="4692"/>
                    <a:pt x="2588" y="4692"/>
                  </a:cubicBezTo>
                  <a:cubicBezTo>
                    <a:pt x="2712" y="4692"/>
                    <a:pt x="2835" y="4633"/>
                    <a:pt x="2919" y="4549"/>
                  </a:cubicBezTo>
                  <a:lnTo>
                    <a:pt x="4501" y="2908"/>
                  </a:lnTo>
                  <a:cubicBezTo>
                    <a:pt x="5137" y="2247"/>
                    <a:pt x="5157" y="1222"/>
                    <a:pt x="4540" y="542"/>
                  </a:cubicBezTo>
                  <a:cubicBezTo>
                    <a:pt x="4521" y="542"/>
                    <a:pt x="4501" y="522"/>
                    <a:pt x="4501" y="502"/>
                  </a:cubicBezTo>
                  <a:cubicBezTo>
                    <a:pt x="4156" y="174"/>
                    <a:pt x="3703" y="1"/>
                    <a:pt x="3252" y="1"/>
                  </a:cubicBezTo>
                  <a:cubicBezTo>
                    <a:pt x="3026" y="1"/>
                    <a:pt x="2800" y="44"/>
                    <a:pt x="2588" y="133"/>
                  </a:cubicBezTo>
                  <a:cubicBezTo>
                    <a:pt x="2370" y="44"/>
                    <a:pt x="2140" y="1"/>
                    <a:pt x="191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8"/>
            <p:cNvSpPr/>
            <p:nvPr/>
          </p:nvSpPr>
          <p:spPr>
            <a:xfrm>
              <a:off x="7081266" y="3065004"/>
              <a:ext cx="564964" cy="445807"/>
            </a:xfrm>
            <a:custGeom>
              <a:avLst/>
              <a:gdLst/>
              <a:ahLst/>
              <a:cxnLst/>
              <a:rect l="l" t="t" r="r" b="b"/>
              <a:pathLst>
                <a:path w="31549" h="24895" extrusionOk="0">
                  <a:moveTo>
                    <a:pt x="24731" y="923"/>
                  </a:moveTo>
                  <a:cubicBezTo>
                    <a:pt x="25140" y="923"/>
                    <a:pt x="25470" y="1253"/>
                    <a:pt x="25470" y="1662"/>
                  </a:cubicBezTo>
                  <a:lnTo>
                    <a:pt x="25470" y="11708"/>
                  </a:lnTo>
                  <a:cubicBezTo>
                    <a:pt x="25308" y="11688"/>
                    <a:pt x="25120" y="11688"/>
                    <a:pt x="24958" y="11688"/>
                  </a:cubicBezTo>
                  <a:cubicBezTo>
                    <a:pt x="21320" y="11688"/>
                    <a:pt x="18343" y="14646"/>
                    <a:pt x="18343" y="18279"/>
                  </a:cubicBezTo>
                  <a:cubicBezTo>
                    <a:pt x="18343" y="19082"/>
                    <a:pt x="18485" y="19881"/>
                    <a:pt x="18776" y="20620"/>
                  </a:cubicBezTo>
                  <a:cubicBezTo>
                    <a:pt x="18851" y="20807"/>
                    <a:pt x="19025" y="20923"/>
                    <a:pt x="19202" y="20923"/>
                  </a:cubicBezTo>
                  <a:cubicBezTo>
                    <a:pt x="19258" y="20923"/>
                    <a:pt x="19314" y="20912"/>
                    <a:pt x="19368" y="20887"/>
                  </a:cubicBezTo>
                  <a:cubicBezTo>
                    <a:pt x="19614" y="20808"/>
                    <a:pt x="19738" y="20541"/>
                    <a:pt x="19639" y="20295"/>
                  </a:cubicBezTo>
                  <a:cubicBezTo>
                    <a:pt x="19392" y="19654"/>
                    <a:pt x="19269" y="18979"/>
                    <a:pt x="19269" y="18279"/>
                  </a:cubicBezTo>
                  <a:cubicBezTo>
                    <a:pt x="19269" y="15159"/>
                    <a:pt x="21813" y="12610"/>
                    <a:pt x="24958" y="12610"/>
                  </a:cubicBezTo>
                  <a:cubicBezTo>
                    <a:pt x="28078" y="12610"/>
                    <a:pt x="30626" y="15159"/>
                    <a:pt x="30626" y="18279"/>
                  </a:cubicBezTo>
                  <a:cubicBezTo>
                    <a:pt x="30626" y="21424"/>
                    <a:pt x="28078" y="23967"/>
                    <a:pt x="24958" y="23967"/>
                  </a:cubicBezTo>
                  <a:cubicBezTo>
                    <a:pt x="23188" y="23967"/>
                    <a:pt x="21566" y="23169"/>
                    <a:pt x="20477" y="21794"/>
                  </a:cubicBezTo>
                  <a:cubicBezTo>
                    <a:pt x="20382" y="21673"/>
                    <a:pt x="20246" y="21609"/>
                    <a:pt x="20111" y="21609"/>
                  </a:cubicBezTo>
                  <a:cubicBezTo>
                    <a:pt x="20015" y="21609"/>
                    <a:pt x="19919" y="21642"/>
                    <a:pt x="19841" y="21710"/>
                  </a:cubicBezTo>
                  <a:cubicBezTo>
                    <a:pt x="19639" y="21872"/>
                    <a:pt x="19595" y="22163"/>
                    <a:pt x="19762" y="22346"/>
                  </a:cubicBezTo>
                  <a:cubicBezTo>
                    <a:pt x="20255" y="23006"/>
                    <a:pt x="20847" y="23519"/>
                    <a:pt x="21527" y="23928"/>
                  </a:cubicBezTo>
                  <a:lnTo>
                    <a:pt x="10313" y="23928"/>
                  </a:lnTo>
                  <a:cubicBezTo>
                    <a:pt x="9903" y="23928"/>
                    <a:pt x="9553" y="23598"/>
                    <a:pt x="9553" y="23189"/>
                  </a:cubicBezTo>
                  <a:lnTo>
                    <a:pt x="9553" y="7005"/>
                  </a:lnTo>
                  <a:cubicBezTo>
                    <a:pt x="9553" y="6739"/>
                    <a:pt x="9346" y="6532"/>
                    <a:pt x="9100" y="6532"/>
                  </a:cubicBezTo>
                  <a:cubicBezTo>
                    <a:pt x="8853" y="6532"/>
                    <a:pt x="8627" y="6739"/>
                    <a:pt x="8627" y="7005"/>
                  </a:cubicBezTo>
                  <a:lnTo>
                    <a:pt x="8627" y="23189"/>
                  </a:lnTo>
                  <a:cubicBezTo>
                    <a:pt x="8627" y="23455"/>
                    <a:pt x="8711" y="23701"/>
                    <a:pt x="8814" y="23928"/>
                  </a:cubicBezTo>
                  <a:lnTo>
                    <a:pt x="1666" y="23928"/>
                  </a:lnTo>
                  <a:cubicBezTo>
                    <a:pt x="1252" y="23928"/>
                    <a:pt x="927" y="23598"/>
                    <a:pt x="927" y="23189"/>
                  </a:cubicBezTo>
                  <a:lnTo>
                    <a:pt x="927" y="1662"/>
                  </a:lnTo>
                  <a:cubicBezTo>
                    <a:pt x="927" y="1253"/>
                    <a:pt x="1252" y="923"/>
                    <a:pt x="1666" y="923"/>
                  </a:cubicBezTo>
                  <a:lnTo>
                    <a:pt x="8814" y="923"/>
                  </a:lnTo>
                  <a:cubicBezTo>
                    <a:pt x="8711" y="1149"/>
                    <a:pt x="8627" y="1396"/>
                    <a:pt x="8627" y="1662"/>
                  </a:cubicBezTo>
                  <a:lnTo>
                    <a:pt x="8627" y="5157"/>
                  </a:lnTo>
                  <a:cubicBezTo>
                    <a:pt x="8627" y="5403"/>
                    <a:pt x="8834" y="5606"/>
                    <a:pt x="9100" y="5606"/>
                  </a:cubicBezTo>
                  <a:cubicBezTo>
                    <a:pt x="9346" y="5606"/>
                    <a:pt x="9553" y="5403"/>
                    <a:pt x="9553" y="5157"/>
                  </a:cubicBezTo>
                  <a:lnTo>
                    <a:pt x="9553" y="1662"/>
                  </a:lnTo>
                  <a:cubicBezTo>
                    <a:pt x="9553" y="1253"/>
                    <a:pt x="9903" y="923"/>
                    <a:pt x="10313" y="923"/>
                  </a:cubicBezTo>
                  <a:close/>
                  <a:moveTo>
                    <a:pt x="1666" y="1"/>
                  </a:moveTo>
                  <a:cubicBezTo>
                    <a:pt x="759" y="1"/>
                    <a:pt x="0" y="740"/>
                    <a:pt x="0" y="1662"/>
                  </a:cubicBezTo>
                  <a:lnTo>
                    <a:pt x="0" y="23189"/>
                  </a:lnTo>
                  <a:cubicBezTo>
                    <a:pt x="0" y="24115"/>
                    <a:pt x="759" y="24855"/>
                    <a:pt x="1666" y="24855"/>
                  </a:cubicBezTo>
                  <a:lnTo>
                    <a:pt x="24322" y="24855"/>
                  </a:lnTo>
                  <a:cubicBezTo>
                    <a:pt x="24524" y="24874"/>
                    <a:pt x="24731" y="24894"/>
                    <a:pt x="24958" y="24894"/>
                  </a:cubicBezTo>
                  <a:cubicBezTo>
                    <a:pt x="28591" y="24894"/>
                    <a:pt x="31548" y="21936"/>
                    <a:pt x="31548" y="18279"/>
                  </a:cubicBezTo>
                  <a:cubicBezTo>
                    <a:pt x="31548" y="15139"/>
                    <a:pt x="29350" y="12507"/>
                    <a:pt x="26392" y="11851"/>
                  </a:cubicBezTo>
                  <a:lnTo>
                    <a:pt x="26392" y="1662"/>
                  </a:lnTo>
                  <a:cubicBezTo>
                    <a:pt x="26392" y="740"/>
                    <a:pt x="25653" y="1"/>
                    <a:pt x="2473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8"/>
            <p:cNvSpPr/>
            <p:nvPr/>
          </p:nvSpPr>
          <p:spPr>
            <a:xfrm>
              <a:off x="7442476" y="3307057"/>
              <a:ext cx="170999" cy="170999"/>
            </a:xfrm>
            <a:custGeom>
              <a:avLst/>
              <a:gdLst/>
              <a:ahLst/>
              <a:cxnLst/>
              <a:rect l="l" t="t" r="r" b="b"/>
              <a:pathLst>
                <a:path w="9549" h="9549" extrusionOk="0">
                  <a:moveTo>
                    <a:pt x="4787" y="922"/>
                  </a:moveTo>
                  <a:cubicBezTo>
                    <a:pt x="6901" y="922"/>
                    <a:pt x="8627" y="2647"/>
                    <a:pt x="8627" y="4762"/>
                  </a:cubicBezTo>
                  <a:cubicBezTo>
                    <a:pt x="8627" y="6901"/>
                    <a:pt x="6901" y="8627"/>
                    <a:pt x="4787" y="8627"/>
                  </a:cubicBezTo>
                  <a:cubicBezTo>
                    <a:pt x="2647" y="8627"/>
                    <a:pt x="922" y="6901"/>
                    <a:pt x="922" y="4762"/>
                  </a:cubicBezTo>
                  <a:cubicBezTo>
                    <a:pt x="922" y="2647"/>
                    <a:pt x="2647" y="922"/>
                    <a:pt x="4787" y="922"/>
                  </a:cubicBezTo>
                  <a:close/>
                  <a:moveTo>
                    <a:pt x="4787" y="0"/>
                  </a:moveTo>
                  <a:cubicBezTo>
                    <a:pt x="2135" y="0"/>
                    <a:pt x="0" y="2135"/>
                    <a:pt x="0" y="4762"/>
                  </a:cubicBezTo>
                  <a:cubicBezTo>
                    <a:pt x="0" y="7414"/>
                    <a:pt x="2135" y="9548"/>
                    <a:pt x="4787" y="9548"/>
                  </a:cubicBezTo>
                  <a:cubicBezTo>
                    <a:pt x="7414" y="9548"/>
                    <a:pt x="9548" y="7414"/>
                    <a:pt x="9548" y="4762"/>
                  </a:cubicBezTo>
                  <a:cubicBezTo>
                    <a:pt x="9548" y="2135"/>
                    <a:pt x="7414" y="0"/>
                    <a:pt x="478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8"/>
            <p:cNvSpPr/>
            <p:nvPr/>
          </p:nvSpPr>
          <p:spPr>
            <a:xfrm>
              <a:off x="7482893" y="3338305"/>
              <a:ext cx="90146" cy="105941"/>
            </a:xfrm>
            <a:custGeom>
              <a:avLst/>
              <a:gdLst/>
              <a:ahLst/>
              <a:cxnLst/>
              <a:rect l="l" t="t" r="r" b="b"/>
              <a:pathLst>
                <a:path w="5034" h="5916" extrusionOk="0">
                  <a:moveTo>
                    <a:pt x="2530" y="1129"/>
                  </a:moveTo>
                  <a:lnTo>
                    <a:pt x="3718" y="2361"/>
                  </a:lnTo>
                  <a:cubicBezTo>
                    <a:pt x="4009" y="2667"/>
                    <a:pt x="4028" y="3120"/>
                    <a:pt x="3742" y="3406"/>
                  </a:cubicBezTo>
                  <a:lnTo>
                    <a:pt x="3742" y="3431"/>
                  </a:lnTo>
                  <a:cubicBezTo>
                    <a:pt x="3589" y="3564"/>
                    <a:pt x="3382" y="3645"/>
                    <a:pt x="3176" y="3645"/>
                  </a:cubicBezTo>
                  <a:cubicBezTo>
                    <a:pt x="3131" y="3645"/>
                    <a:pt x="3087" y="3641"/>
                    <a:pt x="3042" y="3633"/>
                  </a:cubicBezTo>
                  <a:cubicBezTo>
                    <a:pt x="3011" y="3626"/>
                    <a:pt x="2980" y="3623"/>
                    <a:pt x="2950" y="3623"/>
                  </a:cubicBezTo>
                  <a:cubicBezTo>
                    <a:pt x="2802" y="3623"/>
                    <a:pt x="2672" y="3701"/>
                    <a:pt x="2569" y="3820"/>
                  </a:cubicBezTo>
                  <a:cubicBezTo>
                    <a:pt x="2549" y="3860"/>
                    <a:pt x="2530" y="3899"/>
                    <a:pt x="2530" y="3944"/>
                  </a:cubicBezTo>
                  <a:cubicBezTo>
                    <a:pt x="2510" y="3899"/>
                    <a:pt x="2485" y="3860"/>
                    <a:pt x="2466" y="3820"/>
                  </a:cubicBezTo>
                  <a:cubicBezTo>
                    <a:pt x="2362" y="3697"/>
                    <a:pt x="2219" y="3633"/>
                    <a:pt x="2076" y="3633"/>
                  </a:cubicBezTo>
                  <a:lnTo>
                    <a:pt x="1992" y="3633"/>
                  </a:lnTo>
                  <a:cubicBezTo>
                    <a:pt x="1948" y="3641"/>
                    <a:pt x="1903" y="3645"/>
                    <a:pt x="1859" y="3645"/>
                  </a:cubicBezTo>
                  <a:cubicBezTo>
                    <a:pt x="1654" y="3645"/>
                    <a:pt x="1451" y="3564"/>
                    <a:pt x="1317" y="3431"/>
                  </a:cubicBezTo>
                  <a:lnTo>
                    <a:pt x="1297" y="3406"/>
                  </a:lnTo>
                  <a:cubicBezTo>
                    <a:pt x="1031" y="3120"/>
                    <a:pt x="1031" y="2667"/>
                    <a:pt x="1317" y="2361"/>
                  </a:cubicBezTo>
                  <a:lnTo>
                    <a:pt x="2530" y="1129"/>
                  </a:lnTo>
                  <a:close/>
                  <a:moveTo>
                    <a:pt x="2530" y="4230"/>
                  </a:moveTo>
                  <a:cubicBezTo>
                    <a:pt x="2530" y="4269"/>
                    <a:pt x="2549" y="4294"/>
                    <a:pt x="2569" y="4333"/>
                  </a:cubicBezTo>
                  <a:lnTo>
                    <a:pt x="2959" y="4989"/>
                  </a:lnTo>
                  <a:lnTo>
                    <a:pt x="2096" y="4989"/>
                  </a:lnTo>
                  <a:lnTo>
                    <a:pt x="2485" y="4313"/>
                  </a:lnTo>
                  <a:cubicBezTo>
                    <a:pt x="2510" y="4294"/>
                    <a:pt x="2510" y="4269"/>
                    <a:pt x="2530" y="4230"/>
                  </a:cubicBezTo>
                  <a:close/>
                  <a:moveTo>
                    <a:pt x="2530" y="0"/>
                  </a:moveTo>
                  <a:cubicBezTo>
                    <a:pt x="2406" y="0"/>
                    <a:pt x="2283" y="59"/>
                    <a:pt x="2180" y="143"/>
                  </a:cubicBezTo>
                  <a:lnTo>
                    <a:pt x="661" y="1725"/>
                  </a:lnTo>
                  <a:cubicBezTo>
                    <a:pt x="21" y="2361"/>
                    <a:pt x="1" y="3387"/>
                    <a:pt x="617" y="4022"/>
                  </a:cubicBezTo>
                  <a:cubicBezTo>
                    <a:pt x="617" y="4047"/>
                    <a:pt x="637" y="4067"/>
                    <a:pt x="661" y="4087"/>
                  </a:cubicBezTo>
                  <a:cubicBezTo>
                    <a:pt x="844" y="4269"/>
                    <a:pt x="1071" y="4417"/>
                    <a:pt x="1337" y="4496"/>
                  </a:cubicBezTo>
                  <a:lnTo>
                    <a:pt x="1194" y="4742"/>
                  </a:lnTo>
                  <a:cubicBezTo>
                    <a:pt x="1051" y="4989"/>
                    <a:pt x="1051" y="5299"/>
                    <a:pt x="1194" y="5526"/>
                  </a:cubicBezTo>
                  <a:cubicBezTo>
                    <a:pt x="1337" y="5772"/>
                    <a:pt x="1603" y="5915"/>
                    <a:pt x="1894" y="5915"/>
                  </a:cubicBezTo>
                  <a:lnTo>
                    <a:pt x="3205" y="5915"/>
                  </a:lnTo>
                  <a:cubicBezTo>
                    <a:pt x="3496" y="5915"/>
                    <a:pt x="3762" y="5772"/>
                    <a:pt x="3885" y="5526"/>
                  </a:cubicBezTo>
                  <a:cubicBezTo>
                    <a:pt x="4028" y="5279"/>
                    <a:pt x="4028" y="4969"/>
                    <a:pt x="3885" y="4722"/>
                  </a:cubicBezTo>
                  <a:lnTo>
                    <a:pt x="3742" y="4476"/>
                  </a:lnTo>
                  <a:cubicBezTo>
                    <a:pt x="3989" y="4392"/>
                    <a:pt x="4191" y="4269"/>
                    <a:pt x="4378" y="4087"/>
                  </a:cubicBezTo>
                  <a:cubicBezTo>
                    <a:pt x="4398" y="4067"/>
                    <a:pt x="4418" y="4047"/>
                    <a:pt x="4418" y="4022"/>
                  </a:cubicBezTo>
                  <a:cubicBezTo>
                    <a:pt x="5034" y="3387"/>
                    <a:pt x="5014" y="2361"/>
                    <a:pt x="4398" y="1725"/>
                  </a:cubicBezTo>
                  <a:lnTo>
                    <a:pt x="2855" y="143"/>
                  </a:lnTo>
                  <a:cubicBezTo>
                    <a:pt x="2776" y="59"/>
                    <a:pt x="2653" y="0"/>
                    <a:pt x="2530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8"/>
            <p:cNvSpPr/>
            <p:nvPr/>
          </p:nvSpPr>
          <p:spPr>
            <a:xfrm>
              <a:off x="7264781" y="3184177"/>
              <a:ext cx="80261" cy="94211"/>
            </a:xfrm>
            <a:custGeom>
              <a:avLst/>
              <a:gdLst/>
              <a:ahLst/>
              <a:cxnLst/>
              <a:rect l="l" t="t" r="r" b="b"/>
              <a:pathLst>
                <a:path w="4482" h="5261" extrusionOk="0">
                  <a:moveTo>
                    <a:pt x="2243" y="1129"/>
                  </a:moveTo>
                  <a:lnTo>
                    <a:pt x="3249" y="2155"/>
                  </a:lnTo>
                  <a:cubicBezTo>
                    <a:pt x="3451" y="2381"/>
                    <a:pt x="3476" y="2731"/>
                    <a:pt x="3269" y="2958"/>
                  </a:cubicBezTo>
                  <a:lnTo>
                    <a:pt x="3249" y="2978"/>
                  </a:lnTo>
                  <a:cubicBezTo>
                    <a:pt x="3136" y="3091"/>
                    <a:pt x="2983" y="3154"/>
                    <a:pt x="2832" y="3154"/>
                  </a:cubicBezTo>
                  <a:cubicBezTo>
                    <a:pt x="2791" y="3154"/>
                    <a:pt x="2751" y="3150"/>
                    <a:pt x="2712" y="3141"/>
                  </a:cubicBezTo>
                  <a:cubicBezTo>
                    <a:pt x="2690" y="3138"/>
                    <a:pt x="2669" y="3137"/>
                    <a:pt x="2647" y="3137"/>
                  </a:cubicBezTo>
                  <a:cubicBezTo>
                    <a:pt x="2486" y="3137"/>
                    <a:pt x="2330" y="3202"/>
                    <a:pt x="2243" y="3328"/>
                  </a:cubicBezTo>
                  <a:cubicBezTo>
                    <a:pt x="2160" y="3205"/>
                    <a:pt x="2017" y="3141"/>
                    <a:pt x="1874" y="3141"/>
                  </a:cubicBezTo>
                  <a:lnTo>
                    <a:pt x="1770" y="3141"/>
                  </a:lnTo>
                  <a:cubicBezTo>
                    <a:pt x="1731" y="3150"/>
                    <a:pt x="1691" y="3154"/>
                    <a:pt x="1650" y="3154"/>
                  </a:cubicBezTo>
                  <a:cubicBezTo>
                    <a:pt x="1500" y="3154"/>
                    <a:pt x="1350" y="3091"/>
                    <a:pt x="1233" y="2978"/>
                  </a:cubicBezTo>
                  <a:lnTo>
                    <a:pt x="1233" y="2958"/>
                  </a:lnTo>
                  <a:cubicBezTo>
                    <a:pt x="1011" y="2731"/>
                    <a:pt x="1031" y="2381"/>
                    <a:pt x="1257" y="2155"/>
                  </a:cubicBezTo>
                  <a:lnTo>
                    <a:pt x="2243" y="1129"/>
                  </a:lnTo>
                  <a:close/>
                  <a:moveTo>
                    <a:pt x="2243" y="3860"/>
                  </a:moveTo>
                  <a:lnTo>
                    <a:pt x="2510" y="4333"/>
                  </a:lnTo>
                  <a:lnTo>
                    <a:pt x="1997" y="4333"/>
                  </a:lnTo>
                  <a:lnTo>
                    <a:pt x="2243" y="3860"/>
                  </a:lnTo>
                  <a:close/>
                  <a:moveTo>
                    <a:pt x="2243" y="1"/>
                  </a:moveTo>
                  <a:cubicBezTo>
                    <a:pt x="2120" y="1"/>
                    <a:pt x="1997" y="60"/>
                    <a:pt x="1913" y="143"/>
                  </a:cubicBezTo>
                  <a:lnTo>
                    <a:pt x="577" y="1519"/>
                  </a:lnTo>
                  <a:cubicBezTo>
                    <a:pt x="25" y="2095"/>
                    <a:pt x="1" y="3017"/>
                    <a:pt x="558" y="3594"/>
                  </a:cubicBezTo>
                  <a:cubicBezTo>
                    <a:pt x="558" y="3614"/>
                    <a:pt x="577" y="3614"/>
                    <a:pt x="577" y="3633"/>
                  </a:cubicBezTo>
                  <a:cubicBezTo>
                    <a:pt x="740" y="3781"/>
                    <a:pt x="927" y="3905"/>
                    <a:pt x="1134" y="3983"/>
                  </a:cubicBezTo>
                  <a:lnTo>
                    <a:pt x="1031" y="4126"/>
                  </a:lnTo>
                  <a:cubicBezTo>
                    <a:pt x="908" y="4373"/>
                    <a:pt x="908" y="4644"/>
                    <a:pt x="1050" y="4890"/>
                  </a:cubicBezTo>
                  <a:cubicBezTo>
                    <a:pt x="1174" y="5112"/>
                    <a:pt x="1420" y="5260"/>
                    <a:pt x="1686" y="5260"/>
                  </a:cubicBezTo>
                  <a:lnTo>
                    <a:pt x="2835" y="5260"/>
                  </a:lnTo>
                  <a:cubicBezTo>
                    <a:pt x="3106" y="5260"/>
                    <a:pt x="3352" y="5093"/>
                    <a:pt x="3476" y="4866"/>
                  </a:cubicBezTo>
                  <a:cubicBezTo>
                    <a:pt x="3619" y="4644"/>
                    <a:pt x="3619" y="4353"/>
                    <a:pt x="3476" y="4107"/>
                  </a:cubicBezTo>
                  <a:lnTo>
                    <a:pt x="3392" y="3964"/>
                  </a:lnTo>
                  <a:cubicBezTo>
                    <a:pt x="3574" y="3905"/>
                    <a:pt x="3742" y="3781"/>
                    <a:pt x="3905" y="3633"/>
                  </a:cubicBezTo>
                  <a:cubicBezTo>
                    <a:pt x="3905" y="3614"/>
                    <a:pt x="3924" y="3614"/>
                    <a:pt x="3924" y="3594"/>
                  </a:cubicBezTo>
                  <a:cubicBezTo>
                    <a:pt x="4481" y="3017"/>
                    <a:pt x="4462" y="2095"/>
                    <a:pt x="3905" y="1519"/>
                  </a:cubicBezTo>
                  <a:lnTo>
                    <a:pt x="2569" y="143"/>
                  </a:lnTo>
                  <a:cubicBezTo>
                    <a:pt x="2490" y="60"/>
                    <a:pt x="2367" y="1"/>
                    <a:pt x="224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8"/>
            <p:cNvSpPr/>
            <p:nvPr/>
          </p:nvSpPr>
          <p:spPr>
            <a:xfrm>
              <a:off x="7132015" y="3100317"/>
              <a:ext cx="43103" cy="69499"/>
            </a:xfrm>
            <a:custGeom>
              <a:avLst/>
              <a:gdLst/>
              <a:ahLst/>
              <a:cxnLst/>
              <a:rect l="l" t="t" r="r" b="b"/>
              <a:pathLst>
                <a:path w="2407" h="3881" extrusionOk="0">
                  <a:moveTo>
                    <a:pt x="474" y="1"/>
                  </a:moveTo>
                  <a:cubicBezTo>
                    <a:pt x="208" y="1"/>
                    <a:pt x="1" y="208"/>
                    <a:pt x="1" y="474"/>
                  </a:cubicBezTo>
                  <a:cubicBezTo>
                    <a:pt x="1" y="720"/>
                    <a:pt x="208" y="922"/>
                    <a:pt x="474" y="922"/>
                  </a:cubicBezTo>
                  <a:lnTo>
                    <a:pt x="1480" y="922"/>
                  </a:lnTo>
                  <a:lnTo>
                    <a:pt x="1480" y="1415"/>
                  </a:lnTo>
                  <a:lnTo>
                    <a:pt x="824" y="1415"/>
                  </a:lnTo>
                  <a:cubicBezTo>
                    <a:pt x="370" y="1415"/>
                    <a:pt x="1" y="1785"/>
                    <a:pt x="1" y="2239"/>
                  </a:cubicBezTo>
                  <a:lnTo>
                    <a:pt x="1" y="3081"/>
                  </a:lnTo>
                  <a:cubicBezTo>
                    <a:pt x="1" y="3535"/>
                    <a:pt x="370" y="3880"/>
                    <a:pt x="824" y="3880"/>
                  </a:cubicBezTo>
                  <a:lnTo>
                    <a:pt x="1953" y="3880"/>
                  </a:lnTo>
                  <a:cubicBezTo>
                    <a:pt x="2199" y="3880"/>
                    <a:pt x="2406" y="3678"/>
                    <a:pt x="2406" y="3431"/>
                  </a:cubicBezTo>
                  <a:cubicBezTo>
                    <a:pt x="2406" y="3165"/>
                    <a:pt x="2199" y="2958"/>
                    <a:pt x="1953" y="2958"/>
                  </a:cubicBezTo>
                  <a:lnTo>
                    <a:pt x="927" y="2958"/>
                  </a:lnTo>
                  <a:lnTo>
                    <a:pt x="927" y="2342"/>
                  </a:lnTo>
                  <a:lnTo>
                    <a:pt x="1603" y="2342"/>
                  </a:lnTo>
                  <a:cubicBezTo>
                    <a:pt x="2056" y="2342"/>
                    <a:pt x="2406" y="1972"/>
                    <a:pt x="2406" y="1539"/>
                  </a:cubicBezTo>
                  <a:lnTo>
                    <a:pt x="2406" y="824"/>
                  </a:lnTo>
                  <a:cubicBezTo>
                    <a:pt x="2406" y="370"/>
                    <a:pt x="2056" y="1"/>
                    <a:pt x="160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8"/>
            <p:cNvSpPr/>
            <p:nvPr/>
          </p:nvSpPr>
          <p:spPr>
            <a:xfrm>
              <a:off x="7283584" y="3100317"/>
              <a:ext cx="43014" cy="69499"/>
            </a:xfrm>
            <a:custGeom>
              <a:avLst/>
              <a:gdLst/>
              <a:ahLst/>
              <a:cxnLst/>
              <a:rect l="l" t="t" r="r" b="b"/>
              <a:pathLst>
                <a:path w="2402" h="3881" extrusionOk="0">
                  <a:moveTo>
                    <a:pt x="454" y="1"/>
                  </a:moveTo>
                  <a:cubicBezTo>
                    <a:pt x="207" y="1"/>
                    <a:pt x="0" y="208"/>
                    <a:pt x="0" y="474"/>
                  </a:cubicBezTo>
                  <a:cubicBezTo>
                    <a:pt x="0" y="720"/>
                    <a:pt x="207" y="922"/>
                    <a:pt x="454" y="922"/>
                  </a:cubicBezTo>
                  <a:lnTo>
                    <a:pt x="1479" y="922"/>
                  </a:lnTo>
                  <a:lnTo>
                    <a:pt x="1479" y="1415"/>
                  </a:lnTo>
                  <a:lnTo>
                    <a:pt x="799" y="1415"/>
                  </a:lnTo>
                  <a:cubicBezTo>
                    <a:pt x="350" y="1415"/>
                    <a:pt x="0" y="1785"/>
                    <a:pt x="0" y="2239"/>
                  </a:cubicBezTo>
                  <a:lnTo>
                    <a:pt x="0" y="3081"/>
                  </a:lnTo>
                  <a:cubicBezTo>
                    <a:pt x="0" y="3535"/>
                    <a:pt x="350" y="3880"/>
                    <a:pt x="799" y="3880"/>
                  </a:cubicBezTo>
                  <a:lnTo>
                    <a:pt x="1933" y="3880"/>
                  </a:lnTo>
                  <a:cubicBezTo>
                    <a:pt x="2199" y="3880"/>
                    <a:pt x="2401" y="3678"/>
                    <a:pt x="2401" y="3431"/>
                  </a:cubicBezTo>
                  <a:cubicBezTo>
                    <a:pt x="2401" y="3165"/>
                    <a:pt x="2199" y="2958"/>
                    <a:pt x="1933" y="2958"/>
                  </a:cubicBezTo>
                  <a:lnTo>
                    <a:pt x="922" y="2958"/>
                  </a:lnTo>
                  <a:lnTo>
                    <a:pt x="922" y="2342"/>
                  </a:lnTo>
                  <a:lnTo>
                    <a:pt x="1583" y="2342"/>
                  </a:lnTo>
                  <a:cubicBezTo>
                    <a:pt x="2031" y="2342"/>
                    <a:pt x="2401" y="1972"/>
                    <a:pt x="2401" y="1539"/>
                  </a:cubicBezTo>
                  <a:lnTo>
                    <a:pt x="2401" y="824"/>
                  </a:lnTo>
                  <a:cubicBezTo>
                    <a:pt x="2401" y="370"/>
                    <a:pt x="2031" y="1"/>
                    <a:pt x="158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2" name="Google Shape;2332;p48"/>
          <p:cNvGrpSpPr/>
          <p:nvPr/>
        </p:nvGrpSpPr>
        <p:grpSpPr>
          <a:xfrm>
            <a:off x="2532682" y="2639218"/>
            <a:ext cx="362849" cy="418376"/>
            <a:chOff x="3738093" y="4773871"/>
            <a:chExt cx="451754" cy="520886"/>
          </a:xfrm>
        </p:grpSpPr>
        <p:sp>
          <p:nvSpPr>
            <p:cNvPr id="2333" name="Google Shape;2333;p48"/>
            <p:cNvSpPr/>
            <p:nvPr/>
          </p:nvSpPr>
          <p:spPr>
            <a:xfrm>
              <a:off x="3777474" y="5099108"/>
              <a:ext cx="288942" cy="187851"/>
            </a:xfrm>
            <a:custGeom>
              <a:avLst/>
              <a:gdLst/>
              <a:ahLst/>
              <a:cxnLst/>
              <a:rect l="l" t="t" r="r" b="b"/>
              <a:pathLst>
                <a:path w="17501" h="11378" extrusionOk="0">
                  <a:moveTo>
                    <a:pt x="80" y="1"/>
                  </a:moveTo>
                  <a:lnTo>
                    <a:pt x="2155" y="2485"/>
                  </a:lnTo>
                  <a:cubicBezTo>
                    <a:pt x="942" y="2687"/>
                    <a:pt x="1" y="3757"/>
                    <a:pt x="1" y="5053"/>
                  </a:cubicBezTo>
                  <a:lnTo>
                    <a:pt x="1" y="8770"/>
                  </a:lnTo>
                  <a:cubicBezTo>
                    <a:pt x="1" y="10204"/>
                    <a:pt x="1169" y="11378"/>
                    <a:pt x="2609" y="11378"/>
                  </a:cubicBezTo>
                  <a:lnTo>
                    <a:pt x="14893" y="11378"/>
                  </a:lnTo>
                  <a:cubicBezTo>
                    <a:pt x="16327" y="11378"/>
                    <a:pt x="17500" y="10204"/>
                    <a:pt x="17500" y="8770"/>
                  </a:cubicBezTo>
                  <a:lnTo>
                    <a:pt x="17500" y="5053"/>
                  </a:lnTo>
                  <a:cubicBezTo>
                    <a:pt x="17500" y="3757"/>
                    <a:pt x="16554" y="2687"/>
                    <a:pt x="15341" y="2485"/>
                  </a:cubicBezTo>
                  <a:lnTo>
                    <a:pt x="17209" y="223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8"/>
            <p:cNvSpPr/>
            <p:nvPr/>
          </p:nvSpPr>
          <p:spPr>
            <a:xfrm>
              <a:off x="3939211" y="4781268"/>
              <a:ext cx="81394" cy="81394"/>
            </a:xfrm>
            <a:custGeom>
              <a:avLst/>
              <a:gdLst/>
              <a:ahLst/>
              <a:cxnLst/>
              <a:rect l="l" t="t" r="r" b="b"/>
              <a:pathLst>
                <a:path w="4930" h="4930" extrusionOk="0">
                  <a:moveTo>
                    <a:pt x="2465" y="1"/>
                  </a:moveTo>
                  <a:cubicBezTo>
                    <a:pt x="1110" y="1"/>
                    <a:pt x="1" y="1110"/>
                    <a:pt x="1" y="2465"/>
                  </a:cubicBezTo>
                  <a:cubicBezTo>
                    <a:pt x="1" y="3846"/>
                    <a:pt x="1110" y="4930"/>
                    <a:pt x="2465" y="4930"/>
                  </a:cubicBezTo>
                  <a:cubicBezTo>
                    <a:pt x="3821" y="4930"/>
                    <a:pt x="4930" y="3846"/>
                    <a:pt x="4930" y="2465"/>
                  </a:cubicBezTo>
                  <a:cubicBezTo>
                    <a:pt x="4930" y="1110"/>
                    <a:pt x="3821" y="1"/>
                    <a:pt x="246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8"/>
            <p:cNvSpPr/>
            <p:nvPr/>
          </p:nvSpPr>
          <p:spPr>
            <a:xfrm>
              <a:off x="3988055" y="4904415"/>
              <a:ext cx="36636" cy="36636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1"/>
                  </a:moveTo>
                  <a:cubicBezTo>
                    <a:pt x="493" y="1"/>
                    <a:pt x="0" y="494"/>
                    <a:pt x="0" y="1110"/>
                  </a:cubicBezTo>
                  <a:cubicBezTo>
                    <a:pt x="0" y="1726"/>
                    <a:pt x="493" y="2219"/>
                    <a:pt x="1109" y="2219"/>
                  </a:cubicBezTo>
                  <a:cubicBezTo>
                    <a:pt x="1725" y="2219"/>
                    <a:pt x="2218" y="1726"/>
                    <a:pt x="2218" y="1110"/>
                  </a:cubicBezTo>
                  <a:cubicBezTo>
                    <a:pt x="2218" y="494"/>
                    <a:pt x="1725" y="1"/>
                    <a:pt x="110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8"/>
            <p:cNvSpPr/>
            <p:nvPr/>
          </p:nvSpPr>
          <p:spPr>
            <a:xfrm>
              <a:off x="3867994" y="4933889"/>
              <a:ext cx="59023" cy="59007"/>
            </a:xfrm>
            <a:custGeom>
              <a:avLst/>
              <a:gdLst/>
              <a:ahLst/>
              <a:cxnLst/>
              <a:rect l="l" t="t" r="r" b="b"/>
              <a:pathLst>
                <a:path w="3575" h="3574" extrusionOk="0">
                  <a:moveTo>
                    <a:pt x="1790" y="0"/>
                  </a:moveTo>
                  <a:cubicBezTo>
                    <a:pt x="804" y="0"/>
                    <a:pt x="0" y="804"/>
                    <a:pt x="0" y="1790"/>
                  </a:cubicBezTo>
                  <a:cubicBezTo>
                    <a:pt x="0" y="2775"/>
                    <a:pt x="804" y="3574"/>
                    <a:pt x="1790" y="3574"/>
                  </a:cubicBezTo>
                  <a:cubicBezTo>
                    <a:pt x="2776" y="3574"/>
                    <a:pt x="3574" y="2775"/>
                    <a:pt x="3574" y="1790"/>
                  </a:cubicBezTo>
                  <a:cubicBezTo>
                    <a:pt x="3574" y="804"/>
                    <a:pt x="2776" y="0"/>
                    <a:pt x="1790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48"/>
            <p:cNvSpPr/>
            <p:nvPr/>
          </p:nvSpPr>
          <p:spPr>
            <a:xfrm>
              <a:off x="3767303" y="5042785"/>
              <a:ext cx="311313" cy="65132"/>
            </a:xfrm>
            <a:custGeom>
              <a:avLst/>
              <a:gdLst/>
              <a:ahLst/>
              <a:cxnLst/>
              <a:rect l="l" t="t" r="r" b="b"/>
              <a:pathLst>
                <a:path w="18856" h="3945" extrusionOk="0">
                  <a:moveTo>
                    <a:pt x="449" y="1"/>
                  </a:moveTo>
                  <a:cubicBezTo>
                    <a:pt x="203" y="1"/>
                    <a:pt x="1" y="208"/>
                    <a:pt x="1" y="454"/>
                  </a:cubicBezTo>
                  <a:lnTo>
                    <a:pt x="1" y="1972"/>
                  </a:lnTo>
                  <a:cubicBezTo>
                    <a:pt x="1" y="3062"/>
                    <a:pt x="883" y="3944"/>
                    <a:pt x="1973" y="3944"/>
                  </a:cubicBezTo>
                  <a:lnTo>
                    <a:pt x="16884" y="3944"/>
                  </a:lnTo>
                  <a:cubicBezTo>
                    <a:pt x="17416" y="3944"/>
                    <a:pt x="17909" y="3737"/>
                    <a:pt x="18279" y="3367"/>
                  </a:cubicBezTo>
                  <a:cubicBezTo>
                    <a:pt x="18629" y="3017"/>
                    <a:pt x="18856" y="2524"/>
                    <a:pt x="18856" y="1972"/>
                  </a:cubicBezTo>
                  <a:lnTo>
                    <a:pt x="18856" y="454"/>
                  </a:lnTo>
                  <a:cubicBezTo>
                    <a:pt x="18856" y="208"/>
                    <a:pt x="18649" y="1"/>
                    <a:pt x="18402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48"/>
            <p:cNvSpPr/>
            <p:nvPr/>
          </p:nvSpPr>
          <p:spPr>
            <a:xfrm>
              <a:off x="3767303" y="5016333"/>
              <a:ext cx="311313" cy="65132"/>
            </a:xfrm>
            <a:custGeom>
              <a:avLst/>
              <a:gdLst/>
              <a:ahLst/>
              <a:cxnLst/>
              <a:rect l="l" t="t" r="r" b="b"/>
              <a:pathLst>
                <a:path w="18856" h="3945" extrusionOk="0">
                  <a:moveTo>
                    <a:pt x="1973" y="1"/>
                  </a:moveTo>
                  <a:cubicBezTo>
                    <a:pt x="1416" y="1"/>
                    <a:pt x="923" y="227"/>
                    <a:pt x="573" y="577"/>
                  </a:cubicBezTo>
                  <a:cubicBezTo>
                    <a:pt x="228" y="947"/>
                    <a:pt x="1" y="1440"/>
                    <a:pt x="1" y="1972"/>
                  </a:cubicBezTo>
                  <a:cubicBezTo>
                    <a:pt x="1" y="3062"/>
                    <a:pt x="883" y="3944"/>
                    <a:pt x="1973" y="3944"/>
                  </a:cubicBezTo>
                  <a:lnTo>
                    <a:pt x="16884" y="3944"/>
                  </a:lnTo>
                  <a:cubicBezTo>
                    <a:pt x="17416" y="3944"/>
                    <a:pt x="17909" y="3737"/>
                    <a:pt x="18279" y="3367"/>
                  </a:cubicBezTo>
                  <a:cubicBezTo>
                    <a:pt x="18629" y="3017"/>
                    <a:pt x="18856" y="2524"/>
                    <a:pt x="18856" y="1972"/>
                  </a:cubicBezTo>
                  <a:cubicBezTo>
                    <a:pt x="18856" y="883"/>
                    <a:pt x="17973" y="1"/>
                    <a:pt x="1688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8"/>
            <p:cNvSpPr/>
            <p:nvPr/>
          </p:nvSpPr>
          <p:spPr>
            <a:xfrm>
              <a:off x="3770638" y="5045807"/>
              <a:ext cx="304560" cy="35662"/>
            </a:xfrm>
            <a:custGeom>
              <a:avLst/>
              <a:gdLst/>
              <a:ahLst/>
              <a:cxnLst/>
              <a:rect l="l" t="t" r="r" b="b"/>
              <a:pathLst>
                <a:path w="18447" h="2160" extrusionOk="0">
                  <a:moveTo>
                    <a:pt x="1771" y="0"/>
                  </a:moveTo>
                  <a:cubicBezTo>
                    <a:pt x="1214" y="0"/>
                    <a:pt x="721" y="227"/>
                    <a:pt x="371" y="577"/>
                  </a:cubicBezTo>
                  <a:cubicBezTo>
                    <a:pt x="228" y="720"/>
                    <a:pt x="104" y="907"/>
                    <a:pt x="1" y="1089"/>
                  </a:cubicBezTo>
                  <a:cubicBezTo>
                    <a:pt x="331" y="1725"/>
                    <a:pt x="1011" y="2159"/>
                    <a:pt x="1771" y="2159"/>
                  </a:cubicBezTo>
                  <a:lnTo>
                    <a:pt x="16682" y="2159"/>
                  </a:lnTo>
                  <a:cubicBezTo>
                    <a:pt x="17214" y="2159"/>
                    <a:pt x="17707" y="1952"/>
                    <a:pt x="18077" y="1582"/>
                  </a:cubicBezTo>
                  <a:cubicBezTo>
                    <a:pt x="18220" y="1439"/>
                    <a:pt x="18343" y="1277"/>
                    <a:pt x="18447" y="1089"/>
                  </a:cubicBezTo>
                  <a:cubicBezTo>
                    <a:pt x="18116" y="454"/>
                    <a:pt x="17441" y="0"/>
                    <a:pt x="16682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8"/>
            <p:cNvSpPr/>
            <p:nvPr/>
          </p:nvSpPr>
          <p:spPr>
            <a:xfrm>
              <a:off x="3867020" y="5148281"/>
              <a:ext cx="115983" cy="124122"/>
            </a:xfrm>
            <a:custGeom>
              <a:avLst/>
              <a:gdLst/>
              <a:ahLst/>
              <a:cxnLst/>
              <a:rect l="l" t="t" r="r" b="b"/>
              <a:pathLst>
                <a:path w="7025" h="7518" extrusionOk="0">
                  <a:moveTo>
                    <a:pt x="3510" y="1336"/>
                  </a:moveTo>
                  <a:lnTo>
                    <a:pt x="3633" y="1558"/>
                  </a:lnTo>
                  <a:lnTo>
                    <a:pt x="3367" y="1558"/>
                  </a:lnTo>
                  <a:lnTo>
                    <a:pt x="3510" y="1336"/>
                  </a:lnTo>
                  <a:close/>
                  <a:moveTo>
                    <a:pt x="1726" y="2484"/>
                  </a:moveTo>
                  <a:lnTo>
                    <a:pt x="1558" y="2770"/>
                  </a:lnTo>
                  <a:lnTo>
                    <a:pt x="1395" y="2484"/>
                  </a:lnTo>
                  <a:close/>
                  <a:moveTo>
                    <a:pt x="5625" y="2484"/>
                  </a:moveTo>
                  <a:lnTo>
                    <a:pt x="5462" y="2770"/>
                  </a:lnTo>
                  <a:lnTo>
                    <a:pt x="5299" y="2484"/>
                  </a:lnTo>
                  <a:close/>
                  <a:moveTo>
                    <a:pt x="1538" y="4560"/>
                  </a:moveTo>
                  <a:lnTo>
                    <a:pt x="1745" y="4929"/>
                  </a:lnTo>
                  <a:lnTo>
                    <a:pt x="1311" y="4929"/>
                  </a:lnTo>
                  <a:lnTo>
                    <a:pt x="1538" y="4560"/>
                  </a:lnTo>
                  <a:close/>
                  <a:moveTo>
                    <a:pt x="4210" y="2484"/>
                  </a:moveTo>
                  <a:lnTo>
                    <a:pt x="4949" y="3677"/>
                  </a:lnTo>
                  <a:lnTo>
                    <a:pt x="4210" y="4929"/>
                  </a:lnTo>
                  <a:lnTo>
                    <a:pt x="2815" y="4929"/>
                  </a:lnTo>
                  <a:lnTo>
                    <a:pt x="2076" y="3677"/>
                  </a:lnTo>
                  <a:lnTo>
                    <a:pt x="2815" y="2484"/>
                  </a:lnTo>
                  <a:close/>
                  <a:moveTo>
                    <a:pt x="5482" y="4560"/>
                  </a:moveTo>
                  <a:lnTo>
                    <a:pt x="5708" y="4929"/>
                  </a:lnTo>
                  <a:lnTo>
                    <a:pt x="5280" y="4929"/>
                  </a:lnTo>
                  <a:lnTo>
                    <a:pt x="5482" y="4560"/>
                  </a:lnTo>
                  <a:close/>
                  <a:moveTo>
                    <a:pt x="3678" y="5851"/>
                  </a:moveTo>
                  <a:lnTo>
                    <a:pt x="3510" y="6142"/>
                  </a:lnTo>
                  <a:lnTo>
                    <a:pt x="3347" y="5851"/>
                  </a:lnTo>
                  <a:close/>
                  <a:moveTo>
                    <a:pt x="3510" y="0"/>
                  </a:moveTo>
                  <a:cubicBezTo>
                    <a:pt x="3347" y="0"/>
                    <a:pt x="3204" y="79"/>
                    <a:pt x="3121" y="202"/>
                  </a:cubicBezTo>
                  <a:lnTo>
                    <a:pt x="2297" y="1558"/>
                  </a:lnTo>
                  <a:lnTo>
                    <a:pt x="572" y="1558"/>
                  </a:lnTo>
                  <a:cubicBezTo>
                    <a:pt x="409" y="1558"/>
                    <a:pt x="266" y="1642"/>
                    <a:pt x="183" y="1784"/>
                  </a:cubicBezTo>
                  <a:cubicBezTo>
                    <a:pt x="104" y="1927"/>
                    <a:pt x="104" y="2115"/>
                    <a:pt x="183" y="2258"/>
                  </a:cubicBezTo>
                  <a:lnTo>
                    <a:pt x="1006" y="3653"/>
                  </a:lnTo>
                  <a:lnTo>
                    <a:pt x="104" y="5132"/>
                  </a:lnTo>
                  <a:cubicBezTo>
                    <a:pt x="0" y="5279"/>
                    <a:pt x="0" y="5462"/>
                    <a:pt x="79" y="5605"/>
                  </a:cubicBezTo>
                  <a:cubicBezTo>
                    <a:pt x="163" y="5748"/>
                    <a:pt x="326" y="5851"/>
                    <a:pt x="493" y="5851"/>
                  </a:cubicBezTo>
                  <a:lnTo>
                    <a:pt x="2278" y="5851"/>
                  </a:lnTo>
                  <a:lnTo>
                    <a:pt x="3121" y="7291"/>
                  </a:lnTo>
                  <a:cubicBezTo>
                    <a:pt x="3204" y="7434"/>
                    <a:pt x="3347" y="7517"/>
                    <a:pt x="3510" y="7517"/>
                  </a:cubicBezTo>
                  <a:cubicBezTo>
                    <a:pt x="3678" y="7517"/>
                    <a:pt x="3821" y="7434"/>
                    <a:pt x="3899" y="7291"/>
                  </a:cubicBezTo>
                  <a:lnTo>
                    <a:pt x="4742" y="5851"/>
                  </a:lnTo>
                  <a:lnTo>
                    <a:pt x="6532" y="5851"/>
                  </a:lnTo>
                  <a:cubicBezTo>
                    <a:pt x="6694" y="5851"/>
                    <a:pt x="6857" y="5748"/>
                    <a:pt x="6941" y="5605"/>
                  </a:cubicBezTo>
                  <a:cubicBezTo>
                    <a:pt x="7025" y="5462"/>
                    <a:pt x="7025" y="5279"/>
                    <a:pt x="6921" y="5132"/>
                  </a:cubicBezTo>
                  <a:lnTo>
                    <a:pt x="6019" y="3653"/>
                  </a:lnTo>
                  <a:lnTo>
                    <a:pt x="6837" y="2258"/>
                  </a:lnTo>
                  <a:cubicBezTo>
                    <a:pt x="6921" y="2115"/>
                    <a:pt x="6921" y="1927"/>
                    <a:pt x="6837" y="1784"/>
                  </a:cubicBezTo>
                  <a:cubicBezTo>
                    <a:pt x="6758" y="1642"/>
                    <a:pt x="6591" y="1558"/>
                    <a:pt x="6428" y="1558"/>
                  </a:cubicBezTo>
                  <a:lnTo>
                    <a:pt x="4723" y="1558"/>
                  </a:lnTo>
                  <a:lnTo>
                    <a:pt x="3899" y="202"/>
                  </a:lnTo>
                  <a:cubicBezTo>
                    <a:pt x="3821" y="79"/>
                    <a:pt x="3678" y="0"/>
                    <a:pt x="3510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8"/>
            <p:cNvSpPr/>
            <p:nvPr/>
          </p:nvSpPr>
          <p:spPr>
            <a:xfrm>
              <a:off x="3738093" y="5008853"/>
              <a:ext cx="431340" cy="285904"/>
            </a:xfrm>
            <a:custGeom>
              <a:avLst/>
              <a:gdLst/>
              <a:ahLst/>
              <a:cxnLst/>
              <a:rect l="l" t="t" r="r" b="b"/>
              <a:pathLst>
                <a:path w="26126" h="17317" extrusionOk="0">
                  <a:moveTo>
                    <a:pt x="18653" y="927"/>
                  </a:moveTo>
                  <a:cubicBezTo>
                    <a:pt x="19432" y="927"/>
                    <a:pt x="20087" y="1523"/>
                    <a:pt x="20151" y="2302"/>
                  </a:cubicBezTo>
                  <a:cubicBezTo>
                    <a:pt x="19742" y="1972"/>
                    <a:pt x="19205" y="1789"/>
                    <a:pt x="18653" y="1789"/>
                  </a:cubicBezTo>
                  <a:lnTo>
                    <a:pt x="3742" y="1789"/>
                  </a:lnTo>
                  <a:cubicBezTo>
                    <a:pt x="3185" y="1789"/>
                    <a:pt x="2652" y="1972"/>
                    <a:pt x="2243" y="2302"/>
                  </a:cubicBezTo>
                  <a:cubicBezTo>
                    <a:pt x="2302" y="1523"/>
                    <a:pt x="2958" y="927"/>
                    <a:pt x="3742" y="927"/>
                  </a:cubicBezTo>
                  <a:close/>
                  <a:moveTo>
                    <a:pt x="1913" y="10845"/>
                  </a:moveTo>
                  <a:lnTo>
                    <a:pt x="1913" y="12200"/>
                  </a:lnTo>
                  <a:lnTo>
                    <a:pt x="1602" y="12200"/>
                  </a:lnTo>
                  <a:cubicBezTo>
                    <a:pt x="1232" y="12200"/>
                    <a:pt x="927" y="11895"/>
                    <a:pt x="927" y="11525"/>
                  </a:cubicBezTo>
                  <a:cubicBezTo>
                    <a:pt x="927" y="11155"/>
                    <a:pt x="1232" y="10845"/>
                    <a:pt x="1602" y="10845"/>
                  </a:cubicBezTo>
                  <a:close/>
                  <a:moveTo>
                    <a:pt x="20644" y="10845"/>
                  </a:moveTo>
                  <a:cubicBezTo>
                    <a:pt x="21034" y="10845"/>
                    <a:pt x="21320" y="11155"/>
                    <a:pt x="21320" y="11525"/>
                  </a:cubicBezTo>
                  <a:cubicBezTo>
                    <a:pt x="21320" y="11895"/>
                    <a:pt x="21034" y="12200"/>
                    <a:pt x="20644" y="12200"/>
                  </a:cubicBezTo>
                  <a:lnTo>
                    <a:pt x="20334" y="12200"/>
                  </a:lnTo>
                  <a:lnTo>
                    <a:pt x="20334" y="10845"/>
                  </a:lnTo>
                  <a:close/>
                  <a:moveTo>
                    <a:pt x="18653" y="2711"/>
                  </a:moveTo>
                  <a:cubicBezTo>
                    <a:pt x="19146" y="2711"/>
                    <a:pt x="19575" y="2938"/>
                    <a:pt x="19865" y="3327"/>
                  </a:cubicBezTo>
                  <a:cubicBezTo>
                    <a:pt x="19594" y="3697"/>
                    <a:pt x="19146" y="3944"/>
                    <a:pt x="18653" y="3944"/>
                  </a:cubicBezTo>
                  <a:lnTo>
                    <a:pt x="16331" y="3944"/>
                  </a:lnTo>
                  <a:cubicBezTo>
                    <a:pt x="16065" y="3944"/>
                    <a:pt x="15858" y="4151"/>
                    <a:pt x="15858" y="4397"/>
                  </a:cubicBezTo>
                  <a:cubicBezTo>
                    <a:pt x="15858" y="4663"/>
                    <a:pt x="16065" y="4870"/>
                    <a:pt x="16331" y="4870"/>
                  </a:cubicBezTo>
                  <a:lnTo>
                    <a:pt x="18653" y="4870"/>
                  </a:lnTo>
                  <a:cubicBezTo>
                    <a:pt x="19205" y="4870"/>
                    <a:pt x="19718" y="4683"/>
                    <a:pt x="20132" y="4377"/>
                  </a:cubicBezTo>
                  <a:lnTo>
                    <a:pt x="20132" y="4377"/>
                  </a:lnTo>
                  <a:cubicBezTo>
                    <a:pt x="19964" y="5033"/>
                    <a:pt x="19373" y="5546"/>
                    <a:pt x="18653" y="5546"/>
                  </a:cubicBezTo>
                  <a:lnTo>
                    <a:pt x="8548" y="5546"/>
                  </a:lnTo>
                  <a:cubicBezTo>
                    <a:pt x="8301" y="5546"/>
                    <a:pt x="8074" y="5753"/>
                    <a:pt x="8074" y="5999"/>
                  </a:cubicBezTo>
                  <a:cubicBezTo>
                    <a:pt x="8074" y="6265"/>
                    <a:pt x="8301" y="6472"/>
                    <a:pt x="8548" y="6472"/>
                  </a:cubicBezTo>
                  <a:lnTo>
                    <a:pt x="18303" y="6472"/>
                  </a:lnTo>
                  <a:lnTo>
                    <a:pt x="17499" y="7458"/>
                  </a:lnTo>
                  <a:lnTo>
                    <a:pt x="15878" y="7458"/>
                  </a:lnTo>
                  <a:cubicBezTo>
                    <a:pt x="15631" y="7458"/>
                    <a:pt x="15404" y="7660"/>
                    <a:pt x="15404" y="7907"/>
                  </a:cubicBezTo>
                  <a:cubicBezTo>
                    <a:pt x="15404" y="8178"/>
                    <a:pt x="15631" y="8380"/>
                    <a:pt x="15878" y="8380"/>
                  </a:cubicBezTo>
                  <a:lnTo>
                    <a:pt x="17278" y="8380"/>
                  </a:lnTo>
                  <a:cubicBezTo>
                    <a:pt x="18466" y="8380"/>
                    <a:pt x="19412" y="9346"/>
                    <a:pt x="19412" y="10519"/>
                  </a:cubicBezTo>
                  <a:lnTo>
                    <a:pt x="19412" y="14236"/>
                  </a:lnTo>
                  <a:cubicBezTo>
                    <a:pt x="19412" y="15424"/>
                    <a:pt x="18466" y="16390"/>
                    <a:pt x="17278" y="16390"/>
                  </a:cubicBezTo>
                  <a:lnTo>
                    <a:pt x="4994" y="16390"/>
                  </a:lnTo>
                  <a:cubicBezTo>
                    <a:pt x="3801" y="16390"/>
                    <a:pt x="2835" y="15424"/>
                    <a:pt x="2835" y="14236"/>
                  </a:cubicBezTo>
                  <a:lnTo>
                    <a:pt x="2835" y="10519"/>
                  </a:lnTo>
                  <a:cubicBezTo>
                    <a:pt x="2835" y="9346"/>
                    <a:pt x="3801" y="8380"/>
                    <a:pt x="4994" y="8380"/>
                  </a:cubicBezTo>
                  <a:lnTo>
                    <a:pt x="6389" y="8380"/>
                  </a:lnTo>
                  <a:cubicBezTo>
                    <a:pt x="6635" y="8380"/>
                    <a:pt x="6842" y="8178"/>
                    <a:pt x="6842" y="7907"/>
                  </a:cubicBezTo>
                  <a:cubicBezTo>
                    <a:pt x="6842" y="7660"/>
                    <a:pt x="6635" y="7458"/>
                    <a:pt x="6389" y="7458"/>
                  </a:cubicBezTo>
                  <a:lnTo>
                    <a:pt x="4767" y="7458"/>
                  </a:lnTo>
                  <a:lnTo>
                    <a:pt x="3968" y="6472"/>
                  </a:lnTo>
                  <a:lnTo>
                    <a:pt x="6699" y="6472"/>
                  </a:lnTo>
                  <a:cubicBezTo>
                    <a:pt x="6946" y="6472"/>
                    <a:pt x="7148" y="6265"/>
                    <a:pt x="7148" y="5999"/>
                  </a:cubicBezTo>
                  <a:cubicBezTo>
                    <a:pt x="7148" y="5753"/>
                    <a:pt x="6946" y="5546"/>
                    <a:pt x="6699" y="5546"/>
                  </a:cubicBezTo>
                  <a:lnTo>
                    <a:pt x="3742" y="5546"/>
                  </a:lnTo>
                  <a:cubicBezTo>
                    <a:pt x="3022" y="5546"/>
                    <a:pt x="2425" y="5033"/>
                    <a:pt x="2263" y="4377"/>
                  </a:cubicBezTo>
                  <a:lnTo>
                    <a:pt x="2263" y="4377"/>
                  </a:lnTo>
                  <a:cubicBezTo>
                    <a:pt x="2672" y="4683"/>
                    <a:pt x="3185" y="4870"/>
                    <a:pt x="3742" y="4870"/>
                  </a:cubicBezTo>
                  <a:lnTo>
                    <a:pt x="14483" y="4870"/>
                  </a:lnTo>
                  <a:cubicBezTo>
                    <a:pt x="14729" y="4870"/>
                    <a:pt x="14936" y="4663"/>
                    <a:pt x="14936" y="4397"/>
                  </a:cubicBezTo>
                  <a:cubicBezTo>
                    <a:pt x="14936" y="4151"/>
                    <a:pt x="14729" y="3944"/>
                    <a:pt x="14483" y="3944"/>
                  </a:cubicBezTo>
                  <a:lnTo>
                    <a:pt x="3742" y="3944"/>
                  </a:lnTo>
                  <a:cubicBezTo>
                    <a:pt x="3249" y="3944"/>
                    <a:pt x="2795" y="3697"/>
                    <a:pt x="2529" y="3327"/>
                  </a:cubicBezTo>
                  <a:cubicBezTo>
                    <a:pt x="2795" y="2938"/>
                    <a:pt x="3249" y="2711"/>
                    <a:pt x="3742" y="2711"/>
                  </a:cubicBezTo>
                  <a:close/>
                  <a:moveTo>
                    <a:pt x="3742" y="0"/>
                  </a:moveTo>
                  <a:cubicBezTo>
                    <a:pt x="2406" y="0"/>
                    <a:pt x="1297" y="1089"/>
                    <a:pt x="1297" y="2425"/>
                  </a:cubicBezTo>
                  <a:lnTo>
                    <a:pt x="1297" y="4027"/>
                  </a:lnTo>
                  <a:cubicBezTo>
                    <a:pt x="1297" y="4929"/>
                    <a:pt x="1790" y="5713"/>
                    <a:pt x="2529" y="6142"/>
                  </a:cubicBezTo>
                  <a:lnTo>
                    <a:pt x="3781" y="7705"/>
                  </a:lnTo>
                  <a:cubicBezTo>
                    <a:pt x="2879" y="8094"/>
                    <a:pt x="2179" y="8917"/>
                    <a:pt x="1972" y="9923"/>
                  </a:cubicBezTo>
                  <a:lnTo>
                    <a:pt x="1602" y="9923"/>
                  </a:lnTo>
                  <a:cubicBezTo>
                    <a:pt x="720" y="9923"/>
                    <a:pt x="0" y="10643"/>
                    <a:pt x="0" y="11525"/>
                  </a:cubicBezTo>
                  <a:cubicBezTo>
                    <a:pt x="0" y="12407"/>
                    <a:pt x="720" y="13127"/>
                    <a:pt x="1602" y="13127"/>
                  </a:cubicBezTo>
                  <a:lnTo>
                    <a:pt x="1913" y="13127"/>
                  </a:lnTo>
                  <a:lnTo>
                    <a:pt x="1913" y="14236"/>
                  </a:lnTo>
                  <a:cubicBezTo>
                    <a:pt x="1913" y="15942"/>
                    <a:pt x="3308" y="17317"/>
                    <a:pt x="4994" y="17317"/>
                  </a:cubicBezTo>
                  <a:lnTo>
                    <a:pt x="17278" y="17317"/>
                  </a:lnTo>
                  <a:cubicBezTo>
                    <a:pt x="18958" y="17317"/>
                    <a:pt x="20334" y="15942"/>
                    <a:pt x="20334" y="14236"/>
                  </a:cubicBezTo>
                  <a:lnTo>
                    <a:pt x="20334" y="13127"/>
                  </a:lnTo>
                  <a:lnTo>
                    <a:pt x="20644" y="13127"/>
                  </a:lnTo>
                  <a:cubicBezTo>
                    <a:pt x="21384" y="13127"/>
                    <a:pt x="22000" y="12634"/>
                    <a:pt x="22207" y="11954"/>
                  </a:cubicBezTo>
                  <a:lnTo>
                    <a:pt x="23661" y="11954"/>
                  </a:lnTo>
                  <a:cubicBezTo>
                    <a:pt x="23868" y="11954"/>
                    <a:pt x="24031" y="12121"/>
                    <a:pt x="24031" y="12323"/>
                  </a:cubicBezTo>
                  <a:lnTo>
                    <a:pt x="24031" y="12511"/>
                  </a:lnTo>
                  <a:cubicBezTo>
                    <a:pt x="24031" y="12713"/>
                    <a:pt x="23868" y="12880"/>
                    <a:pt x="23661" y="12880"/>
                  </a:cubicBezTo>
                  <a:cubicBezTo>
                    <a:pt x="22966" y="12880"/>
                    <a:pt x="22370" y="13452"/>
                    <a:pt x="22370" y="14172"/>
                  </a:cubicBezTo>
                  <a:lnTo>
                    <a:pt x="22370" y="14295"/>
                  </a:lnTo>
                  <a:cubicBezTo>
                    <a:pt x="22370" y="14995"/>
                    <a:pt x="22966" y="15592"/>
                    <a:pt x="23661" y="15592"/>
                  </a:cubicBezTo>
                  <a:lnTo>
                    <a:pt x="25677" y="15592"/>
                  </a:lnTo>
                  <a:cubicBezTo>
                    <a:pt x="25924" y="15592"/>
                    <a:pt x="26126" y="15385"/>
                    <a:pt x="26126" y="15118"/>
                  </a:cubicBezTo>
                  <a:cubicBezTo>
                    <a:pt x="26126" y="14872"/>
                    <a:pt x="25924" y="14665"/>
                    <a:pt x="25677" y="14665"/>
                  </a:cubicBezTo>
                  <a:lnTo>
                    <a:pt x="23661" y="14665"/>
                  </a:lnTo>
                  <a:cubicBezTo>
                    <a:pt x="23479" y="14665"/>
                    <a:pt x="23291" y="14502"/>
                    <a:pt x="23291" y="14295"/>
                  </a:cubicBezTo>
                  <a:lnTo>
                    <a:pt x="23291" y="14172"/>
                  </a:lnTo>
                  <a:cubicBezTo>
                    <a:pt x="23291" y="13970"/>
                    <a:pt x="23479" y="13802"/>
                    <a:pt x="23661" y="13802"/>
                  </a:cubicBezTo>
                  <a:cubicBezTo>
                    <a:pt x="24381" y="13802"/>
                    <a:pt x="24957" y="13206"/>
                    <a:pt x="24957" y="12511"/>
                  </a:cubicBezTo>
                  <a:lnTo>
                    <a:pt x="24957" y="12323"/>
                  </a:lnTo>
                  <a:cubicBezTo>
                    <a:pt x="24957" y="11604"/>
                    <a:pt x="24381" y="11032"/>
                    <a:pt x="23661" y="11032"/>
                  </a:cubicBezTo>
                  <a:lnTo>
                    <a:pt x="22182" y="11032"/>
                  </a:lnTo>
                  <a:cubicBezTo>
                    <a:pt x="21980" y="10371"/>
                    <a:pt x="21364" y="9923"/>
                    <a:pt x="20644" y="9923"/>
                  </a:cubicBezTo>
                  <a:lnTo>
                    <a:pt x="20294" y="9923"/>
                  </a:lnTo>
                  <a:cubicBezTo>
                    <a:pt x="20087" y="8917"/>
                    <a:pt x="19392" y="8094"/>
                    <a:pt x="18485" y="7705"/>
                  </a:cubicBezTo>
                  <a:lnTo>
                    <a:pt x="19718" y="6226"/>
                  </a:lnTo>
                  <a:cubicBezTo>
                    <a:pt x="20521" y="5836"/>
                    <a:pt x="21073" y="4994"/>
                    <a:pt x="21073" y="4027"/>
                  </a:cubicBezTo>
                  <a:lnTo>
                    <a:pt x="21073" y="2425"/>
                  </a:lnTo>
                  <a:cubicBezTo>
                    <a:pt x="21073" y="1089"/>
                    <a:pt x="19989" y="0"/>
                    <a:pt x="186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8"/>
            <p:cNvSpPr/>
            <p:nvPr/>
          </p:nvSpPr>
          <p:spPr>
            <a:xfrm>
              <a:off x="3860184" y="4926475"/>
              <a:ext cx="74312" cy="74245"/>
            </a:xfrm>
            <a:custGeom>
              <a:avLst/>
              <a:gdLst/>
              <a:ahLst/>
              <a:cxnLst/>
              <a:rect l="l" t="t" r="r" b="b"/>
              <a:pathLst>
                <a:path w="4501" h="4497" extrusionOk="0">
                  <a:moveTo>
                    <a:pt x="2263" y="922"/>
                  </a:moveTo>
                  <a:cubicBezTo>
                    <a:pt x="3002" y="922"/>
                    <a:pt x="3574" y="1519"/>
                    <a:pt x="3574" y="2239"/>
                  </a:cubicBezTo>
                  <a:cubicBezTo>
                    <a:pt x="3574" y="2978"/>
                    <a:pt x="3002" y="3574"/>
                    <a:pt x="2263" y="3574"/>
                  </a:cubicBezTo>
                  <a:cubicBezTo>
                    <a:pt x="1523" y="3574"/>
                    <a:pt x="927" y="2978"/>
                    <a:pt x="927" y="2239"/>
                  </a:cubicBezTo>
                  <a:cubicBezTo>
                    <a:pt x="927" y="1519"/>
                    <a:pt x="1523" y="922"/>
                    <a:pt x="2263" y="922"/>
                  </a:cubicBezTo>
                  <a:close/>
                  <a:moveTo>
                    <a:pt x="2263" y="1"/>
                  </a:moveTo>
                  <a:cubicBezTo>
                    <a:pt x="1030" y="1"/>
                    <a:pt x="0" y="1006"/>
                    <a:pt x="0" y="2239"/>
                  </a:cubicBezTo>
                  <a:cubicBezTo>
                    <a:pt x="0" y="3491"/>
                    <a:pt x="1030" y="4496"/>
                    <a:pt x="2263" y="4496"/>
                  </a:cubicBezTo>
                  <a:cubicBezTo>
                    <a:pt x="3495" y="4496"/>
                    <a:pt x="4501" y="3491"/>
                    <a:pt x="4501" y="2239"/>
                  </a:cubicBezTo>
                  <a:cubicBezTo>
                    <a:pt x="4501" y="1006"/>
                    <a:pt x="3495" y="1"/>
                    <a:pt x="226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48"/>
            <p:cNvSpPr/>
            <p:nvPr/>
          </p:nvSpPr>
          <p:spPr>
            <a:xfrm>
              <a:off x="3980228" y="4896935"/>
              <a:ext cx="51940" cy="51940"/>
            </a:xfrm>
            <a:custGeom>
              <a:avLst/>
              <a:gdLst/>
              <a:ahLst/>
              <a:cxnLst/>
              <a:rect l="l" t="t" r="r" b="b"/>
              <a:pathLst>
                <a:path w="3146" h="3146" extrusionOk="0">
                  <a:moveTo>
                    <a:pt x="1583" y="927"/>
                  </a:moveTo>
                  <a:cubicBezTo>
                    <a:pt x="1933" y="927"/>
                    <a:pt x="2219" y="1213"/>
                    <a:pt x="2219" y="1563"/>
                  </a:cubicBezTo>
                  <a:cubicBezTo>
                    <a:pt x="2219" y="1933"/>
                    <a:pt x="1933" y="2218"/>
                    <a:pt x="1583" y="2218"/>
                  </a:cubicBezTo>
                  <a:cubicBezTo>
                    <a:pt x="1233" y="2218"/>
                    <a:pt x="928" y="1933"/>
                    <a:pt x="928" y="1563"/>
                  </a:cubicBezTo>
                  <a:cubicBezTo>
                    <a:pt x="928" y="1213"/>
                    <a:pt x="1233" y="927"/>
                    <a:pt x="1583" y="927"/>
                  </a:cubicBezTo>
                  <a:close/>
                  <a:moveTo>
                    <a:pt x="1583" y="0"/>
                  </a:moveTo>
                  <a:cubicBezTo>
                    <a:pt x="721" y="0"/>
                    <a:pt x="1" y="700"/>
                    <a:pt x="1" y="1563"/>
                  </a:cubicBezTo>
                  <a:cubicBezTo>
                    <a:pt x="1" y="2425"/>
                    <a:pt x="721" y="3145"/>
                    <a:pt x="1583" y="3145"/>
                  </a:cubicBezTo>
                  <a:cubicBezTo>
                    <a:pt x="2446" y="3145"/>
                    <a:pt x="3146" y="2425"/>
                    <a:pt x="3146" y="1563"/>
                  </a:cubicBezTo>
                  <a:cubicBezTo>
                    <a:pt x="3146" y="700"/>
                    <a:pt x="2446" y="0"/>
                    <a:pt x="158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48"/>
            <p:cNvSpPr/>
            <p:nvPr/>
          </p:nvSpPr>
          <p:spPr>
            <a:xfrm>
              <a:off x="3931401" y="4773871"/>
              <a:ext cx="96699" cy="96617"/>
            </a:xfrm>
            <a:custGeom>
              <a:avLst/>
              <a:gdLst/>
              <a:ahLst/>
              <a:cxnLst/>
              <a:rect l="l" t="t" r="r" b="b"/>
              <a:pathLst>
                <a:path w="5857" h="5852" extrusionOk="0">
                  <a:moveTo>
                    <a:pt x="2938" y="922"/>
                  </a:moveTo>
                  <a:cubicBezTo>
                    <a:pt x="4047" y="922"/>
                    <a:pt x="4930" y="1804"/>
                    <a:pt x="4930" y="2913"/>
                  </a:cubicBezTo>
                  <a:cubicBezTo>
                    <a:pt x="4930" y="4022"/>
                    <a:pt x="4047" y="4929"/>
                    <a:pt x="2938" y="4929"/>
                  </a:cubicBezTo>
                  <a:cubicBezTo>
                    <a:pt x="1829" y="4929"/>
                    <a:pt x="927" y="4022"/>
                    <a:pt x="927" y="2913"/>
                  </a:cubicBezTo>
                  <a:cubicBezTo>
                    <a:pt x="927" y="1804"/>
                    <a:pt x="1829" y="922"/>
                    <a:pt x="2938" y="922"/>
                  </a:cubicBezTo>
                  <a:close/>
                  <a:moveTo>
                    <a:pt x="2938" y="0"/>
                  </a:moveTo>
                  <a:cubicBezTo>
                    <a:pt x="1317" y="0"/>
                    <a:pt x="0" y="1311"/>
                    <a:pt x="0" y="2913"/>
                  </a:cubicBezTo>
                  <a:cubicBezTo>
                    <a:pt x="0" y="4540"/>
                    <a:pt x="1317" y="5851"/>
                    <a:pt x="2938" y="5851"/>
                  </a:cubicBezTo>
                  <a:cubicBezTo>
                    <a:pt x="4560" y="5851"/>
                    <a:pt x="5856" y="4540"/>
                    <a:pt x="5856" y="2913"/>
                  </a:cubicBezTo>
                  <a:cubicBezTo>
                    <a:pt x="5856" y="1311"/>
                    <a:pt x="4560" y="0"/>
                    <a:pt x="293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48"/>
            <p:cNvSpPr/>
            <p:nvPr/>
          </p:nvSpPr>
          <p:spPr>
            <a:xfrm>
              <a:off x="3790024" y="4921356"/>
              <a:ext cx="23362" cy="15305"/>
            </a:xfrm>
            <a:custGeom>
              <a:avLst/>
              <a:gdLst/>
              <a:ahLst/>
              <a:cxnLst/>
              <a:rect l="l" t="t" r="r" b="b"/>
              <a:pathLst>
                <a:path w="1415" h="927" extrusionOk="0">
                  <a:moveTo>
                    <a:pt x="473" y="0"/>
                  </a:moveTo>
                  <a:cubicBezTo>
                    <a:pt x="227" y="0"/>
                    <a:pt x="0" y="207"/>
                    <a:pt x="0" y="454"/>
                  </a:cubicBezTo>
                  <a:cubicBezTo>
                    <a:pt x="0" y="720"/>
                    <a:pt x="227" y="927"/>
                    <a:pt x="473" y="927"/>
                  </a:cubicBezTo>
                  <a:lnTo>
                    <a:pt x="966" y="927"/>
                  </a:lnTo>
                  <a:cubicBezTo>
                    <a:pt x="1213" y="927"/>
                    <a:pt x="1415" y="720"/>
                    <a:pt x="1415" y="454"/>
                  </a:cubicBezTo>
                  <a:cubicBezTo>
                    <a:pt x="1415" y="207"/>
                    <a:pt x="1213" y="0"/>
                    <a:pt x="96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48"/>
            <p:cNvSpPr/>
            <p:nvPr/>
          </p:nvSpPr>
          <p:spPr>
            <a:xfrm>
              <a:off x="4148157" y="5094303"/>
              <a:ext cx="15239" cy="23461"/>
            </a:xfrm>
            <a:custGeom>
              <a:avLst/>
              <a:gdLst/>
              <a:ahLst/>
              <a:cxnLst/>
              <a:rect l="l" t="t" r="r" b="b"/>
              <a:pathLst>
                <a:path w="923" h="1421" extrusionOk="0">
                  <a:moveTo>
                    <a:pt x="473" y="1"/>
                  </a:moveTo>
                  <a:cubicBezTo>
                    <a:pt x="227" y="1"/>
                    <a:pt x="0" y="208"/>
                    <a:pt x="0" y="454"/>
                  </a:cubicBezTo>
                  <a:lnTo>
                    <a:pt x="0" y="947"/>
                  </a:lnTo>
                  <a:cubicBezTo>
                    <a:pt x="0" y="1214"/>
                    <a:pt x="227" y="1421"/>
                    <a:pt x="473" y="1421"/>
                  </a:cubicBezTo>
                  <a:cubicBezTo>
                    <a:pt x="720" y="1421"/>
                    <a:pt x="922" y="1214"/>
                    <a:pt x="922" y="947"/>
                  </a:cubicBezTo>
                  <a:lnTo>
                    <a:pt x="922" y="454"/>
                  </a:lnTo>
                  <a:cubicBezTo>
                    <a:pt x="922" y="208"/>
                    <a:pt x="720" y="1"/>
                    <a:pt x="47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48"/>
            <p:cNvSpPr/>
            <p:nvPr/>
          </p:nvSpPr>
          <p:spPr>
            <a:xfrm>
              <a:off x="4166469" y="5121828"/>
              <a:ext cx="23378" cy="15222"/>
            </a:xfrm>
            <a:custGeom>
              <a:avLst/>
              <a:gdLst/>
              <a:ahLst/>
              <a:cxnLst/>
              <a:rect l="l" t="t" r="r" b="b"/>
              <a:pathLst>
                <a:path w="1416" h="922" extrusionOk="0">
                  <a:moveTo>
                    <a:pt x="474" y="0"/>
                  </a:moveTo>
                  <a:cubicBezTo>
                    <a:pt x="227" y="0"/>
                    <a:pt x="0" y="202"/>
                    <a:pt x="0" y="449"/>
                  </a:cubicBezTo>
                  <a:cubicBezTo>
                    <a:pt x="0" y="720"/>
                    <a:pt x="227" y="922"/>
                    <a:pt x="474" y="922"/>
                  </a:cubicBezTo>
                  <a:lnTo>
                    <a:pt x="967" y="922"/>
                  </a:lnTo>
                  <a:cubicBezTo>
                    <a:pt x="1213" y="922"/>
                    <a:pt x="1415" y="720"/>
                    <a:pt x="1415" y="449"/>
                  </a:cubicBezTo>
                  <a:cubicBezTo>
                    <a:pt x="1415" y="202"/>
                    <a:pt x="1213" y="0"/>
                    <a:pt x="96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48"/>
            <p:cNvSpPr/>
            <p:nvPr/>
          </p:nvSpPr>
          <p:spPr>
            <a:xfrm>
              <a:off x="4147100" y="5140140"/>
              <a:ext cx="15305" cy="23362"/>
            </a:xfrm>
            <a:custGeom>
              <a:avLst/>
              <a:gdLst/>
              <a:ahLst/>
              <a:cxnLst/>
              <a:rect l="l" t="t" r="r" b="b"/>
              <a:pathLst>
                <a:path w="927" h="1415" extrusionOk="0">
                  <a:moveTo>
                    <a:pt x="473" y="0"/>
                  </a:moveTo>
                  <a:cubicBezTo>
                    <a:pt x="227" y="0"/>
                    <a:pt x="0" y="202"/>
                    <a:pt x="0" y="449"/>
                  </a:cubicBezTo>
                  <a:lnTo>
                    <a:pt x="0" y="942"/>
                  </a:lnTo>
                  <a:cubicBezTo>
                    <a:pt x="0" y="1213"/>
                    <a:pt x="227" y="1415"/>
                    <a:pt x="473" y="1415"/>
                  </a:cubicBezTo>
                  <a:cubicBezTo>
                    <a:pt x="720" y="1415"/>
                    <a:pt x="927" y="1213"/>
                    <a:pt x="927" y="942"/>
                  </a:cubicBezTo>
                  <a:lnTo>
                    <a:pt x="927" y="449"/>
                  </a:lnTo>
                  <a:cubicBezTo>
                    <a:pt x="927" y="202"/>
                    <a:pt x="720" y="0"/>
                    <a:pt x="47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48"/>
            <p:cNvSpPr/>
            <p:nvPr/>
          </p:nvSpPr>
          <p:spPr>
            <a:xfrm>
              <a:off x="4120648" y="5120755"/>
              <a:ext cx="23444" cy="15321"/>
            </a:xfrm>
            <a:custGeom>
              <a:avLst/>
              <a:gdLst/>
              <a:ahLst/>
              <a:cxnLst/>
              <a:rect l="l" t="t" r="r" b="b"/>
              <a:pathLst>
                <a:path w="1420" h="928" extrusionOk="0">
                  <a:moveTo>
                    <a:pt x="473" y="1"/>
                  </a:moveTo>
                  <a:cubicBezTo>
                    <a:pt x="227" y="1"/>
                    <a:pt x="0" y="208"/>
                    <a:pt x="0" y="454"/>
                  </a:cubicBezTo>
                  <a:cubicBezTo>
                    <a:pt x="0" y="721"/>
                    <a:pt x="227" y="928"/>
                    <a:pt x="473" y="928"/>
                  </a:cubicBezTo>
                  <a:lnTo>
                    <a:pt x="966" y="928"/>
                  </a:lnTo>
                  <a:cubicBezTo>
                    <a:pt x="1213" y="928"/>
                    <a:pt x="1420" y="721"/>
                    <a:pt x="1420" y="454"/>
                  </a:cubicBezTo>
                  <a:cubicBezTo>
                    <a:pt x="1420" y="208"/>
                    <a:pt x="1213" y="1"/>
                    <a:pt x="96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84D34ED-CF8E-C8B1-C54B-742377F94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16" y="0"/>
            <a:ext cx="955094" cy="8425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8BB812B-B6C9-31CE-7DC1-DD252E2C2BE8}"/>
              </a:ext>
            </a:extLst>
          </p:cNvPr>
          <p:cNvSpPr txBox="1"/>
          <p:nvPr/>
        </p:nvSpPr>
        <p:spPr>
          <a:xfrm>
            <a:off x="8436429" y="4602195"/>
            <a:ext cx="7728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01</a:t>
            </a:r>
            <a:endParaRPr lang="es-CL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p49"/>
          <p:cNvSpPr txBox="1"/>
          <p:nvPr/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355" name="Google Shape;2355;p49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read</a:t>
            </a:r>
            <a:r>
              <a:rPr lang="en" sz="9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our FAQs or visit Slidesgo School:</a:t>
            </a:r>
            <a:endParaRPr sz="10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  <p:sp>
        <p:nvSpPr>
          <p:cNvPr id="2356" name="Google Shape;2356;p49"/>
          <p:cNvSpPr txBox="1"/>
          <p:nvPr/>
        </p:nvSpPr>
        <p:spPr>
          <a:xfrm>
            <a:off x="1048350" y="902900"/>
            <a:ext cx="7047300" cy="26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If you have a free account, in order to use this template, you must credit </a:t>
            </a:r>
            <a:r>
              <a:rPr lang="en" sz="1000" b="1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rgbClr val="435D74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in your final presentation. Please refer to the next slide to read the instructions for premium users.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869FB2"/>
                </a:solidFill>
              </a:rPr>
              <a:t>As a Free user, you are allowed to:</a:t>
            </a:r>
            <a:endParaRPr sz="10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Modify this template.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Use it for both personal and commercial projects.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869FB2"/>
                </a:solidFill>
              </a:rPr>
              <a:t>You are not allowed to:</a:t>
            </a:r>
            <a:endParaRPr sz="10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Sublicense, sell or rent any of Slidesgo Content (or a modified version of Slidesgo Content).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Distribute Slidesgo Content unless it has been expressly authorized by Slidesgo.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Include Slidesgo Content in an online or offline database or file.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Offer Slidesgo templates (or modified versions of Slidesgo templates) for download.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Acquire the copyright of Slidesgo Content.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50"/>
          <p:cNvSpPr txBox="1"/>
          <p:nvPr/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 (premium users)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362" name="Google Shape;2362;p50"/>
          <p:cNvSpPr txBox="1"/>
          <p:nvPr/>
        </p:nvSpPr>
        <p:spPr>
          <a:xfrm>
            <a:off x="1048350" y="902900"/>
            <a:ext cx="7047300" cy="39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As a Premium user, you can use this template without attributing </a:t>
            </a:r>
            <a:r>
              <a:rPr lang="en" sz="900" b="1" u="sng">
                <a:solidFill>
                  <a:schemeClr val="hlink"/>
                </a:solidFill>
              </a:rPr>
              <a:t>S</a:t>
            </a:r>
            <a:r>
              <a:rPr lang="en" sz="1000" b="1" u="sng">
                <a:solidFill>
                  <a:schemeClr val="hlink"/>
                </a:solidFill>
                <a:hlinkClick r:id="rId3"/>
              </a:rPr>
              <a:t>lidesgo</a:t>
            </a:r>
            <a:r>
              <a:rPr lang="en" sz="900">
                <a:solidFill>
                  <a:schemeClr val="lt1"/>
                </a:solidFill>
              </a:rPr>
              <a:t>.</a:t>
            </a:r>
            <a:endParaRPr sz="9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869FB2"/>
                </a:solidFill>
              </a:rPr>
              <a:t>You are allowed to:</a:t>
            </a:r>
            <a:endParaRPr sz="1000" b="1">
              <a:solidFill>
                <a:srgbClr val="869FB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Modify this template.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Use it for both personal and commercial purposes.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Hide or delete the “Thanks” slide and the mention to Slidesgo in the credits.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</a:rPr>
              <a:t>You are not allowed to:</a:t>
            </a:r>
            <a:endParaRPr sz="1000" b="1">
              <a:solidFill>
                <a:srgbClr val="869FB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</a:endParaRPr>
          </a:p>
        </p:txBody>
      </p:sp>
      <p:sp>
        <p:nvSpPr>
          <p:cNvPr id="2363" name="Google Shape;2363;p50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read</a:t>
            </a:r>
            <a:r>
              <a:rPr lang="en" sz="9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our FAQs or visit Slidesgo School:</a:t>
            </a:r>
            <a:endParaRPr sz="10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51"/>
          <p:cNvSpPr txBox="1">
            <a:spLocks noGrp="1"/>
          </p:cNvSpPr>
          <p:nvPr>
            <p:ph type="title" idx="4294967295"/>
          </p:nvPr>
        </p:nvSpPr>
        <p:spPr>
          <a:xfrm>
            <a:off x="1048350" y="32004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9" name="Google Shape;2369;p51"/>
          <p:cNvSpPr txBox="1">
            <a:spLocks noGrp="1"/>
          </p:cNvSpPr>
          <p:nvPr>
            <p:ph type="body" idx="4294967295"/>
          </p:nvPr>
        </p:nvSpPr>
        <p:spPr>
          <a:xfrm>
            <a:off x="943675" y="1084204"/>
            <a:ext cx="7079400" cy="3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your presentation to present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0" name="Google Shape;2370;p51"/>
          <p:cNvSpPr txBox="1"/>
          <p:nvPr/>
        </p:nvSpPr>
        <p:spPr>
          <a:xfrm>
            <a:off x="943675" y="14879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2371" name="Google Shape;2371;p51"/>
          <p:cNvGrpSpPr/>
          <p:nvPr/>
        </p:nvGrpSpPr>
        <p:grpSpPr>
          <a:xfrm>
            <a:off x="6874322" y="1571957"/>
            <a:ext cx="1446116" cy="2863897"/>
            <a:chOff x="6529419" y="1724307"/>
            <a:chExt cx="1480463" cy="2931917"/>
          </a:xfrm>
        </p:grpSpPr>
        <p:grpSp>
          <p:nvGrpSpPr>
            <p:cNvPr id="2372" name="Google Shape;2372;p51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2373" name="Google Shape;2373;p51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2374" name="Google Shape;2374;p51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5" name="Google Shape;2375;p51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76" name="Google Shape;2376;p51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7" name="Google Shape;2377;p51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2378" name="Google Shape;2378;p51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2379" name="Google Shape;2379;p51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0" name="Google Shape;2380;p51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81" name="Google Shape;2381;p51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2382" name="Google Shape;2382;p51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3" name="Google Shape;2383;p51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4" name="Google Shape;2384;p51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5" name="Google Shape;2385;p51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86" name="Google Shape;2386;p51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2387" name="Google Shape;2387;p51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2388" name="Google Shape;2388;p51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9" name="Google Shape;2389;p51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90" name="Google Shape;2390;p51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2391" name="Google Shape;2391;p51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2" name="Google Shape;2392;p51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3" name="Google Shape;2393;p51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4" name="Google Shape;2394;p51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95" name="Google Shape;2395;p51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2396" name="Google Shape;2396;p51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2397" name="Google Shape;2397;p51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8" name="Google Shape;2398;p51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99" name="Google Shape;2399;p51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2400" name="Google Shape;2400;p51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1" name="Google Shape;2401;p51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402" name="Google Shape;2402;p51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2403" name="Google Shape;2403;p51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2404" name="Google Shape;2404;p51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5" name="Google Shape;2405;p51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06" name="Google Shape;2406;p51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2407" name="Google Shape;2407;p51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8" name="Google Shape;2408;p51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9" name="Google Shape;2409;p51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0" name="Google Shape;2410;p51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1" name="Google Shape;2411;p51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Gaming Week! Infographics by Slidesgo">
  <a:themeElements>
    <a:clrScheme name="Simple Light">
      <a:dk1>
        <a:srgbClr val="EF5C44"/>
      </a:dk1>
      <a:lt1>
        <a:srgbClr val="387995"/>
      </a:lt1>
      <a:dk2>
        <a:srgbClr val="33BF4B"/>
      </a:dk2>
      <a:lt2>
        <a:srgbClr val="F2B84C"/>
      </a:lt2>
      <a:accent1>
        <a:srgbClr val="FFFFD6"/>
      </a:accent1>
      <a:accent2>
        <a:srgbClr val="F6B598"/>
      </a:accent2>
      <a:accent3>
        <a:srgbClr val="292E3D"/>
      </a:accent3>
      <a:accent4>
        <a:srgbClr val="DD4D3E"/>
      </a:accent4>
      <a:accent5>
        <a:srgbClr val="434343"/>
      </a:accent5>
      <a:accent6>
        <a:srgbClr val="41A9AD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1832</Words>
  <Application>Microsoft Office PowerPoint</Application>
  <PresentationFormat>Presentación en pantalla (16:9)</PresentationFormat>
  <Paragraphs>389</Paragraphs>
  <Slides>34</Slides>
  <Notes>34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34</vt:i4>
      </vt:variant>
    </vt:vector>
  </HeadingPairs>
  <TitlesOfParts>
    <vt:vector size="44" baseType="lpstr">
      <vt:lpstr>Orbitron ExtraBold</vt:lpstr>
      <vt:lpstr>Proxima Nova Semibold</vt:lpstr>
      <vt:lpstr>Titillium Web</vt:lpstr>
      <vt:lpstr>Proxima Nova</vt:lpstr>
      <vt:lpstr>Nunito ExtraBold</vt:lpstr>
      <vt:lpstr>Arial</vt:lpstr>
      <vt:lpstr>Calibri</vt:lpstr>
      <vt:lpstr>Press Start 2P</vt:lpstr>
      <vt:lpstr>Gaming Week! Infographics by Slidesgo</vt:lpstr>
      <vt:lpstr>Slidesgo Final Pages</vt:lpstr>
      <vt:lpstr>Generación Procedural de Plataformas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Gaming Week! Infographics</vt:lpstr>
      <vt:lpstr>Presentación de PowerPoint</vt:lpstr>
      <vt:lpstr>Presentación de PowerPoint</vt:lpstr>
      <vt:lpstr>Infographics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Morici</cp:lastModifiedBy>
  <cp:revision>1</cp:revision>
  <dcterms:modified xsi:type="dcterms:W3CDTF">2026-10-24T03:59:13Z</dcterms:modified>
</cp:coreProperties>
</file>